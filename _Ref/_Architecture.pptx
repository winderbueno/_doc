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4"/>
  </p:sldMasterIdLst>
  <p:notesMasterIdLst>
    <p:notesMasterId r:id="rId18"/>
  </p:notesMasterIdLst>
  <p:handoutMasterIdLst>
    <p:handoutMasterId r:id="rId19"/>
  </p:handoutMasterIdLst>
  <p:sldIdLst>
    <p:sldId id="257" r:id="rId5"/>
    <p:sldId id="1755" r:id="rId6"/>
    <p:sldId id="1850" r:id="rId7"/>
    <p:sldId id="1827" r:id="rId8"/>
    <p:sldId id="1734" r:id="rId9"/>
    <p:sldId id="1782" r:id="rId10"/>
    <p:sldId id="1848" r:id="rId11"/>
    <p:sldId id="1849" r:id="rId12"/>
    <p:sldId id="1846" r:id="rId13"/>
    <p:sldId id="1769" r:id="rId14"/>
    <p:sldId id="1844" r:id="rId15"/>
    <p:sldId id="1845" r:id="rId16"/>
    <p:sldId id="1789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BDB9D71-8044-478E-B032-29879C0DF52C}">
          <p14:sldIdLst>
            <p14:sldId id="257"/>
            <p14:sldId id="1755"/>
            <p14:sldId id="1850"/>
          </p14:sldIdLst>
        </p14:section>
        <p14:section name="Architecture" id="{D3DC1810-4E8C-4CE8-A54B-4823B10DFE76}">
          <p14:sldIdLst>
            <p14:sldId id="1827"/>
            <p14:sldId id="1734"/>
            <p14:sldId id="1782"/>
            <p14:sldId id="1848"/>
            <p14:sldId id="1849"/>
          </p14:sldIdLst>
        </p14:section>
        <p14:section name="Components" id="{345B63CE-1C1A-4800-B9DF-6044AF9FF723}">
          <p14:sldIdLst>
            <p14:sldId id="1846"/>
            <p14:sldId id="1769"/>
            <p14:sldId id="1844"/>
            <p14:sldId id="1845"/>
            <p14:sldId id="178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341820-5CC1-30A7-C59F-9FF8CBD05A90}" name="Kévin Gellenoncourt" initials="KG" userId="7970f103604cdf82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LLENONCOURT Kevin" initials="GK" lastIdx="22" clrIdx="0">
    <p:extLst>
      <p:ext uri="{19B8F6BF-5375-455C-9EA6-DF929625EA0E}">
        <p15:presenceInfo xmlns:p15="http://schemas.microsoft.com/office/powerpoint/2012/main" userId="S::kevin.gellenoncourt@docaposte.fr::6e082d44-f47b-41df-a4d5-5d0752ab47c5" providerId="AD"/>
      </p:ext>
    </p:extLst>
  </p:cmAuthor>
  <p:cmAuthor id="2" name="Kévin Gellenoncourt" initials="KG" lastIdx="14" clrIdx="1">
    <p:extLst>
      <p:ext uri="{19B8F6BF-5375-455C-9EA6-DF929625EA0E}">
        <p15:presenceInfo xmlns:p15="http://schemas.microsoft.com/office/powerpoint/2012/main" userId="7970f103604cdf82" providerId="Windows Live"/>
      </p:ext>
    </p:extLst>
  </p:cmAuthor>
  <p:cmAuthor id="3" name="Gellenoncourt, Kevin" initials="GK" lastIdx="49" clrIdx="2">
    <p:extLst>
      <p:ext uri="{19B8F6BF-5375-455C-9EA6-DF929625EA0E}">
        <p15:presenceInfo xmlns:p15="http://schemas.microsoft.com/office/powerpoint/2012/main" userId="S::Kevin.Gellenoncourt@baloise.lu::83ce2c6d-0bd4-4cd9-955e-dd3efc6a7d5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5743E4-E7C8-405F-B1FE-31999DA469F0}" v="3" dt="2023-06-26T15:02:52.5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02" y="-4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llenoncourt, Kevin" userId="83ce2c6d-0bd4-4cd9-955e-dd3efc6a7d5a" providerId="ADAL" clId="{B95743E4-E7C8-405F-B1FE-31999DA469F0}"/>
    <pc:docChg chg="undo custSel modSld">
      <pc:chgData name="Gellenoncourt, Kevin" userId="83ce2c6d-0bd4-4cd9-955e-dd3efc6a7d5a" providerId="ADAL" clId="{B95743E4-E7C8-405F-B1FE-31999DA469F0}" dt="2023-06-26T15:03:35.850" v="98" actId="14100"/>
      <pc:docMkLst>
        <pc:docMk/>
      </pc:docMkLst>
      <pc:sldChg chg="addSp modSp mod modCm">
        <pc:chgData name="Gellenoncourt, Kevin" userId="83ce2c6d-0bd4-4cd9-955e-dd3efc6a7d5a" providerId="ADAL" clId="{B95743E4-E7C8-405F-B1FE-31999DA469F0}" dt="2023-06-26T15:01:22.161" v="33" actId="5900"/>
        <pc:sldMkLst>
          <pc:docMk/>
          <pc:sldMk cId="1278860628" sldId="1771"/>
        </pc:sldMkLst>
        <pc:spChg chg="mod">
          <ac:chgData name="Gellenoncourt, Kevin" userId="83ce2c6d-0bd4-4cd9-955e-dd3efc6a7d5a" providerId="ADAL" clId="{B95743E4-E7C8-405F-B1FE-31999DA469F0}" dt="2023-06-26T15:00:49.779" v="23" actId="14100"/>
          <ac:spMkLst>
            <pc:docMk/>
            <pc:sldMk cId="1278860628" sldId="1771"/>
            <ac:spMk id="3" creationId="{B48AAC35-A18D-069C-DDA7-2436D2499FB8}"/>
          </ac:spMkLst>
        </pc:spChg>
        <pc:spChg chg="add mod">
          <ac:chgData name="Gellenoncourt, Kevin" userId="83ce2c6d-0bd4-4cd9-955e-dd3efc6a7d5a" providerId="ADAL" clId="{B95743E4-E7C8-405F-B1FE-31999DA469F0}" dt="2023-06-26T15:01:14.436" v="30" actId="14100"/>
          <ac:spMkLst>
            <pc:docMk/>
            <pc:sldMk cId="1278860628" sldId="1771"/>
            <ac:spMk id="5" creationId="{5D6CA279-C178-A54F-B7F3-2207D6BF8648}"/>
          </ac:spMkLst>
        </pc:spChg>
        <pc:spChg chg="add mod">
          <ac:chgData name="Gellenoncourt, Kevin" userId="83ce2c6d-0bd4-4cd9-955e-dd3efc6a7d5a" providerId="ADAL" clId="{B95743E4-E7C8-405F-B1FE-31999DA469F0}" dt="2023-06-26T15:01:09.488" v="29" actId="1037"/>
          <ac:spMkLst>
            <pc:docMk/>
            <pc:sldMk cId="1278860628" sldId="1771"/>
            <ac:spMk id="10" creationId="{4C7AEE5E-D72E-2DE7-3EFF-1E25424D472D}"/>
          </ac:spMkLst>
        </pc:spChg>
        <pc:spChg chg="add mod">
          <ac:chgData name="Gellenoncourt, Kevin" userId="83ce2c6d-0bd4-4cd9-955e-dd3efc6a7d5a" providerId="ADAL" clId="{B95743E4-E7C8-405F-B1FE-31999DA469F0}" dt="2023-06-26T15:01:09.488" v="29" actId="1037"/>
          <ac:spMkLst>
            <pc:docMk/>
            <pc:sldMk cId="1278860628" sldId="1771"/>
            <ac:spMk id="11" creationId="{2D8CE698-5E55-D210-8FE9-63D5F488E74D}"/>
          </ac:spMkLst>
        </pc:spChg>
        <pc:spChg chg="mod">
          <ac:chgData name="Gellenoncourt, Kevin" userId="83ce2c6d-0bd4-4cd9-955e-dd3efc6a7d5a" providerId="ADAL" clId="{B95743E4-E7C8-405F-B1FE-31999DA469F0}" dt="2023-06-26T15:01:19.298" v="31" actId="14100"/>
          <ac:spMkLst>
            <pc:docMk/>
            <pc:sldMk cId="1278860628" sldId="1771"/>
            <ac:spMk id="22" creationId="{9BEE5BD6-A64C-0C7E-3347-B0EAF40BB439}"/>
          </ac:spMkLst>
        </pc:spChg>
      </pc:sldChg>
      <pc:sldChg chg="addSp modSp mod">
        <pc:chgData name="Gellenoncourt, Kevin" userId="83ce2c6d-0bd4-4cd9-955e-dd3efc6a7d5a" providerId="ADAL" clId="{B95743E4-E7C8-405F-B1FE-31999DA469F0}" dt="2023-06-26T15:03:35.850" v="98" actId="14100"/>
        <pc:sldMkLst>
          <pc:docMk/>
          <pc:sldMk cId="2488885257" sldId="1783"/>
        </pc:sldMkLst>
        <pc:spChg chg="add mod">
          <ac:chgData name="Gellenoncourt, Kevin" userId="83ce2c6d-0bd4-4cd9-955e-dd3efc6a7d5a" providerId="ADAL" clId="{B95743E4-E7C8-405F-B1FE-31999DA469F0}" dt="2023-06-26T15:03:35.850" v="98" actId="14100"/>
          <ac:spMkLst>
            <pc:docMk/>
            <pc:sldMk cId="2488885257" sldId="1783"/>
            <ac:spMk id="2" creationId="{B41F902D-E51E-24EA-64FB-C91DF8A608CE}"/>
          </ac:spMkLst>
        </pc:spChg>
        <pc:spChg chg="mod">
          <ac:chgData name="Gellenoncourt, Kevin" userId="83ce2c6d-0bd4-4cd9-955e-dd3efc6a7d5a" providerId="ADAL" clId="{B95743E4-E7C8-405F-B1FE-31999DA469F0}" dt="2023-06-26T15:02:28.222" v="45" actId="20577"/>
          <ac:spMkLst>
            <pc:docMk/>
            <pc:sldMk cId="2488885257" sldId="1783"/>
            <ac:spMk id="35" creationId="{2C4E2CF1-9AA9-4FF2-BD44-FEFD4C7DAEE5}"/>
          </ac:spMkLst>
        </pc:spChg>
        <pc:spChg chg="mod">
          <ac:chgData name="Gellenoncourt, Kevin" userId="83ce2c6d-0bd4-4cd9-955e-dd3efc6a7d5a" providerId="ADAL" clId="{B95743E4-E7C8-405F-B1FE-31999DA469F0}" dt="2023-06-26T15:02:43.990" v="56" actId="20577"/>
          <ac:spMkLst>
            <pc:docMk/>
            <pc:sldMk cId="2488885257" sldId="1783"/>
            <ac:spMk id="36" creationId="{1911FA51-07D7-4036-83E0-C1642CC05FD2}"/>
          </ac:spMkLst>
        </pc:spChg>
      </pc:sldChg>
      <pc:sldChg chg="modSp mod">
        <pc:chgData name="Gellenoncourt, Kevin" userId="83ce2c6d-0bd4-4cd9-955e-dd3efc6a7d5a" providerId="ADAL" clId="{B95743E4-E7C8-405F-B1FE-31999DA469F0}" dt="2023-06-26T15:02:12.666" v="41" actId="20577"/>
        <pc:sldMkLst>
          <pc:docMk/>
          <pc:sldMk cId="3517604494" sldId="1821"/>
        </pc:sldMkLst>
        <pc:graphicFrameChg chg="modGraphic">
          <ac:chgData name="Gellenoncourt, Kevin" userId="83ce2c6d-0bd4-4cd9-955e-dd3efc6a7d5a" providerId="ADAL" clId="{B95743E4-E7C8-405F-B1FE-31999DA469F0}" dt="2023-06-26T15:02:12.666" v="41" actId="20577"/>
          <ac:graphicFrameMkLst>
            <pc:docMk/>
            <pc:sldMk cId="3517604494" sldId="1821"/>
            <ac:graphicFrameMk id="9" creationId="{69D58248-41CB-4105-81B7-C44D2FD87403}"/>
          </ac:graphicFrameMkLst>
        </pc:graphicFrameChg>
      </pc:sldChg>
      <pc:sldChg chg="delSp modSp mod">
        <pc:chgData name="Gellenoncourt, Kevin" userId="83ce2c6d-0bd4-4cd9-955e-dd3efc6a7d5a" providerId="ADAL" clId="{B95743E4-E7C8-405F-B1FE-31999DA469F0}" dt="2023-06-26T15:01:42.573" v="35" actId="14100"/>
        <pc:sldMkLst>
          <pc:docMk/>
          <pc:sldMk cId="2789654304" sldId="1826"/>
        </pc:sldMkLst>
        <pc:spChg chg="mod">
          <ac:chgData name="Gellenoncourt, Kevin" userId="83ce2c6d-0bd4-4cd9-955e-dd3efc6a7d5a" providerId="ADAL" clId="{B95743E4-E7C8-405F-B1FE-31999DA469F0}" dt="2023-06-26T15:01:33.898" v="34" actId="14100"/>
          <ac:spMkLst>
            <pc:docMk/>
            <pc:sldMk cId="2789654304" sldId="1826"/>
            <ac:spMk id="10" creationId="{5BEE6695-E1F4-866A-0C79-858782B14051}"/>
          </ac:spMkLst>
        </pc:spChg>
        <pc:spChg chg="mod">
          <ac:chgData name="Gellenoncourt, Kevin" userId="83ce2c6d-0bd4-4cd9-955e-dd3efc6a7d5a" providerId="ADAL" clId="{B95743E4-E7C8-405F-B1FE-31999DA469F0}" dt="2023-06-26T15:01:42.573" v="35" actId="14100"/>
          <ac:spMkLst>
            <pc:docMk/>
            <pc:sldMk cId="2789654304" sldId="1826"/>
            <ac:spMk id="11" creationId="{633C8260-57A0-F46E-602E-399C04E511EF}"/>
          </ac:spMkLst>
        </pc:spChg>
        <pc:spChg chg="del">
          <ac:chgData name="Gellenoncourt, Kevin" userId="83ce2c6d-0bd4-4cd9-955e-dd3efc6a7d5a" providerId="ADAL" clId="{B95743E4-E7C8-405F-B1FE-31999DA469F0}" dt="2023-06-26T14:59:42.014" v="11" actId="21"/>
          <ac:spMkLst>
            <pc:docMk/>
            <pc:sldMk cId="2789654304" sldId="1826"/>
            <ac:spMk id="16" creationId="{55465E25-8977-74CC-6489-94FB71BFC665}"/>
          </ac:spMkLst>
        </pc:spChg>
        <pc:spChg chg="del">
          <ac:chgData name="Gellenoncourt, Kevin" userId="83ce2c6d-0bd4-4cd9-955e-dd3efc6a7d5a" providerId="ADAL" clId="{B95743E4-E7C8-405F-B1FE-31999DA469F0}" dt="2023-06-26T14:59:42.014" v="11" actId="21"/>
          <ac:spMkLst>
            <pc:docMk/>
            <pc:sldMk cId="2789654304" sldId="1826"/>
            <ac:spMk id="18" creationId="{30DC87B9-CA77-770C-78F6-4E75EF2B6050}"/>
          </ac:spMkLst>
        </pc:spChg>
        <pc:spChg chg="del">
          <ac:chgData name="Gellenoncourt, Kevin" userId="83ce2c6d-0bd4-4cd9-955e-dd3efc6a7d5a" providerId="ADAL" clId="{B95743E4-E7C8-405F-B1FE-31999DA469F0}" dt="2023-06-26T14:59:42.014" v="11" actId="21"/>
          <ac:spMkLst>
            <pc:docMk/>
            <pc:sldMk cId="2789654304" sldId="1826"/>
            <ac:spMk id="20" creationId="{B547579E-0297-7065-3C2B-B32E8777C39F}"/>
          </ac:spMkLst>
        </pc:spChg>
      </pc:sldChg>
      <pc:sldChg chg="modSp mod">
        <pc:chgData name="Gellenoncourt, Kevin" userId="83ce2c6d-0bd4-4cd9-955e-dd3efc6a7d5a" providerId="ADAL" clId="{B95743E4-E7C8-405F-B1FE-31999DA469F0}" dt="2023-06-26T14:58:47.566" v="10" actId="14100"/>
        <pc:sldMkLst>
          <pc:docMk/>
          <pc:sldMk cId="394559105" sldId="1828"/>
        </pc:sldMkLst>
        <pc:spChg chg="mod">
          <ac:chgData name="Gellenoncourt, Kevin" userId="83ce2c6d-0bd4-4cd9-955e-dd3efc6a7d5a" providerId="ADAL" clId="{B95743E4-E7C8-405F-B1FE-31999DA469F0}" dt="2023-06-26T14:58:44.334" v="9" actId="14100"/>
          <ac:spMkLst>
            <pc:docMk/>
            <pc:sldMk cId="394559105" sldId="1828"/>
            <ac:spMk id="8" creationId="{970F1C58-5910-AC60-7DA7-D039F429C21E}"/>
          </ac:spMkLst>
        </pc:spChg>
        <pc:spChg chg="mod">
          <ac:chgData name="Gellenoncourt, Kevin" userId="83ce2c6d-0bd4-4cd9-955e-dd3efc6a7d5a" providerId="ADAL" clId="{B95743E4-E7C8-405F-B1FE-31999DA469F0}" dt="2023-06-26T14:58:21.688" v="6" actId="14100"/>
          <ac:spMkLst>
            <pc:docMk/>
            <pc:sldMk cId="394559105" sldId="1828"/>
            <ac:spMk id="19" creationId="{94480B12-766F-1EED-926A-6BBB7738A4A6}"/>
          </ac:spMkLst>
        </pc:spChg>
        <pc:spChg chg="mod">
          <ac:chgData name="Gellenoncourt, Kevin" userId="83ce2c6d-0bd4-4cd9-955e-dd3efc6a7d5a" providerId="ADAL" clId="{B95743E4-E7C8-405F-B1FE-31999DA469F0}" dt="2023-06-26T14:58:47.566" v="10" actId="14100"/>
          <ac:spMkLst>
            <pc:docMk/>
            <pc:sldMk cId="394559105" sldId="1828"/>
            <ac:spMk id="20" creationId="{482B677E-C5BC-61F7-8F32-769ECB643D5C}"/>
          </ac:spMkLst>
        </pc:spChg>
        <pc:spChg chg="mod">
          <ac:chgData name="Gellenoncourt, Kevin" userId="83ce2c6d-0bd4-4cd9-955e-dd3efc6a7d5a" providerId="ADAL" clId="{B95743E4-E7C8-405F-B1FE-31999DA469F0}" dt="2023-06-26T14:58:24.088" v="7" actId="14100"/>
          <ac:spMkLst>
            <pc:docMk/>
            <pc:sldMk cId="394559105" sldId="1828"/>
            <ac:spMk id="24" creationId="{88F570B6-8124-73EB-127F-A1C07F1C2995}"/>
          </ac:spMkLst>
        </pc:spChg>
      </pc:sldChg>
    </pc:docChg>
  </pc:docChgLst>
  <pc:docChgLst>
    <pc:chgData name="Gellenoncourt, Kevin" userId="83ce2c6d-0bd4-4cd9-955e-dd3efc6a7d5a" providerId="ADAL" clId="{2F069469-86E4-447B-973C-6DD10FDC1BB6}"/>
    <pc:docChg chg="undo custSel addSld delSld modSld sldOrd delSection modSection">
      <pc:chgData name="Gellenoncourt, Kevin" userId="83ce2c6d-0bd4-4cd9-955e-dd3efc6a7d5a" providerId="ADAL" clId="{2F069469-86E4-447B-973C-6DD10FDC1BB6}" dt="2023-03-29T10:57:34.880" v="7938" actId="14100"/>
      <pc:docMkLst>
        <pc:docMk/>
      </pc:docMkLst>
      <pc:sldChg chg="modSp mod">
        <pc:chgData name="Gellenoncourt, Kevin" userId="83ce2c6d-0bd4-4cd9-955e-dd3efc6a7d5a" providerId="ADAL" clId="{2F069469-86E4-447B-973C-6DD10FDC1BB6}" dt="2023-02-13T10:53:23.380" v="21" actId="14100"/>
        <pc:sldMkLst>
          <pc:docMk/>
          <pc:sldMk cId="2594422379" sldId="257"/>
        </pc:sldMkLst>
        <pc:spChg chg="mod">
          <ac:chgData name="Gellenoncourt, Kevin" userId="83ce2c6d-0bd4-4cd9-955e-dd3efc6a7d5a" providerId="ADAL" clId="{2F069469-86E4-447B-973C-6DD10FDC1BB6}" dt="2023-02-13T10:53:23.380" v="21" actId="14100"/>
          <ac:spMkLst>
            <pc:docMk/>
            <pc:sldMk cId="2594422379" sldId="257"/>
            <ac:spMk id="4" creationId="{8D5DF304-4A60-46D5-8EC8-58B998217F18}"/>
          </ac:spMkLst>
        </pc:spChg>
      </pc:sldChg>
      <pc:sldChg chg="modSp mod">
        <pc:chgData name="Gellenoncourt, Kevin" userId="83ce2c6d-0bd4-4cd9-955e-dd3efc6a7d5a" providerId="ADAL" clId="{2F069469-86E4-447B-973C-6DD10FDC1BB6}" dt="2023-03-02T12:55:00.406" v="4253" actId="5793"/>
        <pc:sldMkLst>
          <pc:docMk/>
          <pc:sldMk cId="3947088590" sldId="1755"/>
        </pc:sldMkLst>
        <pc:spChg chg="mod">
          <ac:chgData name="Gellenoncourt, Kevin" userId="83ce2c6d-0bd4-4cd9-955e-dd3efc6a7d5a" providerId="ADAL" clId="{2F069469-86E4-447B-973C-6DD10FDC1BB6}" dt="2023-03-02T12:55:00.406" v="4253" actId="5793"/>
          <ac:spMkLst>
            <pc:docMk/>
            <pc:sldMk cId="3947088590" sldId="1755"/>
            <ac:spMk id="3" creationId="{BD6849B4-CB59-4E5A-BB73-A475C1CF86D6}"/>
          </ac:spMkLst>
        </pc:spChg>
      </pc:sldChg>
      <pc:sldChg chg="del">
        <pc:chgData name="Gellenoncourt, Kevin" userId="83ce2c6d-0bd4-4cd9-955e-dd3efc6a7d5a" providerId="ADAL" clId="{2F069469-86E4-447B-973C-6DD10FDC1BB6}" dt="2023-02-13T08:28:02.580" v="5" actId="47"/>
        <pc:sldMkLst>
          <pc:docMk/>
          <pc:sldMk cId="3436175789" sldId="1756"/>
        </pc:sldMkLst>
      </pc:sldChg>
      <pc:sldChg chg="del">
        <pc:chgData name="Gellenoncourt, Kevin" userId="83ce2c6d-0bd4-4cd9-955e-dd3efc6a7d5a" providerId="ADAL" clId="{2F069469-86E4-447B-973C-6DD10FDC1BB6}" dt="2023-02-13T08:28:03.665" v="6" actId="47"/>
        <pc:sldMkLst>
          <pc:docMk/>
          <pc:sldMk cId="2485269919" sldId="1764"/>
        </pc:sldMkLst>
      </pc:sldChg>
      <pc:sldChg chg="addSp delSp modSp mod">
        <pc:chgData name="Gellenoncourt, Kevin" userId="83ce2c6d-0bd4-4cd9-955e-dd3efc6a7d5a" providerId="ADAL" clId="{2F069469-86E4-447B-973C-6DD10FDC1BB6}" dt="2023-03-29T10:52:58.216" v="7893" actId="14100"/>
        <pc:sldMkLst>
          <pc:docMk/>
          <pc:sldMk cId="390847122" sldId="1769"/>
        </pc:sldMkLst>
        <pc:spChg chg="add mod">
          <ac:chgData name="Gellenoncourt, Kevin" userId="83ce2c6d-0bd4-4cd9-955e-dd3efc6a7d5a" providerId="ADAL" clId="{2F069469-86E4-447B-973C-6DD10FDC1BB6}" dt="2023-03-15T15:03:19.713" v="6433" actId="20577"/>
          <ac:spMkLst>
            <pc:docMk/>
            <pc:sldMk cId="390847122" sldId="1769"/>
            <ac:spMk id="3" creationId="{3E2AE59F-A6F1-C503-0A46-5712BB804070}"/>
          </ac:spMkLst>
        </pc:spChg>
        <pc:spChg chg="del mod">
          <ac:chgData name="Gellenoncourt, Kevin" userId="83ce2c6d-0bd4-4cd9-955e-dd3efc6a7d5a" providerId="ADAL" clId="{2F069469-86E4-447B-973C-6DD10FDC1BB6}" dt="2023-02-17T17:02:30.944" v="2325" actId="478"/>
          <ac:spMkLst>
            <pc:docMk/>
            <pc:sldMk cId="390847122" sldId="1769"/>
            <ac:spMk id="3" creationId="{D8EA6576-09F3-B364-F214-DD47AD7D8532}"/>
          </ac:spMkLst>
        </pc:spChg>
        <pc:spChg chg="mod">
          <ac:chgData name="Gellenoncourt, Kevin" userId="83ce2c6d-0bd4-4cd9-955e-dd3efc6a7d5a" providerId="ADAL" clId="{2F069469-86E4-447B-973C-6DD10FDC1BB6}" dt="2023-03-29T10:52:41.937" v="7888" actId="403"/>
          <ac:spMkLst>
            <pc:docMk/>
            <pc:sldMk cId="390847122" sldId="1769"/>
            <ac:spMk id="4" creationId="{AE7AF101-B834-4B05-99A3-B4C8D043B6E1}"/>
          </ac:spMkLst>
        </pc:spChg>
        <pc:spChg chg="add del mod">
          <ac:chgData name="Gellenoncourt, Kevin" userId="83ce2c6d-0bd4-4cd9-955e-dd3efc6a7d5a" providerId="ADAL" clId="{2F069469-86E4-447B-973C-6DD10FDC1BB6}" dt="2023-03-14T16:42:48.139" v="5772" actId="21"/>
          <ac:spMkLst>
            <pc:docMk/>
            <pc:sldMk cId="390847122" sldId="1769"/>
            <ac:spMk id="5" creationId="{074C6B3D-3ABF-B8A9-0D83-A320BF3CF78B}"/>
          </ac:spMkLst>
        </pc:spChg>
        <pc:spChg chg="add del mod">
          <ac:chgData name="Gellenoncourt, Kevin" userId="83ce2c6d-0bd4-4cd9-955e-dd3efc6a7d5a" providerId="ADAL" clId="{2F069469-86E4-447B-973C-6DD10FDC1BB6}" dt="2023-03-14T16:42:48.139" v="5772" actId="21"/>
          <ac:spMkLst>
            <pc:docMk/>
            <pc:sldMk cId="390847122" sldId="1769"/>
            <ac:spMk id="8" creationId="{EFD024B5-C1F6-B5EC-2A90-CAF3A2572CBC}"/>
          </ac:spMkLst>
        </pc:spChg>
        <pc:spChg chg="add del mod">
          <ac:chgData name="Gellenoncourt, Kevin" userId="83ce2c6d-0bd4-4cd9-955e-dd3efc6a7d5a" providerId="ADAL" clId="{2F069469-86E4-447B-973C-6DD10FDC1BB6}" dt="2023-02-17T17:00:54.056" v="2312" actId="478"/>
          <ac:spMkLst>
            <pc:docMk/>
            <pc:sldMk cId="390847122" sldId="1769"/>
            <ac:spMk id="9" creationId="{4154E637-F28F-75AE-0073-FA88441BCC78}"/>
          </ac:spMkLst>
        </pc:spChg>
        <pc:spChg chg="add mod">
          <ac:chgData name="Gellenoncourt, Kevin" userId="83ce2c6d-0bd4-4cd9-955e-dd3efc6a7d5a" providerId="ADAL" clId="{2F069469-86E4-447B-973C-6DD10FDC1BB6}" dt="2023-02-20T15:54:56.913" v="2945" actId="1037"/>
          <ac:spMkLst>
            <pc:docMk/>
            <pc:sldMk cId="390847122" sldId="1769"/>
            <ac:spMk id="10" creationId="{44359B76-73FA-7E61-0356-A8E0990028C8}"/>
          </ac:spMkLst>
        </pc:spChg>
        <pc:spChg chg="add mod">
          <ac:chgData name="Gellenoncourt, Kevin" userId="83ce2c6d-0bd4-4cd9-955e-dd3efc6a7d5a" providerId="ADAL" clId="{2F069469-86E4-447B-973C-6DD10FDC1BB6}" dt="2023-02-20T15:54:56.913" v="2945" actId="1037"/>
          <ac:spMkLst>
            <pc:docMk/>
            <pc:sldMk cId="390847122" sldId="1769"/>
            <ac:spMk id="11" creationId="{9F5C3BB9-73EA-79FA-EB28-5D95103B3316}"/>
          </ac:spMkLst>
        </pc:spChg>
        <pc:spChg chg="add mod">
          <ac:chgData name="Gellenoncourt, Kevin" userId="83ce2c6d-0bd4-4cd9-955e-dd3efc6a7d5a" providerId="ADAL" clId="{2F069469-86E4-447B-973C-6DD10FDC1BB6}" dt="2023-02-20T15:54:56.913" v="2945" actId="1037"/>
          <ac:spMkLst>
            <pc:docMk/>
            <pc:sldMk cId="390847122" sldId="1769"/>
            <ac:spMk id="12" creationId="{EC166E4F-4175-35AE-F68C-57E39C4FB011}"/>
          </ac:spMkLst>
        </pc:spChg>
        <pc:spChg chg="del mod">
          <ac:chgData name="Gellenoncourt, Kevin" userId="83ce2c6d-0bd4-4cd9-955e-dd3efc6a7d5a" providerId="ADAL" clId="{2F069469-86E4-447B-973C-6DD10FDC1BB6}" dt="2023-03-14T16:46:24.712" v="5814" actId="478"/>
          <ac:spMkLst>
            <pc:docMk/>
            <pc:sldMk cId="390847122" sldId="1769"/>
            <ac:spMk id="13" creationId="{492D8603-FB45-4122-A5F9-D3A952C82D13}"/>
          </ac:spMkLst>
        </pc:spChg>
        <pc:spChg chg="mod">
          <ac:chgData name="Gellenoncourt, Kevin" userId="83ce2c6d-0bd4-4cd9-955e-dd3efc6a7d5a" providerId="ADAL" clId="{2F069469-86E4-447B-973C-6DD10FDC1BB6}" dt="2023-03-29T10:52:44.296" v="7889" actId="403"/>
          <ac:spMkLst>
            <pc:docMk/>
            <pc:sldMk cId="390847122" sldId="1769"/>
            <ac:spMk id="15" creationId="{DACBC955-C6EE-4496-BA52-8FB4850ED121}"/>
          </ac:spMkLst>
        </pc:spChg>
        <pc:spChg chg="mod">
          <ac:chgData name="Gellenoncourt, Kevin" userId="83ce2c6d-0bd4-4cd9-955e-dd3efc6a7d5a" providerId="ADAL" clId="{2F069469-86E4-447B-973C-6DD10FDC1BB6}" dt="2023-03-29T10:52:51.196" v="7891" actId="403"/>
          <ac:spMkLst>
            <pc:docMk/>
            <pc:sldMk cId="390847122" sldId="1769"/>
            <ac:spMk id="16" creationId="{54A54C3C-9E27-4F96-B428-1F95DDF3502B}"/>
          </ac:spMkLst>
        </pc:spChg>
        <pc:spChg chg="del">
          <ac:chgData name="Gellenoncourt, Kevin" userId="83ce2c6d-0bd4-4cd9-955e-dd3efc6a7d5a" providerId="ADAL" clId="{2F069469-86E4-447B-973C-6DD10FDC1BB6}" dt="2023-02-17T16:52:13.293" v="2194" actId="478"/>
          <ac:spMkLst>
            <pc:docMk/>
            <pc:sldMk cId="390847122" sldId="1769"/>
            <ac:spMk id="17" creationId="{52C82ACF-7F58-4D47-9379-0CF0193D0C84}"/>
          </ac:spMkLst>
        </pc:spChg>
        <pc:spChg chg="add del mod">
          <ac:chgData name="Gellenoncourt, Kevin" userId="83ce2c6d-0bd4-4cd9-955e-dd3efc6a7d5a" providerId="ADAL" clId="{2F069469-86E4-447B-973C-6DD10FDC1BB6}" dt="2023-03-14T16:42:48.139" v="5772" actId="21"/>
          <ac:spMkLst>
            <pc:docMk/>
            <pc:sldMk cId="390847122" sldId="1769"/>
            <ac:spMk id="17" creationId="{E0AB8C88-9774-9A2B-FD4A-51894845A145}"/>
          </ac:spMkLst>
        </pc:spChg>
        <pc:spChg chg="add del mod">
          <ac:chgData name="Gellenoncourt, Kevin" userId="83ce2c6d-0bd4-4cd9-955e-dd3efc6a7d5a" providerId="ADAL" clId="{2F069469-86E4-447B-973C-6DD10FDC1BB6}" dt="2023-03-14T16:47:25.330" v="5856" actId="21"/>
          <ac:spMkLst>
            <pc:docMk/>
            <pc:sldMk cId="390847122" sldId="1769"/>
            <ac:spMk id="18" creationId="{33660F76-79BA-9ADE-26A8-137EC6026DF2}"/>
          </ac:spMkLst>
        </pc:spChg>
        <pc:spChg chg="add del mod">
          <ac:chgData name="Gellenoncourt, Kevin" userId="83ce2c6d-0bd4-4cd9-955e-dd3efc6a7d5a" providerId="ADAL" clId="{2F069469-86E4-447B-973C-6DD10FDC1BB6}" dt="2023-02-20T14:32:46.781" v="2771" actId="478"/>
          <ac:spMkLst>
            <pc:docMk/>
            <pc:sldMk cId="390847122" sldId="1769"/>
            <ac:spMk id="18" creationId="{FA9E290F-4FB6-E6C7-1E5F-2D006DDAE87B}"/>
          </ac:spMkLst>
        </pc:spChg>
        <pc:spChg chg="mod">
          <ac:chgData name="Gellenoncourt, Kevin" userId="83ce2c6d-0bd4-4cd9-955e-dd3efc6a7d5a" providerId="ADAL" clId="{2F069469-86E4-447B-973C-6DD10FDC1BB6}" dt="2023-03-29T10:52:47.178" v="7890" actId="403"/>
          <ac:spMkLst>
            <pc:docMk/>
            <pc:sldMk cId="390847122" sldId="1769"/>
            <ac:spMk id="19" creationId="{F1BECC27-4752-422F-859F-36C980B9D421}"/>
          </ac:spMkLst>
        </pc:spChg>
        <pc:spChg chg="add mod">
          <ac:chgData name="Gellenoncourt, Kevin" userId="83ce2c6d-0bd4-4cd9-955e-dd3efc6a7d5a" providerId="ADAL" clId="{2F069469-86E4-447B-973C-6DD10FDC1BB6}" dt="2023-03-29T10:52:58.216" v="7893" actId="14100"/>
          <ac:spMkLst>
            <pc:docMk/>
            <pc:sldMk cId="390847122" sldId="1769"/>
            <ac:spMk id="20" creationId="{962B2A5D-ECC9-DC5D-40F5-CEB4AC155157}"/>
          </ac:spMkLst>
        </pc:spChg>
        <pc:spChg chg="del">
          <ac:chgData name="Gellenoncourt, Kevin" userId="83ce2c6d-0bd4-4cd9-955e-dd3efc6a7d5a" providerId="ADAL" clId="{2F069469-86E4-447B-973C-6DD10FDC1BB6}" dt="2023-02-17T16:52:13.293" v="2194" actId="478"/>
          <ac:spMkLst>
            <pc:docMk/>
            <pc:sldMk cId="390847122" sldId="1769"/>
            <ac:spMk id="20" creationId="{9C8DA1E5-C2A4-43A5-8FAF-3EF7A835A4E3}"/>
          </ac:spMkLst>
        </pc:spChg>
        <pc:spChg chg="del">
          <ac:chgData name="Gellenoncourt, Kevin" userId="83ce2c6d-0bd4-4cd9-955e-dd3efc6a7d5a" providerId="ADAL" clId="{2F069469-86E4-447B-973C-6DD10FDC1BB6}" dt="2023-02-17T16:52:13.293" v="2194" actId="478"/>
          <ac:spMkLst>
            <pc:docMk/>
            <pc:sldMk cId="390847122" sldId="1769"/>
            <ac:spMk id="21" creationId="{9975369E-847D-4D46-B660-FC2A64309400}"/>
          </ac:spMkLst>
        </pc:spChg>
        <pc:spChg chg="add mod">
          <ac:chgData name="Gellenoncourt, Kevin" userId="83ce2c6d-0bd4-4cd9-955e-dd3efc6a7d5a" providerId="ADAL" clId="{2F069469-86E4-447B-973C-6DD10FDC1BB6}" dt="2023-02-20T15:54:56.913" v="2945" actId="1037"/>
          <ac:spMkLst>
            <pc:docMk/>
            <pc:sldMk cId="390847122" sldId="1769"/>
            <ac:spMk id="22" creationId="{3A196730-5FF0-57C3-83C9-FE054E098369}"/>
          </ac:spMkLst>
        </pc:spChg>
        <pc:spChg chg="del">
          <ac:chgData name="Gellenoncourt, Kevin" userId="83ce2c6d-0bd4-4cd9-955e-dd3efc6a7d5a" providerId="ADAL" clId="{2F069469-86E4-447B-973C-6DD10FDC1BB6}" dt="2023-02-17T16:52:13.293" v="2194" actId="478"/>
          <ac:spMkLst>
            <pc:docMk/>
            <pc:sldMk cId="390847122" sldId="1769"/>
            <ac:spMk id="23" creationId="{97C26A3C-B1E3-409A-ABB4-B7145125ABCC}"/>
          </ac:spMkLst>
        </pc:spChg>
        <pc:spChg chg="del">
          <ac:chgData name="Gellenoncourt, Kevin" userId="83ce2c6d-0bd4-4cd9-955e-dd3efc6a7d5a" providerId="ADAL" clId="{2F069469-86E4-447B-973C-6DD10FDC1BB6}" dt="2023-02-17T16:52:13.293" v="2194" actId="478"/>
          <ac:spMkLst>
            <pc:docMk/>
            <pc:sldMk cId="390847122" sldId="1769"/>
            <ac:spMk id="25" creationId="{47409810-0B06-465B-A761-4156DB550EFB}"/>
          </ac:spMkLst>
        </pc:spChg>
        <pc:spChg chg="del">
          <ac:chgData name="Gellenoncourt, Kevin" userId="83ce2c6d-0bd4-4cd9-955e-dd3efc6a7d5a" providerId="ADAL" clId="{2F069469-86E4-447B-973C-6DD10FDC1BB6}" dt="2023-02-17T16:52:13.293" v="2194" actId="478"/>
          <ac:spMkLst>
            <pc:docMk/>
            <pc:sldMk cId="390847122" sldId="1769"/>
            <ac:spMk id="26" creationId="{EB2F93B7-22B5-4612-ABE8-979E4E43FBE1}"/>
          </ac:spMkLst>
        </pc:spChg>
        <pc:spChg chg="del">
          <ac:chgData name="Gellenoncourt, Kevin" userId="83ce2c6d-0bd4-4cd9-955e-dd3efc6a7d5a" providerId="ADAL" clId="{2F069469-86E4-447B-973C-6DD10FDC1BB6}" dt="2023-02-17T16:52:13.293" v="2194" actId="478"/>
          <ac:spMkLst>
            <pc:docMk/>
            <pc:sldMk cId="390847122" sldId="1769"/>
            <ac:spMk id="28" creationId="{038E19C6-501A-4CE9-B9C4-229E6385909B}"/>
          </ac:spMkLst>
        </pc:spChg>
        <pc:spChg chg="add mod">
          <ac:chgData name="Gellenoncourt, Kevin" userId="83ce2c6d-0bd4-4cd9-955e-dd3efc6a7d5a" providerId="ADAL" clId="{2F069469-86E4-447B-973C-6DD10FDC1BB6}" dt="2023-03-07T13:34:59.960" v="4900" actId="1076"/>
          <ac:spMkLst>
            <pc:docMk/>
            <pc:sldMk cId="390847122" sldId="1769"/>
            <ac:spMk id="29" creationId="{115F5BEF-502E-669E-5714-81351CA6C137}"/>
          </ac:spMkLst>
        </pc:spChg>
        <pc:spChg chg="del">
          <ac:chgData name="Gellenoncourt, Kevin" userId="83ce2c6d-0bd4-4cd9-955e-dd3efc6a7d5a" providerId="ADAL" clId="{2F069469-86E4-447B-973C-6DD10FDC1BB6}" dt="2023-02-17T16:52:13.293" v="2194" actId="478"/>
          <ac:spMkLst>
            <pc:docMk/>
            <pc:sldMk cId="390847122" sldId="1769"/>
            <ac:spMk id="29" creationId="{1E5147E1-585F-4235-AEF2-4CB80F6963BA}"/>
          </ac:spMkLst>
        </pc:spChg>
        <pc:spChg chg="del">
          <ac:chgData name="Gellenoncourt, Kevin" userId="83ce2c6d-0bd4-4cd9-955e-dd3efc6a7d5a" providerId="ADAL" clId="{2F069469-86E4-447B-973C-6DD10FDC1BB6}" dt="2023-02-17T16:52:13.293" v="2194" actId="478"/>
          <ac:spMkLst>
            <pc:docMk/>
            <pc:sldMk cId="390847122" sldId="1769"/>
            <ac:spMk id="30" creationId="{8EC7E737-2272-4805-ABF8-2AAC8D55AEED}"/>
          </ac:spMkLst>
        </pc:spChg>
        <pc:spChg chg="del">
          <ac:chgData name="Gellenoncourt, Kevin" userId="83ce2c6d-0bd4-4cd9-955e-dd3efc6a7d5a" providerId="ADAL" clId="{2F069469-86E4-447B-973C-6DD10FDC1BB6}" dt="2023-02-17T17:02:37.841" v="2326" actId="478"/>
          <ac:spMkLst>
            <pc:docMk/>
            <pc:sldMk cId="390847122" sldId="1769"/>
            <ac:spMk id="31" creationId="{81EF4B99-59C5-4ACF-9C0D-EBD5E8E34981}"/>
          </ac:spMkLst>
        </pc:spChg>
        <pc:spChg chg="add mod">
          <ac:chgData name="Gellenoncourt, Kevin" userId="83ce2c6d-0bd4-4cd9-955e-dd3efc6a7d5a" providerId="ADAL" clId="{2F069469-86E4-447B-973C-6DD10FDC1BB6}" dt="2023-02-20T15:54:56.913" v="2945" actId="1037"/>
          <ac:spMkLst>
            <pc:docMk/>
            <pc:sldMk cId="390847122" sldId="1769"/>
            <ac:spMk id="33" creationId="{3068F744-F8AF-78EB-D637-1E5498B11C8A}"/>
          </ac:spMkLst>
        </pc:spChg>
        <pc:picChg chg="del mod">
          <ac:chgData name="Gellenoncourt, Kevin" userId="83ce2c6d-0bd4-4cd9-955e-dd3efc6a7d5a" providerId="ADAL" clId="{2F069469-86E4-447B-973C-6DD10FDC1BB6}" dt="2023-02-20T14:35:36.809" v="2842" actId="478"/>
          <ac:picMkLst>
            <pc:docMk/>
            <pc:sldMk cId="390847122" sldId="1769"/>
            <ac:picMk id="5" creationId="{27D95CA8-543E-9487-B9DD-EE4823A0B44E}"/>
          </ac:picMkLst>
        </pc:picChg>
        <pc:picChg chg="add mod">
          <ac:chgData name="Gellenoncourt, Kevin" userId="83ce2c6d-0bd4-4cd9-955e-dd3efc6a7d5a" providerId="ADAL" clId="{2F069469-86E4-447B-973C-6DD10FDC1BB6}" dt="2023-03-29T10:48:46.341" v="7786" actId="14100"/>
          <ac:picMkLst>
            <pc:docMk/>
            <pc:sldMk cId="390847122" sldId="1769"/>
            <ac:picMk id="8" creationId="{C0581CB3-5091-45C7-3A0A-0E63CEB8B352}"/>
          </ac:picMkLst>
        </pc:picChg>
        <pc:picChg chg="add mod">
          <ac:chgData name="Gellenoncourt, Kevin" userId="83ce2c6d-0bd4-4cd9-955e-dd3efc6a7d5a" providerId="ADAL" clId="{2F069469-86E4-447B-973C-6DD10FDC1BB6}" dt="2023-02-20T15:55:00.887" v="2946" actId="14100"/>
          <ac:picMkLst>
            <pc:docMk/>
            <pc:sldMk cId="390847122" sldId="1769"/>
            <ac:picMk id="9" creationId="{3876A248-1F7F-1EE1-8E72-018AE105E456}"/>
          </ac:picMkLst>
        </pc:picChg>
        <pc:picChg chg="add del mod">
          <ac:chgData name="Gellenoncourt, Kevin" userId="83ce2c6d-0bd4-4cd9-955e-dd3efc6a7d5a" providerId="ADAL" clId="{2F069469-86E4-447B-973C-6DD10FDC1BB6}" dt="2023-03-29T10:48:22.288" v="7777" actId="478"/>
          <ac:picMkLst>
            <pc:docMk/>
            <pc:sldMk cId="390847122" sldId="1769"/>
            <ac:picMk id="23" creationId="{A4E63DF2-4639-7791-C505-11696F8B3CF4}"/>
          </ac:picMkLst>
        </pc:picChg>
        <pc:picChg chg="add del mod">
          <ac:chgData name="Gellenoncourt, Kevin" userId="83ce2c6d-0bd4-4cd9-955e-dd3efc6a7d5a" providerId="ADAL" clId="{2F069469-86E4-447B-973C-6DD10FDC1BB6}" dt="2023-02-20T15:54:18.720" v="2901" actId="478"/>
          <ac:picMkLst>
            <pc:docMk/>
            <pc:sldMk cId="390847122" sldId="1769"/>
            <ac:picMk id="31" creationId="{A7CE1989-D198-8178-10B9-C37EBCEC9412}"/>
          </ac:picMkLst>
        </pc:picChg>
        <pc:cxnChg chg="add mod">
          <ac:chgData name="Gellenoncourt, Kevin" userId="83ce2c6d-0bd4-4cd9-955e-dd3efc6a7d5a" providerId="ADAL" clId="{2F069469-86E4-447B-973C-6DD10FDC1BB6}" dt="2023-02-20T15:54:56.913" v="2945" actId="1037"/>
          <ac:cxnSpMkLst>
            <pc:docMk/>
            <pc:sldMk cId="390847122" sldId="1769"/>
            <ac:cxnSpMk id="24" creationId="{F8AB7FD8-4B3E-37BB-C953-B1AA04E50CCB}"/>
          </ac:cxnSpMkLst>
        </pc:cxnChg>
        <pc:cxnChg chg="add mod">
          <ac:chgData name="Gellenoncourt, Kevin" userId="83ce2c6d-0bd4-4cd9-955e-dd3efc6a7d5a" providerId="ADAL" clId="{2F069469-86E4-447B-973C-6DD10FDC1BB6}" dt="2023-02-20T15:54:56.913" v="2945" actId="1037"/>
          <ac:cxnSpMkLst>
            <pc:docMk/>
            <pc:sldMk cId="390847122" sldId="1769"/>
            <ac:cxnSpMk id="27" creationId="{916A356B-0432-6392-F536-7CF18853053E}"/>
          </ac:cxnSpMkLst>
        </pc:cxnChg>
        <pc:cxnChg chg="add del mod">
          <ac:chgData name="Gellenoncourt, Kevin" userId="83ce2c6d-0bd4-4cd9-955e-dd3efc6a7d5a" providerId="ADAL" clId="{2F069469-86E4-447B-973C-6DD10FDC1BB6}" dt="2023-02-20T14:32:49.997" v="2772" actId="478"/>
          <ac:cxnSpMkLst>
            <pc:docMk/>
            <pc:sldMk cId="390847122" sldId="1769"/>
            <ac:cxnSpMk id="32" creationId="{41EAFBE3-C478-8A75-BCE9-A8D2D95FDEF3}"/>
          </ac:cxnSpMkLst>
        </pc:cxnChg>
        <pc:cxnChg chg="add mod">
          <ac:chgData name="Gellenoncourt, Kevin" userId="83ce2c6d-0bd4-4cd9-955e-dd3efc6a7d5a" providerId="ADAL" clId="{2F069469-86E4-447B-973C-6DD10FDC1BB6}" dt="2023-03-29T10:48:25.177" v="7779" actId="1076"/>
          <ac:cxnSpMkLst>
            <pc:docMk/>
            <pc:sldMk cId="390847122" sldId="1769"/>
            <ac:cxnSpMk id="34" creationId="{CD30431C-6466-D79E-461F-343A75567534}"/>
          </ac:cxnSpMkLst>
        </pc:cxnChg>
      </pc:sldChg>
      <pc:sldChg chg="addSp delSp modSp mod addCm modCm">
        <pc:chgData name="Gellenoncourt, Kevin" userId="83ce2c6d-0bd4-4cd9-955e-dd3efc6a7d5a" providerId="ADAL" clId="{2F069469-86E4-447B-973C-6DD10FDC1BB6}" dt="2023-03-27T11:44:12.793" v="7645" actId="5900"/>
        <pc:sldMkLst>
          <pc:docMk/>
          <pc:sldMk cId="1278860628" sldId="1771"/>
        </pc:sldMkLst>
        <pc:spChg chg="add del mod">
          <ac:chgData name="Gellenoncourt, Kevin" userId="83ce2c6d-0bd4-4cd9-955e-dd3efc6a7d5a" providerId="ADAL" clId="{2F069469-86E4-447B-973C-6DD10FDC1BB6}" dt="2023-03-03T14:58:50.195" v="4488" actId="21"/>
          <ac:spMkLst>
            <pc:docMk/>
            <pc:sldMk cId="1278860628" sldId="1771"/>
            <ac:spMk id="3" creationId="{8C2C2BCF-B62F-8554-2A12-477F811375A1}"/>
          </ac:spMkLst>
        </pc:spChg>
        <pc:spChg chg="del mod">
          <ac:chgData name="Gellenoncourt, Kevin" userId="83ce2c6d-0bd4-4cd9-955e-dd3efc6a7d5a" providerId="ADAL" clId="{2F069469-86E4-447B-973C-6DD10FDC1BB6}" dt="2023-02-17T16:22:58.525" v="1712" actId="21"/>
          <ac:spMkLst>
            <pc:docMk/>
            <pc:sldMk cId="1278860628" sldId="1771"/>
            <ac:spMk id="4" creationId="{44B1280B-6121-8E84-9120-A67AC737CC02}"/>
          </ac:spMkLst>
        </pc:spChg>
        <pc:spChg chg="add del mod">
          <ac:chgData name="Gellenoncourt, Kevin" userId="83ce2c6d-0bd4-4cd9-955e-dd3efc6a7d5a" providerId="ADAL" clId="{2F069469-86E4-447B-973C-6DD10FDC1BB6}" dt="2023-03-14T16:44:03.991" v="5787" actId="21"/>
          <ac:spMkLst>
            <pc:docMk/>
            <pc:sldMk cId="1278860628" sldId="1771"/>
            <ac:spMk id="4" creationId="{65235658-824C-FCDC-2868-984F487700E3}"/>
          </ac:spMkLst>
        </pc:spChg>
        <pc:spChg chg="add del mod">
          <ac:chgData name="Gellenoncourt, Kevin" userId="83ce2c6d-0bd4-4cd9-955e-dd3efc6a7d5a" providerId="ADAL" clId="{2F069469-86E4-447B-973C-6DD10FDC1BB6}" dt="2023-03-03T14:58:50.195" v="4488" actId="21"/>
          <ac:spMkLst>
            <pc:docMk/>
            <pc:sldMk cId="1278860628" sldId="1771"/>
            <ac:spMk id="5" creationId="{208E6FCA-31AC-466D-4098-871DEEA1E454}"/>
          </ac:spMkLst>
        </pc:spChg>
        <pc:spChg chg="add mod">
          <ac:chgData name="Gellenoncourt, Kevin" userId="83ce2c6d-0bd4-4cd9-955e-dd3efc6a7d5a" providerId="ADAL" clId="{2F069469-86E4-447B-973C-6DD10FDC1BB6}" dt="2023-03-27T11:43:50.493" v="7641" actId="14100"/>
          <ac:spMkLst>
            <pc:docMk/>
            <pc:sldMk cId="1278860628" sldId="1771"/>
            <ac:spMk id="8" creationId="{1789FC01-A4E5-F07B-BDBB-3AC11CD14713}"/>
          </ac:spMkLst>
        </pc:spChg>
        <pc:spChg chg="add del mod">
          <ac:chgData name="Gellenoncourt, Kevin" userId="83ce2c6d-0bd4-4cd9-955e-dd3efc6a7d5a" providerId="ADAL" clId="{2F069469-86E4-447B-973C-6DD10FDC1BB6}" dt="2023-03-03T14:58:50.195" v="4488" actId="21"/>
          <ac:spMkLst>
            <pc:docMk/>
            <pc:sldMk cId="1278860628" sldId="1771"/>
            <ac:spMk id="8" creationId="{B8147975-416D-D0F7-6403-E7B8FCE90929}"/>
          </ac:spMkLst>
        </pc:spChg>
        <pc:spChg chg="add del mod">
          <ac:chgData name="Gellenoncourt, Kevin" userId="83ce2c6d-0bd4-4cd9-955e-dd3efc6a7d5a" providerId="ADAL" clId="{2F069469-86E4-447B-973C-6DD10FDC1BB6}" dt="2023-03-27T11:34:57.985" v="7506" actId="21"/>
          <ac:spMkLst>
            <pc:docMk/>
            <pc:sldMk cId="1278860628" sldId="1771"/>
            <ac:spMk id="11" creationId="{F9AE236C-05D8-339E-3948-A23767A71041}"/>
          </ac:spMkLst>
        </pc:spChg>
        <pc:spChg chg="mod">
          <ac:chgData name="Gellenoncourt, Kevin" userId="83ce2c6d-0bd4-4cd9-955e-dd3efc6a7d5a" providerId="ADAL" clId="{2F069469-86E4-447B-973C-6DD10FDC1BB6}" dt="2023-03-27T11:38:11.292" v="7575" actId="1076"/>
          <ac:spMkLst>
            <pc:docMk/>
            <pc:sldMk cId="1278860628" sldId="1771"/>
            <ac:spMk id="12" creationId="{4DED9DBE-CBB8-9C91-EADF-A1416BAA8632}"/>
          </ac:spMkLst>
        </pc:spChg>
        <pc:spChg chg="add del mod">
          <ac:chgData name="Gellenoncourt, Kevin" userId="83ce2c6d-0bd4-4cd9-955e-dd3efc6a7d5a" providerId="ADAL" clId="{2F069469-86E4-447B-973C-6DD10FDC1BB6}" dt="2023-03-27T11:34:57.985" v="7506" actId="21"/>
          <ac:spMkLst>
            <pc:docMk/>
            <pc:sldMk cId="1278860628" sldId="1771"/>
            <ac:spMk id="13" creationId="{4D131493-277B-4347-2814-4783DAA4EAC7}"/>
          </ac:spMkLst>
        </pc:spChg>
        <pc:spChg chg="add del mod">
          <ac:chgData name="Gellenoncourt, Kevin" userId="83ce2c6d-0bd4-4cd9-955e-dd3efc6a7d5a" providerId="ADAL" clId="{2F069469-86E4-447B-973C-6DD10FDC1BB6}" dt="2023-02-17T16:53:40.590" v="2195" actId="21"/>
          <ac:spMkLst>
            <pc:docMk/>
            <pc:sldMk cId="1278860628" sldId="1771"/>
            <ac:spMk id="14" creationId="{8D006720-E958-E103-9E3C-44BCFBEA9950}"/>
          </ac:spMkLst>
        </pc:spChg>
        <pc:spChg chg="add del mod">
          <ac:chgData name="Gellenoncourt, Kevin" userId="83ce2c6d-0bd4-4cd9-955e-dd3efc6a7d5a" providerId="ADAL" clId="{2F069469-86E4-447B-973C-6DD10FDC1BB6}" dt="2023-03-27T11:40:24.665" v="7617" actId="21"/>
          <ac:spMkLst>
            <pc:docMk/>
            <pc:sldMk cId="1278860628" sldId="1771"/>
            <ac:spMk id="14" creationId="{E96D1CC1-61AF-4270-0D4A-AF9652EE561D}"/>
          </ac:spMkLst>
        </pc:spChg>
        <pc:spChg chg="add del mod">
          <ac:chgData name="Gellenoncourt, Kevin" userId="83ce2c6d-0bd4-4cd9-955e-dd3efc6a7d5a" providerId="ADAL" clId="{2F069469-86E4-447B-973C-6DD10FDC1BB6}" dt="2023-03-02T11:14:41.285" v="4210" actId="21"/>
          <ac:spMkLst>
            <pc:docMk/>
            <pc:sldMk cId="1278860628" sldId="1771"/>
            <ac:spMk id="15" creationId="{2CADBF99-4103-A52E-BBF5-625142B48F87}"/>
          </ac:spMkLst>
        </pc:spChg>
        <pc:spChg chg="add del mod">
          <ac:chgData name="Gellenoncourt, Kevin" userId="83ce2c6d-0bd4-4cd9-955e-dd3efc6a7d5a" providerId="ADAL" clId="{2F069469-86E4-447B-973C-6DD10FDC1BB6}" dt="2023-03-27T11:40:24.665" v="7617" actId="21"/>
          <ac:spMkLst>
            <pc:docMk/>
            <pc:sldMk cId="1278860628" sldId="1771"/>
            <ac:spMk id="15" creationId="{733A954E-4998-80D0-573C-69FF26968A41}"/>
          </ac:spMkLst>
        </pc:spChg>
        <pc:spChg chg="mod">
          <ac:chgData name="Gellenoncourt, Kevin" userId="83ce2c6d-0bd4-4cd9-955e-dd3efc6a7d5a" providerId="ADAL" clId="{2F069469-86E4-447B-973C-6DD10FDC1BB6}" dt="2023-03-27T11:38:11.292" v="7575" actId="1076"/>
          <ac:spMkLst>
            <pc:docMk/>
            <pc:sldMk cId="1278860628" sldId="1771"/>
            <ac:spMk id="16" creationId="{B0D5ED01-6162-2CCE-B6FE-B3FC13ECC693}"/>
          </ac:spMkLst>
        </pc:spChg>
        <pc:spChg chg="mod">
          <ac:chgData name="Gellenoncourt, Kevin" userId="83ce2c6d-0bd4-4cd9-955e-dd3efc6a7d5a" providerId="ADAL" clId="{2F069469-86E4-447B-973C-6DD10FDC1BB6}" dt="2023-03-27T11:38:11.292" v="7575" actId="1076"/>
          <ac:spMkLst>
            <pc:docMk/>
            <pc:sldMk cId="1278860628" sldId="1771"/>
            <ac:spMk id="17" creationId="{2FE2AC5C-8308-A7B0-317B-B13AD241A03C}"/>
          </ac:spMkLst>
        </pc:spChg>
        <pc:spChg chg="mod">
          <ac:chgData name="Gellenoncourt, Kevin" userId="83ce2c6d-0bd4-4cd9-955e-dd3efc6a7d5a" providerId="ADAL" clId="{2F069469-86E4-447B-973C-6DD10FDC1BB6}" dt="2023-03-27T11:43:57.958" v="7643" actId="1038"/>
          <ac:spMkLst>
            <pc:docMk/>
            <pc:sldMk cId="1278860628" sldId="1771"/>
            <ac:spMk id="18" creationId="{D29CFD93-4DA2-4C5E-8607-CE2A1EFFD801}"/>
          </ac:spMkLst>
        </pc:spChg>
        <pc:spChg chg="mod">
          <ac:chgData name="Gellenoncourt, Kevin" userId="83ce2c6d-0bd4-4cd9-955e-dd3efc6a7d5a" providerId="ADAL" clId="{2F069469-86E4-447B-973C-6DD10FDC1BB6}" dt="2023-03-27T11:43:57.958" v="7643" actId="1038"/>
          <ac:spMkLst>
            <pc:docMk/>
            <pc:sldMk cId="1278860628" sldId="1771"/>
            <ac:spMk id="19" creationId="{AE326722-3D69-414A-BFA6-66C85D1A4BAE}"/>
          </ac:spMkLst>
        </pc:spChg>
        <pc:spChg chg="add del mod">
          <ac:chgData name="Gellenoncourt, Kevin" userId="83ce2c6d-0bd4-4cd9-955e-dd3efc6a7d5a" providerId="ADAL" clId="{2F069469-86E4-447B-973C-6DD10FDC1BB6}" dt="2023-03-27T11:40:24.665" v="7617" actId="21"/>
          <ac:spMkLst>
            <pc:docMk/>
            <pc:sldMk cId="1278860628" sldId="1771"/>
            <ac:spMk id="20" creationId="{4D0A40EE-3B99-AF73-3040-EE9324447F13}"/>
          </ac:spMkLst>
        </pc:spChg>
        <pc:spChg chg="add del mod">
          <ac:chgData name="Gellenoncourt, Kevin" userId="83ce2c6d-0bd4-4cd9-955e-dd3efc6a7d5a" providerId="ADAL" clId="{2F069469-86E4-447B-973C-6DD10FDC1BB6}" dt="2023-03-02T11:14:41.285" v="4210" actId="21"/>
          <ac:spMkLst>
            <pc:docMk/>
            <pc:sldMk cId="1278860628" sldId="1771"/>
            <ac:spMk id="20" creationId="{B6924530-370B-56DD-684E-48CE21196784}"/>
          </ac:spMkLst>
        </pc:spChg>
        <pc:spChg chg="mod">
          <ac:chgData name="Gellenoncourt, Kevin" userId="83ce2c6d-0bd4-4cd9-955e-dd3efc6a7d5a" providerId="ADAL" clId="{2F069469-86E4-447B-973C-6DD10FDC1BB6}" dt="2023-03-27T11:38:11.292" v="7575" actId="1076"/>
          <ac:spMkLst>
            <pc:docMk/>
            <pc:sldMk cId="1278860628" sldId="1771"/>
            <ac:spMk id="21" creationId="{94433318-791C-15FE-CC95-7E01663E9094}"/>
          </ac:spMkLst>
        </pc:spChg>
        <pc:spChg chg="add mod">
          <ac:chgData name="Gellenoncourt, Kevin" userId="83ce2c6d-0bd4-4cd9-955e-dd3efc6a7d5a" providerId="ADAL" clId="{2F069469-86E4-447B-973C-6DD10FDC1BB6}" dt="2023-03-27T11:44:09.501" v="7644" actId="1076"/>
          <ac:spMkLst>
            <pc:docMk/>
            <pc:sldMk cId="1278860628" sldId="1771"/>
            <ac:spMk id="22" creationId="{9BEE5BD6-A64C-0C7E-3347-B0EAF40BB439}"/>
          </ac:spMkLst>
        </pc:spChg>
        <pc:spChg chg="del mod">
          <ac:chgData name="Gellenoncourt, Kevin" userId="83ce2c6d-0bd4-4cd9-955e-dd3efc6a7d5a" providerId="ADAL" clId="{2F069469-86E4-447B-973C-6DD10FDC1BB6}" dt="2023-02-17T16:53:53.921" v="2198" actId="21"/>
          <ac:spMkLst>
            <pc:docMk/>
            <pc:sldMk cId="1278860628" sldId="1771"/>
            <ac:spMk id="22" creationId="{C126C97A-5CFE-4956-A0B2-FCA617DEDF0E}"/>
          </ac:spMkLst>
        </pc:spChg>
        <pc:spChg chg="add del mod">
          <ac:chgData name="Gellenoncourt, Kevin" userId="83ce2c6d-0bd4-4cd9-955e-dd3efc6a7d5a" providerId="ADAL" clId="{2F069469-86E4-447B-973C-6DD10FDC1BB6}" dt="2023-03-27T11:34:57.985" v="7506" actId="21"/>
          <ac:spMkLst>
            <pc:docMk/>
            <pc:sldMk cId="1278860628" sldId="1771"/>
            <ac:spMk id="23" creationId="{85A57E73-4DB9-5B75-FFC1-6BE7394C06C6}"/>
          </ac:spMkLst>
        </pc:spChg>
        <pc:spChg chg="add del mod">
          <ac:chgData name="Gellenoncourt, Kevin" userId="83ce2c6d-0bd4-4cd9-955e-dd3efc6a7d5a" providerId="ADAL" clId="{2F069469-86E4-447B-973C-6DD10FDC1BB6}" dt="2023-03-02T11:14:41.285" v="4210" actId="21"/>
          <ac:spMkLst>
            <pc:docMk/>
            <pc:sldMk cId="1278860628" sldId="1771"/>
            <ac:spMk id="23" creationId="{8C161EEE-034B-0947-E232-B16DF88BF1CD}"/>
          </ac:spMkLst>
        </pc:spChg>
        <pc:spChg chg="add del mod">
          <ac:chgData name="Gellenoncourt, Kevin" userId="83ce2c6d-0bd4-4cd9-955e-dd3efc6a7d5a" providerId="ADAL" clId="{2F069469-86E4-447B-973C-6DD10FDC1BB6}" dt="2023-03-27T11:34:57.985" v="7506" actId="21"/>
          <ac:spMkLst>
            <pc:docMk/>
            <pc:sldMk cId="1278860628" sldId="1771"/>
            <ac:spMk id="24" creationId="{6F9E4F72-0F30-C7AD-8CDC-640773B8158F}"/>
          </ac:spMkLst>
        </pc:spChg>
        <pc:spChg chg="mod">
          <ac:chgData name="Gellenoncourt, Kevin" userId="83ce2c6d-0bd4-4cd9-955e-dd3efc6a7d5a" providerId="ADAL" clId="{2F069469-86E4-447B-973C-6DD10FDC1BB6}" dt="2023-03-27T11:38:11.292" v="7575" actId="1076"/>
          <ac:spMkLst>
            <pc:docMk/>
            <pc:sldMk cId="1278860628" sldId="1771"/>
            <ac:spMk id="25" creationId="{401D5595-8659-2CD7-7F2D-D031F71E078A}"/>
          </ac:spMkLst>
        </pc:spChg>
        <pc:spChg chg="mod">
          <ac:chgData name="Gellenoncourt, Kevin" userId="83ce2c6d-0bd4-4cd9-955e-dd3efc6a7d5a" providerId="ADAL" clId="{2F069469-86E4-447B-973C-6DD10FDC1BB6}" dt="2023-03-27T11:38:11.292" v="7575" actId="1076"/>
          <ac:spMkLst>
            <pc:docMk/>
            <pc:sldMk cId="1278860628" sldId="1771"/>
            <ac:spMk id="26" creationId="{C59DED0B-42AA-0CF8-C2DA-4349DEE42075}"/>
          </ac:spMkLst>
        </pc:spChg>
        <pc:spChg chg="add mod">
          <ac:chgData name="Gellenoncourt, Kevin" userId="83ce2c6d-0bd4-4cd9-955e-dd3efc6a7d5a" providerId="ADAL" clId="{2F069469-86E4-447B-973C-6DD10FDC1BB6}" dt="2023-03-27T11:43:57.958" v="7643" actId="1038"/>
          <ac:spMkLst>
            <pc:docMk/>
            <pc:sldMk cId="1278860628" sldId="1771"/>
            <ac:spMk id="28" creationId="{B8C4D221-47F3-059F-E37F-F9E536865504}"/>
          </ac:spMkLst>
        </pc:spChg>
        <pc:picChg chg="add mod">
          <ac:chgData name="Gellenoncourt, Kevin" userId="83ce2c6d-0bd4-4cd9-955e-dd3efc6a7d5a" providerId="ADAL" clId="{2F069469-86E4-447B-973C-6DD10FDC1BB6}" dt="2023-03-27T11:38:15.290" v="7576" actId="14100"/>
          <ac:picMkLst>
            <pc:docMk/>
            <pc:sldMk cId="1278860628" sldId="1771"/>
            <ac:picMk id="4" creationId="{0B13524D-763F-0F49-06B5-6277495FD3DB}"/>
          </ac:picMkLst>
        </pc:picChg>
        <pc:picChg chg="add del mod">
          <ac:chgData name="Gellenoncourt, Kevin" userId="83ce2c6d-0bd4-4cd9-955e-dd3efc6a7d5a" providerId="ADAL" clId="{2F069469-86E4-447B-973C-6DD10FDC1BB6}" dt="2023-03-27T11:36:31.286" v="7561" actId="478"/>
          <ac:picMkLst>
            <pc:docMk/>
            <pc:sldMk cId="1278860628" sldId="1771"/>
            <ac:picMk id="10" creationId="{7AF5DA21-8C41-D08E-FFA3-570AE41158E8}"/>
          </ac:picMkLst>
        </pc:picChg>
        <pc:picChg chg="del mod">
          <ac:chgData name="Gellenoncourt, Kevin" userId="83ce2c6d-0bd4-4cd9-955e-dd3efc6a7d5a" providerId="ADAL" clId="{2F069469-86E4-447B-973C-6DD10FDC1BB6}" dt="2023-02-20T15:51:30.090" v="2871" actId="478"/>
          <ac:picMkLst>
            <pc:docMk/>
            <pc:sldMk cId="1278860628" sldId="1771"/>
            <ac:picMk id="72" creationId="{0471E2E7-E68E-E9A2-324C-844DDA0A5CA8}"/>
          </ac:picMkLst>
        </pc:picChg>
        <pc:cxnChg chg="mod">
          <ac:chgData name="Gellenoncourt, Kevin" userId="83ce2c6d-0bd4-4cd9-955e-dd3efc6a7d5a" providerId="ADAL" clId="{2F069469-86E4-447B-973C-6DD10FDC1BB6}" dt="2023-03-27T11:38:11.292" v="7575" actId="1076"/>
          <ac:cxnSpMkLst>
            <pc:docMk/>
            <pc:sldMk cId="1278860628" sldId="1771"/>
            <ac:cxnSpMk id="27" creationId="{CC8041B5-6C16-C1EF-0386-006D8B8C3135}"/>
          </ac:cxnSpMkLst>
        </pc:cxnChg>
        <pc:cxnChg chg="mod">
          <ac:chgData name="Gellenoncourt, Kevin" userId="83ce2c6d-0bd4-4cd9-955e-dd3efc6a7d5a" providerId="ADAL" clId="{2F069469-86E4-447B-973C-6DD10FDC1BB6}" dt="2023-03-27T11:38:11.292" v="7575" actId="1076"/>
          <ac:cxnSpMkLst>
            <pc:docMk/>
            <pc:sldMk cId="1278860628" sldId="1771"/>
            <ac:cxnSpMk id="30" creationId="{797AC51A-5926-8E1F-2356-B4DBCAABD5A4}"/>
          </ac:cxnSpMkLst>
        </pc:cxnChg>
        <pc:cxnChg chg="mod">
          <ac:chgData name="Gellenoncourt, Kevin" userId="83ce2c6d-0bd4-4cd9-955e-dd3efc6a7d5a" providerId="ADAL" clId="{2F069469-86E4-447B-973C-6DD10FDC1BB6}" dt="2023-03-27T11:38:11.292" v="7575" actId="1076"/>
          <ac:cxnSpMkLst>
            <pc:docMk/>
            <pc:sldMk cId="1278860628" sldId="1771"/>
            <ac:cxnSpMk id="31" creationId="{E64B9F92-2AD9-E1A5-533C-F09D466AD7F9}"/>
          </ac:cxnSpMkLst>
        </pc:cxnChg>
        <pc:cxnChg chg="mod">
          <ac:chgData name="Gellenoncourt, Kevin" userId="83ce2c6d-0bd4-4cd9-955e-dd3efc6a7d5a" providerId="ADAL" clId="{2F069469-86E4-447B-973C-6DD10FDC1BB6}" dt="2023-03-27T11:38:11.292" v="7575" actId="1076"/>
          <ac:cxnSpMkLst>
            <pc:docMk/>
            <pc:sldMk cId="1278860628" sldId="1771"/>
            <ac:cxnSpMk id="34" creationId="{FBB5FDFA-5009-54D8-DB25-CB9EDFF27510}"/>
          </ac:cxnSpMkLst>
        </pc:cxnChg>
      </pc:sldChg>
      <pc:sldChg chg="del">
        <pc:chgData name="Gellenoncourt, Kevin" userId="83ce2c6d-0bd4-4cd9-955e-dd3efc6a7d5a" providerId="ADAL" clId="{2F069469-86E4-447B-973C-6DD10FDC1BB6}" dt="2023-02-13T08:28:13.461" v="10" actId="47"/>
        <pc:sldMkLst>
          <pc:docMk/>
          <pc:sldMk cId="1480667923" sldId="1774"/>
        </pc:sldMkLst>
      </pc:sldChg>
      <pc:sldChg chg="del">
        <pc:chgData name="Gellenoncourt, Kevin" userId="83ce2c6d-0bd4-4cd9-955e-dd3efc6a7d5a" providerId="ADAL" clId="{2F069469-86E4-447B-973C-6DD10FDC1BB6}" dt="2023-02-13T08:28:12.514" v="9" actId="47"/>
        <pc:sldMkLst>
          <pc:docMk/>
          <pc:sldMk cId="2959509629" sldId="1775"/>
        </pc:sldMkLst>
      </pc:sldChg>
      <pc:sldChg chg="del">
        <pc:chgData name="Gellenoncourt, Kevin" userId="83ce2c6d-0bd4-4cd9-955e-dd3efc6a7d5a" providerId="ADAL" clId="{2F069469-86E4-447B-973C-6DD10FDC1BB6}" dt="2023-02-13T08:27:55.813" v="1" actId="47"/>
        <pc:sldMkLst>
          <pc:docMk/>
          <pc:sldMk cId="879564508" sldId="1781"/>
        </pc:sldMkLst>
      </pc:sldChg>
      <pc:sldChg chg="delSp modSp mod">
        <pc:chgData name="Gellenoncourt, Kevin" userId="83ce2c6d-0bd4-4cd9-955e-dd3efc6a7d5a" providerId="ADAL" clId="{2F069469-86E4-447B-973C-6DD10FDC1BB6}" dt="2023-03-14T16:58:23.620" v="6015" actId="20577"/>
        <pc:sldMkLst>
          <pc:docMk/>
          <pc:sldMk cId="2488885257" sldId="1783"/>
        </pc:sldMkLst>
        <pc:spChg chg="del mod">
          <ac:chgData name="Gellenoncourt, Kevin" userId="83ce2c6d-0bd4-4cd9-955e-dd3efc6a7d5a" providerId="ADAL" clId="{2F069469-86E4-447B-973C-6DD10FDC1BB6}" dt="2023-02-15T13:00:02.360" v="990" actId="21"/>
          <ac:spMkLst>
            <pc:docMk/>
            <pc:sldMk cId="2488885257" sldId="1783"/>
            <ac:spMk id="2" creationId="{D8F2F4B2-3B4D-0E03-8C81-7A78F6989D64}"/>
          </ac:spMkLst>
        </pc:spChg>
        <pc:spChg chg="mod">
          <ac:chgData name="Gellenoncourt, Kevin" userId="83ce2c6d-0bd4-4cd9-955e-dd3efc6a7d5a" providerId="ADAL" clId="{2F069469-86E4-447B-973C-6DD10FDC1BB6}" dt="2023-02-15T13:00:21.987" v="993" actId="20577"/>
          <ac:spMkLst>
            <pc:docMk/>
            <pc:sldMk cId="2488885257" sldId="1783"/>
            <ac:spMk id="7" creationId="{6965AD01-1930-4FD8-A319-92D62E7DEF34}"/>
          </ac:spMkLst>
        </pc:spChg>
        <pc:spChg chg="mod">
          <ac:chgData name="Gellenoncourt, Kevin" userId="83ce2c6d-0bd4-4cd9-955e-dd3efc6a7d5a" providerId="ADAL" clId="{2F069469-86E4-447B-973C-6DD10FDC1BB6}" dt="2023-03-14T16:58:23.620" v="6015" actId="20577"/>
          <ac:spMkLst>
            <pc:docMk/>
            <pc:sldMk cId="2488885257" sldId="1783"/>
            <ac:spMk id="23" creationId="{DA95F13B-FC45-42A8-927C-E6DA94EBDF08}"/>
          </ac:spMkLst>
        </pc:spChg>
      </pc:sldChg>
      <pc:sldChg chg="del">
        <pc:chgData name="Gellenoncourt, Kevin" userId="83ce2c6d-0bd4-4cd9-955e-dd3efc6a7d5a" providerId="ADAL" clId="{2F069469-86E4-447B-973C-6DD10FDC1BB6}" dt="2023-02-13T08:28:04.519" v="7" actId="47"/>
        <pc:sldMkLst>
          <pc:docMk/>
          <pc:sldMk cId="4070581333" sldId="1788"/>
        </pc:sldMkLst>
      </pc:sldChg>
      <pc:sldChg chg="addSp delSp modSp mod">
        <pc:chgData name="Gellenoncourt, Kevin" userId="83ce2c6d-0bd4-4cd9-955e-dd3efc6a7d5a" providerId="ADAL" clId="{2F069469-86E4-447B-973C-6DD10FDC1BB6}" dt="2023-03-29T10:57:08.920" v="7935" actId="20577"/>
        <pc:sldMkLst>
          <pc:docMk/>
          <pc:sldMk cId="810205662" sldId="1795"/>
        </pc:sldMkLst>
        <pc:spChg chg="mod">
          <ac:chgData name="Gellenoncourt, Kevin" userId="83ce2c6d-0bd4-4cd9-955e-dd3efc6a7d5a" providerId="ADAL" clId="{2F069469-86E4-447B-973C-6DD10FDC1BB6}" dt="2023-03-29T10:57:08.920" v="7935" actId="20577"/>
          <ac:spMkLst>
            <pc:docMk/>
            <pc:sldMk cId="810205662" sldId="1795"/>
            <ac:spMk id="2" creationId="{81B4020D-2DE6-4B6C-822C-676A9E68ECFA}"/>
          </ac:spMkLst>
        </pc:spChg>
        <pc:spChg chg="add del mod">
          <ac:chgData name="Gellenoncourt, Kevin" userId="83ce2c6d-0bd4-4cd9-955e-dd3efc6a7d5a" providerId="ADAL" clId="{2F069469-86E4-447B-973C-6DD10FDC1BB6}" dt="2023-03-02T11:13:11.318" v="4195" actId="478"/>
          <ac:spMkLst>
            <pc:docMk/>
            <pc:sldMk cId="810205662" sldId="1795"/>
            <ac:spMk id="3" creationId="{4132A8EF-376C-6919-65C9-3BFB6087D8BB}"/>
          </ac:spMkLst>
        </pc:spChg>
        <pc:spChg chg="del">
          <ac:chgData name="Gellenoncourt, Kevin" userId="83ce2c6d-0bd4-4cd9-955e-dd3efc6a7d5a" providerId="ADAL" clId="{2F069469-86E4-447B-973C-6DD10FDC1BB6}" dt="2023-02-17T16:55:14.679" v="2231" actId="21"/>
          <ac:spMkLst>
            <pc:docMk/>
            <pc:sldMk cId="810205662" sldId="1795"/>
            <ac:spMk id="3" creationId="{49D2FD43-3A2B-69DD-2D50-185ECD7591A8}"/>
          </ac:spMkLst>
        </pc:spChg>
        <pc:spChg chg="add mod">
          <ac:chgData name="Gellenoncourt, Kevin" userId="83ce2c6d-0bd4-4cd9-955e-dd3efc6a7d5a" providerId="ADAL" clId="{2F069469-86E4-447B-973C-6DD10FDC1BB6}" dt="2023-03-29T10:56:55.171" v="7933" actId="14100"/>
          <ac:spMkLst>
            <pc:docMk/>
            <pc:sldMk cId="810205662" sldId="1795"/>
            <ac:spMk id="3" creationId="{BD30D5DD-4D58-5C0A-97A9-760A73672774}"/>
          </ac:spMkLst>
        </pc:spChg>
        <pc:spChg chg="del">
          <ac:chgData name="Gellenoncourt, Kevin" userId="83ce2c6d-0bd4-4cd9-955e-dd3efc6a7d5a" providerId="ADAL" clId="{2F069469-86E4-447B-973C-6DD10FDC1BB6}" dt="2023-02-17T16:55:14.679" v="2231" actId="21"/>
          <ac:spMkLst>
            <pc:docMk/>
            <pc:sldMk cId="810205662" sldId="1795"/>
            <ac:spMk id="4" creationId="{1FEEBCB0-6FA4-ADDE-D8FD-075895E1D530}"/>
          </ac:spMkLst>
        </pc:spChg>
        <pc:spChg chg="add del mod">
          <ac:chgData name="Gellenoncourt, Kevin" userId="83ce2c6d-0bd4-4cd9-955e-dd3efc6a7d5a" providerId="ADAL" clId="{2F069469-86E4-447B-973C-6DD10FDC1BB6}" dt="2023-03-02T11:12:27.908" v="4158" actId="478"/>
          <ac:spMkLst>
            <pc:docMk/>
            <pc:sldMk cId="810205662" sldId="1795"/>
            <ac:spMk id="4" creationId="{E46EC917-85A5-F3E1-5D8B-183C69270B91}"/>
          </ac:spMkLst>
        </pc:spChg>
        <pc:spChg chg="del">
          <ac:chgData name="Gellenoncourt, Kevin" userId="83ce2c6d-0bd4-4cd9-955e-dd3efc6a7d5a" providerId="ADAL" clId="{2F069469-86E4-447B-973C-6DD10FDC1BB6}" dt="2023-02-17T16:55:14.679" v="2231" actId="21"/>
          <ac:spMkLst>
            <pc:docMk/>
            <pc:sldMk cId="810205662" sldId="1795"/>
            <ac:spMk id="5" creationId="{33287E6E-7470-F987-6E39-62CE6EADE5FA}"/>
          </ac:spMkLst>
        </pc:spChg>
        <pc:spChg chg="add mod">
          <ac:chgData name="Gellenoncourt, Kevin" userId="83ce2c6d-0bd4-4cd9-955e-dd3efc6a7d5a" providerId="ADAL" clId="{2F069469-86E4-447B-973C-6DD10FDC1BB6}" dt="2023-03-29T10:56:42.698" v="7930" actId="14100"/>
          <ac:spMkLst>
            <pc:docMk/>
            <pc:sldMk cId="810205662" sldId="1795"/>
            <ac:spMk id="5" creationId="{8A72BCAC-A0BA-DF94-AC5D-611F5064BE7F}"/>
          </ac:spMkLst>
        </pc:spChg>
        <pc:spChg chg="add mod">
          <ac:chgData name="Gellenoncourt, Kevin" userId="83ce2c6d-0bd4-4cd9-955e-dd3efc6a7d5a" providerId="ADAL" clId="{2F069469-86E4-447B-973C-6DD10FDC1BB6}" dt="2023-03-14T16:57:04.984" v="5995" actId="14100"/>
          <ac:spMkLst>
            <pc:docMk/>
            <pc:sldMk cId="810205662" sldId="1795"/>
            <ac:spMk id="8" creationId="{2F5AC21B-8632-B83E-4DFC-4402817B0841}"/>
          </ac:spMkLst>
        </pc:spChg>
        <pc:spChg chg="add mod">
          <ac:chgData name="Gellenoncourt, Kevin" userId="83ce2c6d-0bd4-4cd9-955e-dd3efc6a7d5a" providerId="ADAL" clId="{2F069469-86E4-447B-973C-6DD10FDC1BB6}" dt="2023-03-29T10:56:58.952" v="7934" actId="14100"/>
          <ac:spMkLst>
            <pc:docMk/>
            <pc:sldMk cId="810205662" sldId="1795"/>
            <ac:spMk id="9" creationId="{84F14EB9-0A82-47A3-A93C-07C6F3164807}"/>
          </ac:spMkLst>
        </pc:spChg>
        <pc:spChg chg="mod">
          <ac:chgData name="Gellenoncourt, Kevin" userId="83ce2c6d-0bd4-4cd9-955e-dd3efc6a7d5a" providerId="ADAL" clId="{2F069469-86E4-447B-973C-6DD10FDC1BB6}" dt="2023-03-14T16:57:12.850" v="6003" actId="1038"/>
          <ac:spMkLst>
            <pc:docMk/>
            <pc:sldMk cId="810205662" sldId="1795"/>
            <ac:spMk id="10" creationId="{0AA9753C-898E-43C6-9CF3-0B013FBEF7A9}"/>
          </ac:spMkLst>
        </pc:spChg>
        <pc:spChg chg="mod">
          <ac:chgData name="Gellenoncourt, Kevin" userId="83ce2c6d-0bd4-4cd9-955e-dd3efc6a7d5a" providerId="ADAL" clId="{2F069469-86E4-447B-973C-6DD10FDC1BB6}" dt="2023-03-27T11:28:22.449" v="7451" actId="20577"/>
          <ac:spMkLst>
            <pc:docMk/>
            <pc:sldMk cId="810205662" sldId="1795"/>
            <ac:spMk id="11" creationId="{2465017E-9027-48E7-8371-14CBF17D2DC0}"/>
          </ac:spMkLst>
        </pc:spChg>
        <pc:spChg chg="mod">
          <ac:chgData name="Gellenoncourt, Kevin" userId="83ce2c6d-0bd4-4cd9-955e-dd3efc6a7d5a" providerId="ADAL" clId="{2F069469-86E4-447B-973C-6DD10FDC1BB6}" dt="2023-03-14T16:58:09.483" v="6012" actId="14100"/>
          <ac:spMkLst>
            <pc:docMk/>
            <pc:sldMk cId="810205662" sldId="1795"/>
            <ac:spMk id="12" creationId="{A5BCD49F-A75B-4CE7-B94F-D28E5C93C2B9}"/>
          </ac:spMkLst>
        </pc:spChg>
        <pc:spChg chg="add mod">
          <ac:chgData name="Gellenoncourt, Kevin" userId="83ce2c6d-0bd4-4cd9-955e-dd3efc6a7d5a" providerId="ADAL" clId="{2F069469-86E4-447B-973C-6DD10FDC1BB6}" dt="2023-03-27T11:34:08.002" v="7503" actId="14100"/>
          <ac:spMkLst>
            <pc:docMk/>
            <pc:sldMk cId="810205662" sldId="1795"/>
            <ac:spMk id="13" creationId="{D0E59459-E94A-15E4-1BB9-C8566D2A637F}"/>
          </ac:spMkLst>
        </pc:spChg>
        <pc:spChg chg="mod">
          <ac:chgData name="Gellenoncourt, Kevin" userId="83ce2c6d-0bd4-4cd9-955e-dd3efc6a7d5a" providerId="ADAL" clId="{2F069469-86E4-447B-973C-6DD10FDC1BB6}" dt="2023-03-14T16:57:08.009" v="5996" actId="14100"/>
          <ac:spMkLst>
            <pc:docMk/>
            <pc:sldMk cId="810205662" sldId="1795"/>
            <ac:spMk id="19" creationId="{D46EDD11-1EE5-499D-A4FC-29F62E480118}"/>
          </ac:spMkLst>
        </pc:spChg>
        <pc:spChg chg="del mod">
          <ac:chgData name="Gellenoncourt, Kevin" userId="83ce2c6d-0bd4-4cd9-955e-dd3efc6a7d5a" providerId="ADAL" clId="{2F069469-86E4-447B-973C-6DD10FDC1BB6}" dt="2023-03-14T16:54:06.438" v="5946" actId="478"/>
          <ac:spMkLst>
            <pc:docMk/>
            <pc:sldMk cId="810205662" sldId="1795"/>
            <ac:spMk id="22" creationId="{F0187733-D6F5-41A3-B75B-DB5DD17DDA2D}"/>
          </ac:spMkLst>
        </pc:spChg>
      </pc:sldChg>
      <pc:sldChg chg="delSp modSp add del mod ord">
        <pc:chgData name="Gellenoncourt, Kevin" userId="83ce2c6d-0bd4-4cd9-955e-dd3efc6a7d5a" providerId="ADAL" clId="{2F069469-86E4-447B-973C-6DD10FDC1BB6}" dt="2023-03-02T12:54:11.316" v="4248" actId="47"/>
        <pc:sldMkLst>
          <pc:docMk/>
          <pc:sldMk cId="2748519846" sldId="1799"/>
        </pc:sldMkLst>
        <pc:spChg chg="mod">
          <ac:chgData name="Gellenoncourt, Kevin" userId="83ce2c6d-0bd4-4cd9-955e-dd3efc6a7d5a" providerId="ADAL" clId="{2F069469-86E4-447B-973C-6DD10FDC1BB6}" dt="2023-03-02T12:53:27.048" v="4247" actId="20577"/>
          <ac:spMkLst>
            <pc:docMk/>
            <pc:sldMk cId="2748519846" sldId="1799"/>
            <ac:spMk id="4" creationId="{7F2DFC3F-FBCE-433E-A75A-936DA8CF4930}"/>
          </ac:spMkLst>
        </pc:spChg>
        <pc:spChg chg="mod">
          <ac:chgData name="Gellenoncourt, Kevin" userId="83ce2c6d-0bd4-4cd9-955e-dd3efc6a7d5a" providerId="ADAL" clId="{2F069469-86E4-447B-973C-6DD10FDC1BB6}" dt="2023-02-15T13:17:24.142" v="1417" actId="20577"/>
          <ac:spMkLst>
            <pc:docMk/>
            <pc:sldMk cId="2748519846" sldId="1799"/>
            <ac:spMk id="5" creationId="{C8A7EE70-FF63-4962-834E-84D8AB436D50}"/>
          </ac:spMkLst>
        </pc:spChg>
        <pc:spChg chg="mod">
          <ac:chgData name="Gellenoncourt, Kevin" userId="83ce2c6d-0bd4-4cd9-955e-dd3efc6a7d5a" providerId="ADAL" clId="{2F069469-86E4-447B-973C-6DD10FDC1BB6}" dt="2023-02-15T13:17:49.007" v="1433" actId="20577"/>
          <ac:spMkLst>
            <pc:docMk/>
            <pc:sldMk cId="2748519846" sldId="1799"/>
            <ac:spMk id="6" creationId="{545CD746-F16C-481B-A728-84E859CAA7A3}"/>
          </ac:spMkLst>
        </pc:spChg>
        <pc:spChg chg="del mod">
          <ac:chgData name="Gellenoncourt, Kevin" userId="83ce2c6d-0bd4-4cd9-955e-dd3efc6a7d5a" providerId="ADAL" clId="{2F069469-86E4-447B-973C-6DD10FDC1BB6}" dt="2023-02-15T13:30:43.783" v="1460" actId="478"/>
          <ac:spMkLst>
            <pc:docMk/>
            <pc:sldMk cId="2748519846" sldId="1799"/>
            <ac:spMk id="16" creationId="{8238EDC4-9CC4-46F5-A126-3061CA5DA700}"/>
          </ac:spMkLst>
        </pc:spChg>
        <pc:spChg chg="del">
          <ac:chgData name="Gellenoncourt, Kevin" userId="83ce2c6d-0bd4-4cd9-955e-dd3efc6a7d5a" providerId="ADAL" clId="{2F069469-86E4-447B-973C-6DD10FDC1BB6}" dt="2023-02-20T15:08:01.015" v="2861" actId="478"/>
          <ac:spMkLst>
            <pc:docMk/>
            <pc:sldMk cId="2748519846" sldId="1799"/>
            <ac:spMk id="18" creationId="{B4ADBA4A-99B6-4B32-ACFB-1FA604AC8082}"/>
          </ac:spMkLst>
        </pc:spChg>
        <pc:spChg chg="mod">
          <ac:chgData name="Gellenoncourt, Kevin" userId="83ce2c6d-0bd4-4cd9-955e-dd3efc6a7d5a" providerId="ADAL" clId="{2F069469-86E4-447B-973C-6DD10FDC1BB6}" dt="2023-02-20T15:08:30.016" v="2870" actId="20577"/>
          <ac:spMkLst>
            <pc:docMk/>
            <pc:sldMk cId="2748519846" sldId="1799"/>
            <ac:spMk id="19" creationId="{F33BFE3A-1412-461D-827E-039BBEB7FC55}"/>
          </ac:spMkLst>
        </pc:spChg>
        <pc:spChg chg="mod">
          <ac:chgData name="Gellenoncourt, Kevin" userId="83ce2c6d-0bd4-4cd9-955e-dd3efc6a7d5a" providerId="ADAL" clId="{2F069469-86E4-447B-973C-6DD10FDC1BB6}" dt="2023-02-20T15:08:27.011" v="2869" actId="20577"/>
          <ac:spMkLst>
            <pc:docMk/>
            <pc:sldMk cId="2748519846" sldId="1799"/>
            <ac:spMk id="20" creationId="{D2E390C9-81B0-4B2B-9F06-3EE922C384EB}"/>
          </ac:spMkLst>
        </pc:spChg>
      </pc:sldChg>
      <pc:sldChg chg="del">
        <pc:chgData name="Gellenoncourt, Kevin" userId="83ce2c6d-0bd4-4cd9-955e-dd3efc6a7d5a" providerId="ADAL" clId="{2F069469-86E4-447B-973C-6DD10FDC1BB6}" dt="2023-02-13T08:28:11.216" v="8" actId="47"/>
        <pc:sldMkLst>
          <pc:docMk/>
          <pc:sldMk cId="1814115530" sldId="1803"/>
        </pc:sldMkLst>
      </pc:sldChg>
      <pc:sldChg chg="del">
        <pc:chgData name="Gellenoncourt, Kevin" userId="83ce2c6d-0bd4-4cd9-955e-dd3efc6a7d5a" providerId="ADAL" clId="{2F069469-86E4-447B-973C-6DD10FDC1BB6}" dt="2023-02-13T08:27:59.500" v="3" actId="47"/>
        <pc:sldMkLst>
          <pc:docMk/>
          <pc:sldMk cId="397817136" sldId="1806"/>
        </pc:sldMkLst>
      </pc:sldChg>
      <pc:sldChg chg="del">
        <pc:chgData name="Gellenoncourt, Kevin" userId="83ce2c6d-0bd4-4cd9-955e-dd3efc6a7d5a" providerId="ADAL" clId="{2F069469-86E4-447B-973C-6DD10FDC1BB6}" dt="2023-02-13T08:27:58.408" v="2" actId="47"/>
        <pc:sldMkLst>
          <pc:docMk/>
          <pc:sldMk cId="1056175795" sldId="1809"/>
        </pc:sldMkLst>
      </pc:sldChg>
      <pc:sldChg chg="addSp delSp modSp mod">
        <pc:chgData name="Gellenoncourt, Kevin" userId="83ce2c6d-0bd4-4cd9-955e-dd3efc6a7d5a" providerId="ADAL" clId="{2F069469-86E4-447B-973C-6DD10FDC1BB6}" dt="2023-03-02T11:02:23.539" v="4008" actId="20577"/>
        <pc:sldMkLst>
          <pc:docMk/>
          <pc:sldMk cId="3846357991" sldId="1812"/>
        </pc:sldMkLst>
        <pc:spChg chg="mod">
          <ac:chgData name="Gellenoncourt, Kevin" userId="83ce2c6d-0bd4-4cd9-955e-dd3efc6a7d5a" providerId="ADAL" clId="{2F069469-86E4-447B-973C-6DD10FDC1BB6}" dt="2023-03-01T15:15:38.242" v="3907" actId="403"/>
          <ac:spMkLst>
            <pc:docMk/>
            <pc:sldMk cId="3846357991" sldId="1812"/>
            <ac:spMk id="2" creationId="{5A7A24E1-B745-4C30-8722-068E5EE04E88}"/>
          </ac:spMkLst>
        </pc:spChg>
        <pc:spChg chg="mod">
          <ac:chgData name="Gellenoncourt, Kevin" userId="83ce2c6d-0bd4-4cd9-955e-dd3efc6a7d5a" providerId="ADAL" clId="{2F069469-86E4-447B-973C-6DD10FDC1BB6}" dt="2023-02-15T13:07:45.763" v="1270" actId="20577"/>
          <ac:spMkLst>
            <pc:docMk/>
            <pc:sldMk cId="3846357991" sldId="1812"/>
            <ac:spMk id="3" creationId="{5F33B186-0A48-3F63-044F-25F4FC468C24}"/>
          </ac:spMkLst>
        </pc:spChg>
        <pc:spChg chg="del mod">
          <ac:chgData name="Gellenoncourt, Kevin" userId="83ce2c6d-0bd4-4cd9-955e-dd3efc6a7d5a" providerId="ADAL" clId="{2F069469-86E4-447B-973C-6DD10FDC1BB6}" dt="2023-02-27T15:09:40.069" v="3067" actId="478"/>
          <ac:spMkLst>
            <pc:docMk/>
            <pc:sldMk cId="3846357991" sldId="1812"/>
            <ac:spMk id="4" creationId="{3976FD7E-BDAD-4918-B11F-4B42E56D7DBD}"/>
          </ac:spMkLst>
        </pc:spChg>
        <pc:spChg chg="add mod">
          <ac:chgData name="Gellenoncourt, Kevin" userId="83ce2c6d-0bd4-4cd9-955e-dd3efc6a7d5a" providerId="ADAL" clId="{2F069469-86E4-447B-973C-6DD10FDC1BB6}" dt="2023-02-15T13:10:52.088" v="1404" actId="14100"/>
          <ac:spMkLst>
            <pc:docMk/>
            <pc:sldMk cId="3846357991" sldId="1812"/>
            <ac:spMk id="10" creationId="{7DC5AF36-46BD-243B-6A4C-3E4E7FE6A5E1}"/>
          </ac:spMkLst>
        </pc:spChg>
        <pc:spChg chg="add mod">
          <ac:chgData name="Gellenoncourt, Kevin" userId="83ce2c6d-0bd4-4cd9-955e-dd3efc6a7d5a" providerId="ADAL" clId="{2F069469-86E4-447B-973C-6DD10FDC1BB6}" dt="2023-02-15T16:06:36.108" v="1597" actId="313"/>
          <ac:spMkLst>
            <pc:docMk/>
            <pc:sldMk cId="3846357991" sldId="1812"/>
            <ac:spMk id="11" creationId="{76C75062-2614-0325-65C0-CDA662572EB3}"/>
          </ac:spMkLst>
        </pc:spChg>
        <pc:spChg chg="add del mod">
          <ac:chgData name="Gellenoncourt, Kevin" userId="83ce2c6d-0bd4-4cd9-955e-dd3efc6a7d5a" providerId="ADAL" clId="{2F069469-86E4-447B-973C-6DD10FDC1BB6}" dt="2023-02-27T15:09:43.884" v="3068" actId="478"/>
          <ac:spMkLst>
            <pc:docMk/>
            <pc:sldMk cId="3846357991" sldId="1812"/>
            <ac:spMk id="13" creationId="{C744B959-748B-4039-E441-2FE032FD7C98}"/>
          </ac:spMkLst>
        </pc:spChg>
        <pc:spChg chg="mod">
          <ac:chgData name="Gellenoncourt, Kevin" userId="83ce2c6d-0bd4-4cd9-955e-dd3efc6a7d5a" providerId="ADAL" clId="{2F069469-86E4-447B-973C-6DD10FDC1BB6}" dt="2023-03-02T11:02:23.539" v="4008" actId="20577"/>
          <ac:spMkLst>
            <pc:docMk/>
            <pc:sldMk cId="3846357991" sldId="1812"/>
            <ac:spMk id="16" creationId="{65E13864-F888-D0F7-0A1F-EB9EBDAEB98D}"/>
          </ac:spMkLst>
        </pc:spChg>
      </pc:sldChg>
      <pc:sldChg chg="addSp delSp modSp mod ord">
        <pc:chgData name="Gellenoncourt, Kevin" userId="83ce2c6d-0bd4-4cd9-955e-dd3efc6a7d5a" providerId="ADAL" clId="{2F069469-86E4-447B-973C-6DD10FDC1BB6}" dt="2023-03-29T10:47:14.585" v="7774" actId="14100"/>
        <pc:sldMkLst>
          <pc:docMk/>
          <pc:sldMk cId="378616490" sldId="1817"/>
        </pc:sldMkLst>
        <pc:spChg chg="mod">
          <ac:chgData name="Gellenoncourt, Kevin" userId="83ce2c6d-0bd4-4cd9-955e-dd3efc6a7d5a" providerId="ADAL" clId="{2F069469-86E4-447B-973C-6DD10FDC1BB6}" dt="2023-03-07T13:41:27.936" v="5123" actId="20577"/>
          <ac:spMkLst>
            <pc:docMk/>
            <pc:sldMk cId="378616490" sldId="1817"/>
            <ac:spMk id="2" creationId="{5A7A24E1-B745-4C30-8722-068E5EE04E88}"/>
          </ac:spMkLst>
        </pc:spChg>
        <pc:spChg chg="add mod">
          <ac:chgData name="Gellenoncourt, Kevin" userId="83ce2c6d-0bd4-4cd9-955e-dd3efc6a7d5a" providerId="ADAL" clId="{2F069469-86E4-447B-973C-6DD10FDC1BB6}" dt="2023-03-29T10:47:14.585" v="7774" actId="14100"/>
          <ac:spMkLst>
            <pc:docMk/>
            <pc:sldMk cId="378616490" sldId="1817"/>
            <ac:spMk id="3" creationId="{16F2A0D8-5743-1572-F025-8B882AB4192C}"/>
          </ac:spMkLst>
        </pc:spChg>
        <pc:spChg chg="add del mod">
          <ac:chgData name="Gellenoncourt, Kevin" userId="83ce2c6d-0bd4-4cd9-955e-dd3efc6a7d5a" providerId="ADAL" clId="{2F069469-86E4-447B-973C-6DD10FDC1BB6}" dt="2023-03-07T13:36:08.541" v="4917" actId="21"/>
          <ac:spMkLst>
            <pc:docMk/>
            <pc:sldMk cId="378616490" sldId="1817"/>
            <ac:spMk id="3" creationId="{E135A6E6-7A53-CB5C-6E35-6970079556B2}"/>
          </ac:spMkLst>
        </pc:spChg>
        <pc:spChg chg="add mod">
          <ac:chgData name="Gellenoncourt, Kevin" userId="83ce2c6d-0bd4-4cd9-955e-dd3efc6a7d5a" providerId="ADAL" clId="{2F069469-86E4-447B-973C-6DD10FDC1BB6}" dt="2023-03-07T13:40:13.517" v="5071" actId="20577"/>
          <ac:spMkLst>
            <pc:docMk/>
            <pc:sldMk cId="378616490" sldId="1817"/>
            <ac:spMk id="4" creationId="{32ADA4C3-43A9-C4D3-9FAD-ADEA53EDEABE}"/>
          </ac:spMkLst>
        </pc:spChg>
        <pc:spChg chg="add del mod">
          <ac:chgData name="Gellenoncourt, Kevin" userId="83ce2c6d-0bd4-4cd9-955e-dd3efc6a7d5a" providerId="ADAL" clId="{2F069469-86E4-447B-973C-6DD10FDC1BB6}" dt="2023-03-02T11:08:18.348" v="4105" actId="21"/>
          <ac:spMkLst>
            <pc:docMk/>
            <pc:sldMk cId="378616490" sldId="1817"/>
            <ac:spMk id="4" creationId="{4E2C7FB4-1564-5622-E81A-C98FF1C4BB60}"/>
          </ac:spMkLst>
        </pc:spChg>
        <pc:spChg chg="add mod">
          <ac:chgData name="Gellenoncourt, Kevin" userId="83ce2c6d-0bd4-4cd9-955e-dd3efc6a7d5a" providerId="ADAL" clId="{2F069469-86E4-447B-973C-6DD10FDC1BB6}" dt="2023-03-29T10:43:28.448" v="7710" actId="14100"/>
          <ac:spMkLst>
            <pc:docMk/>
            <pc:sldMk cId="378616490" sldId="1817"/>
            <ac:spMk id="8" creationId="{640AB853-D619-D228-9306-D982B5FC97F4}"/>
          </ac:spMkLst>
        </pc:spChg>
        <pc:spChg chg="add del mod">
          <ac:chgData name="Gellenoncourt, Kevin" userId="83ce2c6d-0bd4-4cd9-955e-dd3efc6a7d5a" providerId="ADAL" clId="{2F069469-86E4-447B-973C-6DD10FDC1BB6}" dt="2023-03-07T13:36:08.541" v="4917" actId="21"/>
          <ac:spMkLst>
            <pc:docMk/>
            <pc:sldMk cId="378616490" sldId="1817"/>
            <ac:spMk id="8" creationId="{B93F8F66-E9FE-2C5A-BA72-C5FCE49E33B2}"/>
          </ac:spMkLst>
        </pc:spChg>
        <pc:spChg chg="add mod ord">
          <ac:chgData name="Gellenoncourt, Kevin" userId="83ce2c6d-0bd4-4cd9-955e-dd3efc6a7d5a" providerId="ADAL" clId="{2F069469-86E4-447B-973C-6DD10FDC1BB6}" dt="2023-03-07T13:41:24.225" v="5119" actId="20577"/>
          <ac:spMkLst>
            <pc:docMk/>
            <pc:sldMk cId="378616490" sldId="1817"/>
            <ac:spMk id="9" creationId="{E1B9402A-3C37-9F0D-2DE1-11E899FF9273}"/>
          </ac:spMkLst>
        </pc:spChg>
        <pc:spChg chg="add del mod">
          <ac:chgData name="Gellenoncourt, Kevin" userId="83ce2c6d-0bd4-4cd9-955e-dd3efc6a7d5a" providerId="ADAL" clId="{2F069469-86E4-447B-973C-6DD10FDC1BB6}" dt="2023-03-02T11:06:26.792" v="4097" actId="478"/>
          <ac:spMkLst>
            <pc:docMk/>
            <pc:sldMk cId="378616490" sldId="1817"/>
            <ac:spMk id="10" creationId="{3F49C6FC-5353-14ED-4194-A5BB2FE999B5}"/>
          </ac:spMkLst>
        </pc:spChg>
        <pc:spChg chg="add mod">
          <ac:chgData name="Gellenoncourt, Kevin" userId="83ce2c6d-0bd4-4cd9-955e-dd3efc6a7d5a" providerId="ADAL" clId="{2F069469-86E4-447B-973C-6DD10FDC1BB6}" dt="2023-03-07T14:44:18.045" v="5258" actId="20577"/>
          <ac:spMkLst>
            <pc:docMk/>
            <pc:sldMk cId="378616490" sldId="1817"/>
            <ac:spMk id="10" creationId="{FEFAB0C2-F96D-E765-69A5-0EB3636FA04F}"/>
          </ac:spMkLst>
        </pc:spChg>
        <pc:spChg chg="add mod">
          <ac:chgData name="Gellenoncourt, Kevin" userId="83ce2c6d-0bd4-4cd9-955e-dd3efc6a7d5a" providerId="ADAL" clId="{2F069469-86E4-447B-973C-6DD10FDC1BB6}" dt="2023-03-07T14:43:44.796" v="5232" actId="20577"/>
          <ac:spMkLst>
            <pc:docMk/>
            <pc:sldMk cId="378616490" sldId="1817"/>
            <ac:spMk id="11" creationId="{13DFF234-FD36-F87D-42B4-F18ED68BE3DA}"/>
          </ac:spMkLst>
        </pc:spChg>
        <pc:spChg chg="mod">
          <ac:chgData name="Gellenoncourt, Kevin" userId="83ce2c6d-0bd4-4cd9-955e-dd3efc6a7d5a" providerId="ADAL" clId="{2F069469-86E4-447B-973C-6DD10FDC1BB6}" dt="2023-03-07T13:49:20.323" v="5164" actId="14100"/>
          <ac:spMkLst>
            <pc:docMk/>
            <pc:sldMk cId="378616490" sldId="1817"/>
            <ac:spMk id="14" creationId="{C5904F92-069E-4B0C-8C0B-3F525C534C10}"/>
          </ac:spMkLst>
        </pc:spChg>
        <pc:spChg chg="mod">
          <ac:chgData name="Gellenoncourt, Kevin" userId="83ce2c6d-0bd4-4cd9-955e-dd3efc6a7d5a" providerId="ADAL" clId="{2F069469-86E4-447B-973C-6DD10FDC1BB6}" dt="2023-03-29T10:43:24.680" v="7709" actId="14100"/>
          <ac:spMkLst>
            <pc:docMk/>
            <pc:sldMk cId="378616490" sldId="1817"/>
            <ac:spMk id="16" creationId="{96011582-233E-4ECD-AA22-E4D44FDEA9B5}"/>
          </ac:spMkLst>
        </pc:spChg>
      </pc:sldChg>
      <pc:sldChg chg="modSp mod">
        <pc:chgData name="Gellenoncourt, Kevin" userId="83ce2c6d-0bd4-4cd9-955e-dd3efc6a7d5a" providerId="ADAL" clId="{2F069469-86E4-447B-973C-6DD10FDC1BB6}" dt="2023-02-15T13:18:08.342" v="1435" actId="20577"/>
        <pc:sldMkLst>
          <pc:docMk/>
          <pc:sldMk cId="4132447992" sldId="1818"/>
        </pc:sldMkLst>
        <pc:spChg chg="mod">
          <ac:chgData name="Gellenoncourt, Kevin" userId="83ce2c6d-0bd4-4cd9-955e-dd3efc6a7d5a" providerId="ADAL" clId="{2F069469-86E4-447B-973C-6DD10FDC1BB6}" dt="2023-02-15T13:18:08.342" v="1435" actId="20577"/>
          <ac:spMkLst>
            <pc:docMk/>
            <pc:sldMk cId="4132447992" sldId="1818"/>
            <ac:spMk id="8" creationId="{EF4CE90A-C0B9-4342-BF6C-766D39B37411}"/>
          </ac:spMkLst>
        </pc:spChg>
      </pc:sldChg>
      <pc:sldChg chg="addSp delSp modSp del mod modCm">
        <pc:chgData name="Gellenoncourt, Kevin" userId="83ce2c6d-0bd4-4cd9-955e-dd3efc6a7d5a" providerId="ADAL" clId="{2F069469-86E4-447B-973C-6DD10FDC1BB6}" dt="2023-03-02T12:54:21.806" v="4249" actId="47"/>
        <pc:sldMkLst>
          <pc:docMk/>
          <pc:sldMk cId="573987221" sldId="1820"/>
        </pc:sldMkLst>
        <pc:spChg chg="mod">
          <ac:chgData name="Gellenoncourt, Kevin" userId="83ce2c6d-0bd4-4cd9-955e-dd3efc6a7d5a" providerId="ADAL" clId="{2F069469-86E4-447B-973C-6DD10FDC1BB6}" dt="2023-02-17T17:18:03.535" v="2573" actId="14100"/>
          <ac:spMkLst>
            <pc:docMk/>
            <pc:sldMk cId="573987221" sldId="1820"/>
            <ac:spMk id="3" creationId="{4E363664-8C9A-480E-80D0-66989654605F}"/>
          </ac:spMkLst>
        </pc:spChg>
        <pc:spChg chg="mod">
          <ac:chgData name="Gellenoncourt, Kevin" userId="83ce2c6d-0bd4-4cd9-955e-dd3efc6a7d5a" providerId="ADAL" clId="{2F069469-86E4-447B-973C-6DD10FDC1BB6}" dt="2023-03-02T08:42:03.737" v="4006" actId="14100"/>
          <ac:spMkLst>
            <pc:docMk/>
            <pc:sldMk cId="573987221" sldId="1820"/>
            <ac:spMk id="4" creationId="{A4812549-E5D9-F48C-C809-C25738F27D16}"/>
          </ac:spMkLst>
        </pc:spChg>
        <pc:spChg chg="del">
          <ac:chgData name="Gellenoncourt, Kevin" userId="83ce2c6d-0bd4-4cd9-955e-dd3efc6a7d5a" providerId="ADAL" clId="{2F069469-86E4-447B-973C-6DD10FDC1BB6}" dt="2023-02-17T17:12:42.661" v="2464" actId="478"/>
          <ac:spMkLst>
            <pc:docMk/>
            <pc:sldMk cId="573987221" sldId="1820"/>
            <ac:spMk id="5" creationId="{0C8FEBB9-FAE7-4ADC-91CE-5FCDA7F70D82}"/>
          </ac:spMkLst>
        </pc:spChg>
        <pc:spChg chg="add mod">
          <ac:chgData name="Gellenoncourt, Kevin" userId="83ce2c6d-0bd4-4cd9-955e-dd3efc6a7d5a" providerId="ADAL" clId="{2F069469-86E4-447B-973C-6DD10FDC1BB6}" dt="2023-02-17T17:21:22.745" v="2697" actId="14100"/>
          <ac:spMkLst>
            <pc:docMk/>
            <pc:sldMk cId="573987221" sldId="1820"/>
            <ac:spMk id="7" creationId="{D7971463-5D95-E97C-DE38-BB3A87C782EB}"/>
          </ac:spMkLst>
        </pc:spChg>
        <pc:spChg chg="add del mod">
          <ac:chgData name="Gellenoncourt, Kevin" userId="83ce2c6d-0bd4-4cd9-955e-dd3efc6a7d5a" providerId="ADAL" clId="{2F069469-86E4-447B-973C-6DD10FDC1BB6}" dt="2023-02-17T17:16:38.835" v="2544"/>
          <ac:spMkLst>
            <pc:docMk/>
            <pc:sldMk cId="573987221" sldId="1820"/>
            <ac:spMk id="8" creationId="{D3B9E5C7-3D1B-F070-C1CF-6629F9143416}"/>
          </ac:spMkLst>
        </pc:spChg>
        <pc:spChg chg="add mod">
          <ac:chgData name="Gellenoncourt, Kevin" userId="83ce2c6d-0bd4-4cd9-955e-dd3efc6a7d5a" providerId="ADAL" clId="{2F069469-86E4-447B-973C-6DD10FDC1BB6}" dt="2023-03-02T08:42:09.503" v="4007" actId="14100"/>
          <ac:spMkLst>
            <pc:docMk/>
            <pc:sldMk cId="573987221" sldId="1820"/>
            <ac:spMk id="10" creationId="{E0441D8D-4550-13AD-5280-44BCEC7CB2E5}"/>
          </ac:spMkLst>
        </pc:spChg>
        <pc:spChg chg="mod">
          <ac:chgData name="Gellenoncourt, Kevin" userId="83ce2c6d-0bd4-4cd9-955e-dd3efc6a7d5a" providerId="ADAL" clId="{2F069469-86E4-447B-973C-6DD10FDC1BB6}" dt="2023-02-17T17:21:26.107" v="2698" actId="14100"/>
          <ac:spMkLst>
            <pc:docMk/>
            <pc:sldMk cId="573987221" sldId="1820"/>
            <ac:spMk id="12" creationId="{64ECD094-0BAB-404B-ADBE-CE9D0FC9EDE5}"/>
          </ac:spMkLst>
        </pc:spChg>
        <pc:spChg chg="mod">
          <ac:chgData name="Gellenoncourt, Kevin" userId="83ce2c6d-0bd4-4cd9-955e-dd3efc6a7d5a" providerId="ADAL" clId="{2F069469-86E4-447B-973C-6DD10FDC1BB6}" dt="2023-02-17T17:21:45.633" v="2702" actId="14100"/>
          <ac:spMkLst>
            <pc:docMk/>
            <pc:sldMk cId="573987221" sldId="1820"/>
            <ac:spMk id="13" creationId="{0B5FD30F-0950-4F5A-8483-1B33E24F4568}"/>
          </ac:spMkLst>
        </pc:spChg>
        <pc:spChg chg="mod">
          <ac:chgData name="Gellenoncourt, Kevin" userId="83ce2c6d-0bd4-4cd9-955e-dd3efc6a7d5a" providerId="ADAL" clId="{2F069469-86E4-447B-973C-6DD10FDC1BB6}" dt="2023-02-17T17:17:25.623" v="2559" actId="1076"/>
          <ac:spMkLst>
            <pc:docMk/>
            <pc:sldMk cId="573987221" sldId="1820"/>
            <ac:spMk id="14" creationId="{072A5DAD-F5AA-4E5D-820A-6F350620D2E2}"/>
          </ac:spMkLst>
        </pc:spChg>
        <pc:spChg chg="mod">
          <ac:chgData name="Gellenoncourt, Kevin" userId="83ce2c6d-0bd4-4cd9-955e-dd3efc6a7d5a" providerId="ADAL" clId="{2F069469-86E4-447B-973C-6DD10FDC1BB6}" dt="2023-02-28T10:55:49.364" v="3185" actId="14100"/>
          <ac:spMkLst>
            <pc:docMk/>
            <pc:sldMk cId="573987221" sldId="1820"/>
            <ac:spMk id="15" creationId="{3FE305E2-E5A2-4927-8C26-1C40D6E7A44E}"/>
          </ac:spMkLst>
        </pc:spChg>
        <pc:spChg chg="mod">
          <ac:chgData name="Gellenoncourt, Kevin" userId="83ce2c6d-0bd4-4cd9-955e-dd3efc6a7d5a" providerId="ADAL" clId="{2F069469-86E4-447B-973C-6DD10FDC1BB6}" dt="2023-02-17T17:17:37.255" v="2563" actId="1076"/>
          <ac:spMkLst>
            <pc:docMk/>
            <pc:sldMk cId="573987221" sldId="1820"/>
            <ac:spMk id="16" creationId="{BE4D4D94-F0C9-49F4-B3BB-844FBDA7E64C}"/>
          </ac:spMkLst>
        </pc:spChg>
        <pc:spChg chg="mod">
          <ac:chgData name="Gellenoncourt, Kevin" userId="83ce2c6d-0bd4-4cd9-955e-dd3efc6a7d5a" providerId="ADAL" clId="{2F069469-86E4-447B-973C-6DD10FDC1BB6}" dt="2023-02-28T10:56:11.772" v="3190" actId="1076"/>
          <ac:spMkLst>
            <pc:docMk/>
            <pc:sldMk cId="573987221" sldId="1820"/>
            <ac:spMk id="17" creationId="{7DBAED25-ECEF-40D1-9F22-E7207CC0AEBE}"/>
          </ac:spMkLst>
        </pc:spChg>
        <pc:spChg chg="mod">
          <ac:chgData name="Gellenoncourt, Kevin" userId="83ce2c6d-0bd4-4cd9-955e-dd3efc6a7d5a" providerId="ADAL" clId="{2F069469-86E4-447B-973C-6DD10FDC1BB6}" dt="2023-02-17T17:18:37.705" v="2579" actId="1076"/>
          <ac:spMkLst>
            <pc:docMk/>
            <pc:sldMk cId="573987221" sldId="1820"/>
            <ac:spMk id="19" creationId="{5E227989-D143-4E57-9683-E895B3910F5F}"/>
          </ac:spMkLst>
        </pc:spChg>
        <pc:spChg chg="del">
          <ac:chgData name="Gellenoncourt, Kevin" userId="83ce2c6d-0bd4-4cd9-955e-dd3efc6a7d5a" providerId="ADAL" clId="{2F069469-86E4-447B-973C-6DD10FDC1BB6}" dt="2023-02-17T17:12:42.661" v="2464" actId="478"/>
          <ac:spMkLst>
            <pc:docMk/>
            <pc:sldMk cId="573987221" sldId="1820"/>
            <ac:spMk id="33" creationId="{8016746C-CB99-6FF4-34CC-0DB6A89249E0}"/>
          </ac:spMkLst>
        </pc:spChg>
        <pc:spChg chg="del">
          <ac:chgData name="Gellenoncourt, Kevin" userId="83ce2c6d-0bd4-4cd9-955e-dd3efc6a7d5a" providerId="ADAL" clId="{2F069469-86E4-447B-973C-6DD10FDC1BB6}" dt="2023-02-17T17:12:42.661" v="2464" actId="478"/>
          <ac:spMkLst>
            <pc:docMk/>
            <pc:sldMk cId="573987221" sldId="1820"/>
            <ac:spMk id="34" creationId="{066DCDB7-D6E4-4733-81D6-34ECFC27D0CE}"/>
          </ac:spMkLst>
        </pc:spChg>
        <pc:spChg chg="del">
          <ac:chgData name="Gellenoncourt, Kevin" userId="83ce2c6d-0bd4-4cd9-955e-dd3efc6a7d5a" providerId="ADAL" clId="{2F069469-86E4-447B-973C-6DD10FDC1BB6}" dt="2023-02-17T17:12:42.661" v="2464" actId="478"/>
          <ac:spMkLst>
            <pc:docMk/>
            <pc:sldMk cId="573987221" sldId="1820"/>
            <ac:spMk id="35" creationId="{7FC68D04-E723-5BD2-70F4-13D945FDCE90}"/>
          </ac:spMkLst>
        </pc:spChg>
        <pc:spChg chg="mod">
          <ac:chgData name="Gellenoncourt, Kevin" userId="83ce2c6d-0bd4-4cd9-955e-dd3efc6a7d5a" providerId="ADAL" clId="{2F069469-86E4-447B-973C-6DD10FDC1BB6}" dt="2023-02-17T17:21:17.961" v="2696" actId="14100"/>
          <ac:spMkLst>
            <pc:docMk/>
            <pc:sldMk cId="573987221" sldId="1820"/>
            <ac:spMk id="36" creationId="{E87DEBAE-0F6E-7145-08B0-D3EEE76D69AF}"/>
          </ac:spMkLst>
        </pc:spChg>
        <pc:spChg chg="mod">
          <ac:chgData name="Gellenoncourt, Kevin" userId="83ce2c6d-0bd4-4cd9-955e-dd3efc6a7d5a" providerId="ADAL" clId="{2F069469-86E4-447B-973C-6DD10FDC1BB6}" dt="2023-02-17T17:21:14.627" v="2695" actId="1038"/>
          <ac:spMkLst>
            <pc:docMk/>
            <pc:sldMk cId="573987221" sldId="1820"/>
            <ac:spMk id="37" creationId="{D00126E8-4668-16C3-3EE0-E52524250404}"/>
          </ac:spMkLst>
        </pc:spChg>
        <pc:spChg chg="mod">
          <ac:chgData name="Gellenoncourt, Kevin" userId="83ce2c6d-0bd4-4cd9-955e-dd3efc6a7d5a" providerId="ADAL" clId="{2F069469-86E4-447B-973C-6DD10FDC1BB6}" dt="2023-02-17T17:21:14.627" v="2695" actId="1038"/>
          <ac:spMkLst>
            <pc:docMk/>
            <pc:sldMk cId="573987221" sldId="1820"/>
            <ac:spMk id="38" creationId="{1A60E62F-4E60-F4DA-558E-5F9B22269E56}"/>
          </ac:spMkLst>
        </pc:spChg>
        <pc:spChg chg="mod">
          <ac:chgData name="Gellenoncourt, Kevin" userId="83ce2c6d-0bd4-4cd9-955e-dd3efc6a7d5a" providerId="ADAL" clId="{2F069469-86E4-447B-973C-6DD10FDC1BB6}" dt="2023-02-17T17:21:14.627" v="2695" actId="1038"/>
          <ac:spMkLst>
            <pc:docMk/>
            <pc:sldMk cId="573987221" sldId="1820"/>
            <ac:spMk id="39" creationId="{B3FE79E3-65B6-366D-DCDC-87FFDB552029}"/>
          </ac:spMkLst>
        </pc:spChg>
        <pc:spChg chg="mod">
          <ac:chgData name="Gellenoncourt, Kevin" userId="83ce2c6d-0bd4-4cd9-955e-dd3efc6a7d5a" providerId="ADAL" clId="{2F069469-86E4-447B-973C-6DD10FDC1BB6}" dt="2023-02-17T17:21:14.627" v="2695" actId="1038"/>
          <ac:spMkLst>
            <pc:docMk/>
            <pc:sldMk cId="573987221" sldId="1820"/>
            <ac:spMk id="42" creationId="{413EFA98-18AA-B36F-01D6-C0DB25DAB02E}"/>
          </ac:spMkLst>
        </pc:spChg>
        <pc:spChg chg="mod">
          <ac:chgData name="Gellenoncourt, Kevin" userId="83ce2c6d-0bd4-4cd9-955e-dd3efc6a7d5a" providerId="ADAL" clId="{2F069469-86E4-447B-973C-6DD10FDC1BB6}" dt="2023-02-17T17:21:14.627" v="2695" actId="1038"/>
          <ac:spMkLst>
            <pc:docMk/>
            <pc:sldMk cId="573987221" sldId="1820"/>
            <ac:spMk id="44" creationId="{2FA43ED5-81A8-72AB-4D50-F9D538DEF32F}"/>
          </ac:spMkLst>
        </pc:spChg>
        <pc:spChg chg="mod">
          <ac:chgData name="Gellenoncourt, Kevin" userId="83ce2c6d-0bd4-4cd9-955e-dd3efc6a7d5a" providerId="ADAL" clId="{2F069469-86E4-447B-973C-6DD10FDC1BB6}" dt="2023-02-17T17:21:14.627" v="2695" actId="1038"/>
          <ac:spMkLst>
            <pc:docMk/>
            <pc:sldMk cId="573987221" sldId="1820"/>
            <ac:spMk id="46" creationId="{C820315A-37A8-D7DF-4FEA-0D805E2CC87E}"/>
          </ac:spMkLst>
        </pc:spChg>
        <pc:cxnChg chg="mod">
          <ac:chgData name="Gellenoncourt, Kevin" userId="83ce2c6d-0bd4-4cd9-955e-dd3efc6a7d5a" providerId="ADAL" clId="{2F069469-86E4-447B-973C-6DD10FDC1BB6}" dt="2023-02-17T17:21:14.627" v="2695" actId="1038"/>
          <ac:cxnSpMkLst>
            <pc:docMk/>
            <pc:sldMk cId="573987221" sldId="1820"/>
            <ac:cxnSpMk id="40" creationId="{772A9A18-B4D7-C26A-822B-78046E98E76F}"/>
          </ac:cxnSpMkLst>
        </pc:cxnChg>
        <pc:cxnChg chg="mod">
          <ac:chgData name="Gellenoncourt, Kevin" userId="83ce2c6d-0bd4-4cd9-955e-dd3efc6a7d5a" providerId="ADAL" clId="{2F069469-86E4-447B-973C-6DD10FDC1BB6}" dt="2023-02-17T17:21:14.627" v="2695" actId="1038"/>
          <ac:cxnSpMkLst>
            <pc:docMk/>
            <pc:sldMk cId="573987221" sldId="1820"/>
            <ac:cxnSpMk id="41" creationId="{F9B64CD3-7193-C762-9DDC-FF82D947B462}"/>
          </ac:cxnSpMkLst>
        </pc:cxnChg>
        <pc:cxnChg chg="mod">
          <ac:chgData name="Gellenoncourt, Kevin" userId="83ce2c6d-0bd4-4cd9-955e-dd3efc6a7d5a" providerId="ADAL" clId="{2F069469-86E4-447B-973C-6DD10FDC1BB6}" dt="2023-02-17T17:21:14.627" v="2695" actId="1038"/>
          <ac:cxnSpMkLst>
            <pc:docMk/>
            <pc:sldMk cId="573987221" sldId="1820"/>
            <ac:cxnSpMk id="43" creationId="{ECA62D55-FA6C-0D6E-2FB8-BBF6548B041B}"/>
          </ac:cxnSpMkLst>
        </pc:cxnChg>
        <pc:cxnChg chg="mod">
          <ac:chgData name="Gellenoncourt, Kevin" userId="83ce2c6d-0bd4-4cd9-955e-dd3efc6a7d5a" providerId="ADAL" clId="{2F069469-86E4-447B-973C-6DD10FDC1BB6}" dt="2023-02-17T17:21:14.627" v="2695" actId="1038"/>
          <ac:cxnSpMkLst>
            <pc:docMk/>
            <pc:sldMk cId="573987221" sldId="1820"/>
            <ac:cxnSpMk id="45" creationId="{8E1E9837-2AB9-F671-6219-00383E8A6287}"/>
          </ac:cxnSpMkLst>
        </pc:cxnChg>
        <pc:cxnChg chg="mod">
          <ac:chgData name="Gellenoncourt, Kevin" userId="83ce2c6d-0bd4-4cd9-955e-dd3efc6a7d5a" providerId="ADAL" clId="{2F069469-86E4-447B-973C-6DD10FDC1BB6}" dt="2023-02-17T17:21:14.627" v="2695" actId="1038"/>
          <ac:cxnSpMkLst>
            <pc:docMk/>
            <pc:sldMk cId="573987221" sldId="1820"/>
            <ac:cxnSpMk id="47" creationId="{E651C0C6-85D9-CB2B-C171-A4281BC8D980}"/>
          </ac:cxnSpMkLst>
        </pc:cxnChg>
        <pc:cxnChg chg="mod">
          <ac:chgData name="Gellenoncourt, Kevin" userId="83ce2c6d-0bd4-4cd9-955e-dd3efc6a7d5a" providerId="ADAL" clId="{2F069469-86E4-447B-973C-6DD10FDC1BB6}" dt="2023-02-17T17:21:14.627" v="2695" actId="1038"/>
          <ac:cxnSpMkLst>
            <pc:docMk/>
            <pc:sldMk cId="573987221" sldId="1820"/>
            <ac:cxnSpMk id="48" creationId="{69314EB6-A98A-1759-5E1B-766EEFA1BFD4}"/>
          </ac:cxnSpMkLst>
        </pc:cxnChg>
        <pc:cxnChg chg="del mod">
          <ac:chgData name="Gellenoncourt, Kevin" userId="83ce2c6d-0bd4-4cd9-955e-dd3efc6a7d5a" providerId="ADAL" clId="{2F069469-86E4-447B-973C-6DD10FDC1BB6}" dt="2023-02-17T17:12:47.587" v="2466" actId="478"/>
          <ac:cxnSpMkLst>
            <pc:docMk/>
            <pc:sldMk cId="573987221" sldId="1820"/>
            <ac:cxnSpMk id="49" creationId="{1206383A-9D62-93C5-C5BF-24E041273B24}"/>
          </ac:cxnSpMkLst>
        </pc:cxnChg>
        <pc:cxnChg chg="del mod">
          <ac:chgData name="Gellenoncourt, Kevin" userId="83ce2c6d-0bd4-4cd9-955e-dd3efc6a7d5a" providerId="ADAL" clId="{2F069469-86E4-447B-973C-6DD10FDC1BB6}" dt="2023-02-17T17:12:45.383" v="2465" actId="478"/>
          <ac:cxnSpMkLst>
            <pc:docMk/>
            <pc:sldMk cId="573987221" sldId="1820"/>
            <ac:cxnSpMk id="50" creationId="{6933EA48-58AC-DE75-5987-2BA91F799AF5}"/>
          </ac:cxnSpMkLst>
        </pc:cxnChg>
      </pc:sldChg>
      <pc:sldChg chg="modSp mod">
        <pc:chgData name="Gellenoncourt, Kevin" userId="83ce2c6d-0bd4-4cd9-955e-dd3efc6a7d5a" providerId="ADAL" clId="{2F069469-86E4-447B-973C-6DD10FDC1BB6}" dt="2023-03-07T13:42:27.422" v="5138" actId="13926"/>
        <pc:sldMkLst>
          <pc:docMk/>
          <pc:sldMk cId="3517604494" sldId="1821"/>
        </pc:sldMkLst>
        <pc:spChg chg="mod">
          <ac:chgData name="Gellenoncourt, Kevin" userId="83ce2c6d-0bd4-4cd9-955e-dd3efc6a7d5a" providerId="ADAL" clId="{2F069469-86E4-447B-973C-6DD10FDC1BB6}" dt="2023-03-02T08:41:09.842" v="3999" actId="20577"/>
          <ac:spMkLst>
            <pc:docMk/>
            <pc:sldMk cId="3517604494" sldId="1821"/>
            <ac:spMk id="2" creationId="{AD72B603-34D9-4DF3-8A63-2BAF2610FC96}"/>
          </ac:spMkLst>
        </pc:spChg>
        <pc:graphicFrameChg chg="modGraphic">
          <ac:chgData name="Gellenoncourt, Kevin" userId="83ce2c6d-0bd4-4cd9-955e-dd3efc6a7d5a" providerId="ADAL" clId="{2F069469-86E4-447B-973C-6DD10FDC1BB6}" dt="2023-03-07T13:42:27.422" v="5138" actId="13926"/>
          <ac:graphicFrameMkLst>
            <pc:docMk/>
            <pc:sldMk cId="3517604494" sldId="1821"/>
            <ac:graphicFrameMk id="9" creationId="{69D58248-41CB-4105-81B7-C44D2FD87403}"/>
          </ac:graphicFrameMkLst>
        </pc:graphicFrameChg>
      </pc:sldChg>
      <pc:sldChg chg="addSp delSp modSp mod delCm modCm">
        <pc:chgData name="Gellenoncourt, Kevin" userId="83ce2c6d-0bd4-4cd9-955e-dd3efc6a7d5a" providerId="ADAL" clId="{2F069469-86E4-447B-973C-6DD10FDC1BB6}" dt="2023-02-27T15:11:39.647" v="3096" actId="20577"/>
        <pc:sldMkLst>
          <pc:docMk/>
          <pc:sldMk cId="439706182" sldId="1822"/>
        </pc:sldMkLst>
        <pc:spChg chg="mod">
          <ac:chgData name="Gellenoncourt, Kevin" userId="83ce2c6d-0bd4-4cd9-955e-dd3efc6a7d5a" providerId="ADAL" clId="{2F069469-86E4-447B-973C-6DD10FDC1BB6}" dt="2023-02-15T15:53:25.774" v="1513" actId="20577"/>
          <ac:spMkLst>
            <pc:docMk/>
            <pc:sldMk cId="439706182" sldId="1822"/>
            <ac:spMk id="2" creationId="{81B4020D-2DE6-4B6C-822C-676A9E68ECFA}"/>
          </ac:spMkLst>
        </pc:spChg>
        <pc:spChg chg="mod">
          <ac:chgData name="Gellenoncourt, Kevin" userId="83ce2c6d-0bd4-4cd9-955e-dd3efc6a7d5a" providerId="ADAL" clId="{2F069469-86E4-447B-973C-6DD10FDC1BB6}" dt="2023-02-15T16:02:35.163" v="1570" actId="14100"/>
          <ac:spMkLst>
            <pc:docMk/>
            <pc:sldMk cId="439706182" sldId="1822"/>
            <ac:spMk id="3" creationId="{27D2F22D-9FC0-44F8-B90E-3D7A78BA3F00}"/>
          </ac:spMkLst>
        </pc:spChg>
        <pc:spChg chg="mod">
          <ac:chgData name="Gellenoncourt, Kevin" userId="83ce2c6d-0bd4-4cd9-955e-dd3efc6a7d5a" providerId="ADAL" clId="{2F069469-86E4-447B-973C-6DD10FDC1BB6}" dt="2023-02-15T16:03:42.388" v="1586" actId="255"/>
          <ac:spMkLst>
            <pc:docMk/>
            <pc:sldMk cId="439706182" sldId="1822"/>
            <ac:spMk id="4" creationId="{4622D693-0346-46DB-AB29-B2A55F5E35C2}"/>
          </ac:spMkLst>
        </pc:spChg>
        <pc:spChg chg="add mod">
          <ac:chgData name="Gellenoncourt, Kevin" userId="83ce2c6d-0bd4-4cd9-955e-dd3efc6a7d5a" providerId="ADAL" clId="{2F069469-86E4-447B-973C-6DD10FDC1BB6}" dt="2023-02-15T12:54:36.358" v="898"/>
          <ac:spMkLst>
            <pc:docMk/>
            <pc:sldMk cId="439706182" sldId="1822"/>
            <ac:spMk id="5" creationId="{DC5E794E-E472-75F7-FFD7-854699D9D9A8}"/>
          </ac:spMkLst>
        </pc:spChg>
        <pc:spChg chg="add mod">
          <ac:chgData name="Gellenoncourt, Kevin" userId="83ce2c6d-0bd4-4cd9-955e-dd3efc6a7d5a" providerId="ADAL" clId="{2F069469-86E4-447B-973C-6DD10FDC1BB6}" dt="2023-02-27T15:11:39.647" v="3096" actId="20577"/>
          <ac:spMkLst>
            <pc:docMk/>
            <pc:sldMk cId="439706182" sldId="1822"/>
            <ac:spMk id="8" creationId="{F05DEC3E-11F2-08BE-8BE5-2B5242059658}"/>
          </ac:spMkLst>
        </pc:spChg>
        <pc:spChg chg="add del mod">
          <ac:chgData name="Gellenoncourt, Kevin" userId="83ce2c6d-0bd4-4cd9-955e-dd3efc6a7d5a" providerId="ADAL" clId="{2F069469-86E4-447B-973C-6DD10FDC1BB6}" dt="2023-02-15T16:03:03.140" v="1577" actId="478"/>
          <ac:spMkLst>
            <pc:docMk/>
            <pc:sldMk cId="439706182" sldId="1822"/>
            <ac:spMk id="10" creationId="{E97183D1-11F0-CBD7-353E-EC4601718DCA}"/>
          </ac:spMkLst>
        </pc:spChg>
        <pc:spChg chg="mod">
          <ac:chgData name="Gellenoncourt, Kevin" userId="83ce2c6d-0bd4-4cd9-955e-dd3efc6a7d5a" providerId="ADAL" clId="{2F069469-86E4-447B-973C-6DD10FDC1BB6}" dt="2023-02-15T15:53:21.740" v="1512" actId="20577"/>
          <ac:spMkLst>
            <pc:docMk/>
            <pc:sldMk cId="439706182" sldId="1822"/>
            <ac:spMk id="11" creationId="{725171DA-B03F-40E1-A5F7-16C6E8D46E84}"/>
          </ac:spMkLst>
        </pc:spChg>
        <pc:spChg chg="mod">
          <ac:chgData name="Gellenoncourt, Kevin" userId="83ce2c6d-0bd4-4cd9-955e-dd3efc6a7d5a" providerId="ADAL" clId="{2F069469-86E4-447B-973C-6DD10FDC1BB6}" dt="2023-02-15T16:03:13.978" v="1582" actId="14100"/>
          <ac:spMkLst>
            <pc:docMk/>
            <pc:sldMk cId="439706182" sldId="1822"/>
            <ac:spMk id="12" creationId="{C1621A4C-E51F-4A7C-BFC7-35C44636CF8F}"/>
          </ac:spMkLst>
        </pc:spChg>
        <pc:spChg chg="add mod">
          <ac:chgData name="Gellenoncourt, Kevin" userId="83ce2c6d-0bd4-4cd9-955e-dd3efc6a7d5a" providerId="ADAL" clId="{2F069469-86E4-447B-973C-6DD10FDC1BB6}" dt="2023-02-15T16:05:13.051" v="1588" actId="14100"/>
          <ac:spMkLst>
            <pc:docMk/>
            <pc:sldMk cId="439706182" sldId="1822"/>
            <ac:spMk id="13" creationId="{7F2406F6-DD8D-2734-67BB-703A16F3B705}"/>
          </ac:spMkLst>
        </pc:spChg>
      </pc:sldChg>
      <pc:sldChg chg="modSp mod addCm modCm">
        <pc:chgData name="Gellenoncourt, Kevin" userId="83ce2c6d-0bd4-4cd9-955e-dd3efc6a7d5a" providerId="ADAL" clId="{2F069469-86E4-447B-973C-6DD10FDC1BB6}" dt="2023-03-29T10:56:04.367" v="7929" actId="20577"/>
        <pc:sldMkLst>
          <pc:docMk/>
          <pc:sldMk cId="1847149617" sldId="1823"/>
        </pc:sldMkLst>
        <pc:spChg chg="mod">
          <ac:chgData name="Gellenoncourt, Kevin" userId="83ce2c6d-0bd4-4cd9-955e-dd3efc6a7d5a" providerId="ADAL" clId="{2F069469-86E4-447B-973C-6DD10FDC1BB6}" dt="2023-02-15T13:01:09.319" v="1023" actId="20577"/>
          <ac:spMkLst>
            <pc:docMk/>
            <pc:sldMk cId="1847149617" sldId="1823"/>
            <ac:spMk id="2" creationId="{81B4020D-2DE6-4B6C-822C-676A9E68ECFA}"/>
          </ac:spMkLst>
        </pc:spChg>
        <pc:spChg chg="mod">
          <ac:chgData name="Gellenoncourt, Kevin" userId="83ce2c6d-0bd4-4cd9-955e-dd3efc6a7d5a" providerId="ADAL" clId="{2F069469-86E4-447B-973C-6DD10FDC1BB6}" dt="2023-03-29T10:56:04.367" v="7929" actId="20577"/>
          <ac:spMkLst>
            <pc:docMk/>
            <pc:sldMk cId="1847149617" sldId="1823"/>
            <ac:spMk id="3" creationId="{C3167168-4490-6A90-9CBD-B650CA1D9D85}"/>
          </ac:spMkLst>
        </pc:spChg>
        <pc:spChg chg="mod">
          <ac:chgData name="Gellenoncourt, Kevin" userId="83ce2c6d-0bd4-4cd9-955e-dd3efc6a7d5a" providerId="ADAL" clId="{2F069469-86E4-447B-973C-6DD10FDC1BB6}" dt="2023-03-29T10:55:30.334" v="7919" actId="20577"/>
          <ac:spMkLst>
            <pc:docMk/>
            <pc:sldMk cId="1847149617" sldId="1823"/>
            <ac:spMk id="4" creationId="{781745C1-C867-E87B-11AE-472979276EDC}"/>
          </ac:spMkLst>
        </pc:spChg>
        <pc:spChg chg="mod">
          <ac:chgData name="Gellenoncourt, Kevin" userId="83ce2c6d-0bd4-4cd9-955e-dd3efc6a7d5a" providerId="ADAL" clId="{2F069469-86E4-447B-973C-6DD10FDC1BB6}" dt="2023-02-28T12:56:25.588" v="3215" actId="1036"/>
          <ac:spMkLst>
            <pc:docMk/>
            <pc:sldMk cId="1847149617" sldId="1823"/>
            <ac:spMk id="7" creationId="{F13AB203-EAC6-E49A-83BD-3061EAD28268}"/>
          </ac:spMkLst>
        </pc:spChg>
        <pc:spChg chg="mod">
          <ac:chgData name="Gellenoncourt, Kevin" userId="83ce2c6d-0bd4-4cd9-955e-dd3efc6a7d5a" providerId="ADAL" clId="{2F069469-86E4-447B-973C-6DD10FDC1BB6}" dt="2023-02-28T12:56:20.104" v="3214" actId="14100"/>
          <ac:spMkLst>
            <pc:docMk/>
            <pc:sldMk cId="1847149617" sldId="1823"/>
            <ac:spMk id="8" creationId="{830FDC17-CB5D-9C8B-ED8F-FDC3F7FD6590}"/>
          </ac:spMkLst>
        </pc:spChg>
        <pc:spChg chg="mod">
          <ac:chgData name="Gellenoncourt, Kevin" userId="83ce2c6d-0bd4-4cd9-955e-dd3efc6a7d5a" providerId="ADAL" clId="{2F069469-86E4-447B-973C-6DD10FDC1BB6}" dt="2023-02-24T13:17:11.016" v="2969" actId="20577"/>
          <ac:spMkLst>
            <pc:docMk/>
            <pc:sldMk cId="1847149617" sldId="1823"/>
            <ac:spMk id="11" creationId="{842C7B8B-D546-5F52-8614-36B5D5B7072A}"/>
          </ac:spMkLst>
        </pc:spChg>
        <pc:spChg chg="mod">
          <ac:chgData name="Gellenoncourt, Kevin" userId="83ce2c6d-0bd4-4cd9-955e-dd3efc6a7d5a" providerId="ADAL" clId="{2F069469-86E4-447B-973C-6DD10FDC1BB6}" dt="2023-03-29T10:55:54.619" v="7928" actId="20577"/>
          <ac:spMkLst>
            <pc:docMk/>
            <pc:sldMk cId="1847149617" sldId="1823"/>
            <ac:spMk id="12" creationId="{B104700F-4F00-45C5-9952-8E84D40A9556}"/>
          </ac:spMkLst>
        </pc:spChg>
        <pc:spChg chg="mod">
          <ac:chgData name="Gellenoncourt, Kevin" userId="83ce2c6d-0bd4-4cd9-955e-dd3efc6a7d5a" providerId="ADAL" clId="{2F069469-86E4-447B-973C-6DD10FDC1BB6}" dt="2023-02-28T10:52:01.798" v="3138" actId="14100"/>
          <ac:spMkLst>
            <pc:docMk/>
            <pc:sldMk cId="1847149617" sldId="1823"/>
            <ac:spMk id="15" creationId="{C7C48C59-B55F-8595-05E0-5A4B5D311AD4}"/>
          </ac:spMkLst>
        </pc:spChg>
        <pc:spChg chg="mod">
          <ac:chgData name="Gellenoncourt, Kevin" userId="83ce2c6d-0bd4-4cd9-955e-dd3efc6a7d5a" providerId="ADAL" clId="{2F069469-86E4-447B-973C-6DD10FDC1BB6}" dt="2023-02-28T12:56:09.470" v="3211" actId="14100"/>
          <ac:spMkLst>
            <pc:docMk/>
            <pc:sldMk cId="1847149617" sldId="1823"/>
            <ac:spMk id="21" creationId="{7B90F373-D3ED-4A5A-81DD-11B4B5E645DB}"/>
          </ac:spMkLst>
        </pc:spChg>
        <pc:spChg chg="mod">
          <ac:chgData name="Gellenoncourt, Kevin" userId="83ce2c6d-0bd4-4cd9-955e-dd3efc6a7d5a" providerId="ADAL" clId="{2F069469-86E4-447B-973C-6DD10FDC1BB6}" dt="2023-03-29T10:55:33.574" v="7920" actId="20577"/>
          <ac:spMkLst>
            <pc:docMk/>
            <pc:sldMk cId="1847149617" sldId="1823"/>
            <ac:spMk id="24" creationId="{0E7D1CEB-8D48-4C01-93BC-6E4B15951217}"/>
          </ac:spMkLst>
        </pc:spChg>
        <pc:spChg chg="mod">
          <ac:chgData name="Gellenoncourt, Kevin" userId="83ce2c6d-0bd4-4cd9-955e-dd3efc6a7d5a" providerId="ADAL" clId="{2F069469-86E4-447B-973C-6DD10FDC1BB6}" dt="2023-02-24T13:29:51.483" v="2991" actId="20577"/>
          <ac:spMkLst>
            <pc:docMk/>
            <pc:sldMk cId="1847149617" sldId="1823"/>
            <ac:spMk id="27" creationId="{416BE16B-1E8C-48FA-B7AE-7624496931AD}"/>
          </ac:spMkLst>
        </pc:spChg>
      </pc:sldChg>
      <pc:sldChg chg="addSp delSp modSp del mod">
        <pc:chgData name="Gellenoncourt, Kevin" userId="83ce2c6d-0bd4-4cd9-955e-dd3efc6a7d5a" providerId="ADAL" clId="{2F069469-86E4-447B-973C-6DD10FDC1BB6}" dt="2023-02-17T16:23:13.551" v="1715" actId="2696"/>
        <pc:sldMkLst>
          <pc:docMk/>
          <pc:sldMk cId="4000586324" sldId="1824"/>
        </pc:sldMkLst>
        <pc:spChg chg="del mod">
          <ac:chgData name="Gellenoncourt, Kevin" userId="83ce2c6d-0bd4-4cd9-955e-dd3efc6a7d5a" providerId="ADAL" clId="{2F069469-86E4-447B-973C-6DD10FDC1BB6}" dt="2023-02-17T16:22:32.104" v="1707" actId="21"/>
          <ac:spMkLst>
            <pc:docMk/>
            <pc:sldMk cId="4000586324" sldId="1824"/>
            <ac:spMk id="3" creationId="{11CBED04-F18C-A393-5990-7424C18619E2}"/>
          </ac:spMkLst>
        </pc:spChg>
        <pc:spChg chg="add mod">
          <ac:chgData name="Gellenoncourt, Kevin" userId="83ce2c6d-0bd4-4cd9-955e-dd3efc6a7d5a" providerId="ADAL" clId="{2F069469-86E4-447B-973C-6DD10FDC1BB6}" dt="2023-02-17T16:22:32.104" v="1707" actId="21"/>
          <ac:spMkLst>
            <pc:docMk/>
            <pc:sldMk cId="4000586324" sldId="1824"/>
            <ac:spMk id="5" creationId="{FA527B61-B701-1EDE-2541-22E102D7B2D0}"/>
          </ac:spMkLst>
        </pc:spChg>
        <pc:spChg chg="del mod">
          <ac:chgData name="Gellenoncourt, Kevin" userId="83ce2c6d-0bd4-4cd9-955e-dd3efc6a7d5a" providerId="ADAL" clId="{2F069469-86E4-447B-973C-6DD10FDC1BB6}" dt="2023-02-17T16:22:32.104" v="1707" actId="21"/>
          <ac:spMkLst>
            <pc:docMk/>
            <pc:sldMk cId="4000586324" sldId="1824"/>
            <ac:spMk id="7" creationId="{92F87223-3247-43AA-997B-71B533465805}"/>
          </ac:spMkLst>
        </pc:spChg>
        <pc:spChg chg="del mod">
          <ac:chgData name="Gellenoncourt, Kevin" userId="83ce2c6d-0bd4-4cd9-955e-dd3efc6a7d5a" providerId="ADAL" clId="{2F069469-86E4-447B-973C-6DD10FDC1BB6}" dt="2023-02-17T16:22:32.104" v="1707" actId="21"/>
          <ac:spMkLst>
            <pc:docMk/>
            <pc:sldMk cId="4000586324" sldId="1824"/>
            <ac:spMk id="12" creationId="{CF4EAC0C-CFF7-D462-2ADE-5C93AD43858D}"/>
          </ac:spMkLst>
        </pc:spChg>
        <pc:spChg chg="del mod">
          <ac:chgData name="Gellenoncourt, Kevin" userId="83ce2c6d-0bd4-4cd9-955e-dd3efc6a7d5a" providerId="ADAL" clId="{2F069469-86E4-447B-973C-6DD10FDC1BB6}" dt="2023-02-17T16:22:32.104" v="1707" actId="21"/>
          <ac:spMkLst>
            <pc:docMk/>
            <pc:sldMk cId="4000586324" sldId="1824"/>
            <ac:spMk id="20" creationId="{E4C41FC6-A4AB-42CC-8098-ED7337D49083}"/>
          </ac:spMkLst>
        </pc:spChg>
      </pc:sldChg>
      <pc:sldChg chg="modSp mod">
        <pc:chgData name="Gellenoncourt, Kevin" userId="83ce2c6d-0bd4-4cd9-955e-dd3efc6a7d5a" providerId="ADAL" clId="{2F069469-86E4-447B-973C-6DD10FDC1BB6}" dt="2023-02-15T13:18:14.062" v="1436" actId="20577"/>
        <pc:sldMkLst>
          <pc:docMk/>
          <pc:sldMk cId="4105001652" sldId="1825"/>
        </pc:sldMkLst>
        <pc:spChg chg="mod">
          <ac:chgData name="Gellenoncourt, Kevin" userId="83ce2c6d-0bd4-4cd9-955e-dd3efc6a7d5a" providerId="ADAL" clId="{2F069469-86E4-447B-973C-6DD10FDC1BB6}" dt="2023-02-15T13:18:14.062" v="1436" actId="20577"/>
          <ac:spMkLst>
            <pc:docMk/>
            <pc:sldMk cId="4105001652" sldId="1825"/>
            <ac:spMk id="8" creationId="{EF4CE90A-C0B9-4342-BF6C-766D39B37411}"/>
          </ac:spMkLst>
        </pc:spChg>
      </pc:sldChg>
      <pc:sldChg chg="addSp delSp modSp mod">
        <pc:chgData name="Gellenoncourt, Kevin" userId="83ce2c6d-0bd4-4cd9-955e-dd3efc6a7d5a" providerId="ADAL" clId="{2F069469-86E4-447B-973C-6DD10FDC1BB6}" dt="2023-03-29T10:57:34.880" v="7938" actId="14100"/>
        <pc:sldMkLst>
          <pc:docMk/>
          <pc:sldMk cId="2789654304" sldId="1826"/>
        </pc:sldMkLst>
        <pc:spChg chg="mod">
          <ac:chgData name="Gellenoncourt, Kevin" userId="83ce2c6d-0bd4-4cd9-955e-dd3efc6a7d5a" providerId="ADAL" clId="{2F069469-86E4-447B-973C-6DD10FDC1BB6}" dt="2023-03-02T08:40:38.300" v="3992" actId="20577"/>
          <ac:spMkLst>
            <pc:docMk/>
            <pc:sldMk cId="2789654304" sldId="1826"/>
            <ac:spMk id="2" creationId="{81B4020D-2DE6-4B6C-822C-676A9E68ECFA}"/>
          </ac:spMkLst>
        </pc:spChg>
        <pc:spChg chg="del mod">
          <ac:chgData name="Gellenoncourt, Kevin" userId="83ce2c6d-0bd4-4cd9-955e-dd3efc6a7d5a" providerId="ADAL" clId="{2F069469-86E4-447B-973C-6DD10FDC1BB6}" dt="2023-03-01T15:18:16.095" v="3972" actId="21"/>
          <ac:spMkLst>
            <pc:docMk/>
            <pc:sldMk cId="2789654304" sldId="1826"/>
            <ac:spMk id="3" creationId="{14928346-04F9-0830-5168-434203925BCF}"/>
          </ac:spMkLst>
        </pc:spChg>
        <pc:spChg chg="add mod">
          <ac:chgData name="Gellenoncourt, Kevin" userId="83ce2c6d-0bd4-4cd9-955e-dd3efc6a7d5a" providerId="ADAL" clId="{2F069469-86E4-447B-973C-6DD10FDC1BB6}" dt="2023-03-29T10:54:51.701" v="7914" actId="14100"/>
          <ac:spMkLst>
            <pc:docMk/>
            <pc:sldMk cId="2789654304" sldId="1826"/>
            <ac:spMk id="3" creationId="{DAF472BA-2E9C-730D-E95F-99015C2AF2B4}"/>
          </ac:spMkLst>
        </pc:spChg>
        <pc:spChg chg="add mod">
          <ac:chgData name="Gellenoncourt, Kevin" userId="83ce2c6d-0bd4-4cd9-955e-dd3efc6a7d5a" providerId="ADAL" clId="{2F069469-86E4-447B-973C-6DD10FDC1BB6}" dt="2023-03-29T10:54:09.949" v="7902" actId="14100"/>
          <ac:spMkLst>
            <pc:docMk/>
            <pc:sldMk cId="2789654304" sldId="1826"/>
            <ac:spMk id="4" creationId="{3DEFA251-494B-C680-D4AD-5D8E322838BE}"/>
          </ac:spMkLst>
        </pc:spChg>
        <pc:spChg chg="del">
          <ac:chgData name="Gellenoncourt, Kevin" userId="83ce2c6d-0bd4-4cd9-955e-dd3efc6a7d5a" providerId="ADAL" clId="{2F069469-86E4-447B-973C-6DD10FDC1BB6}" dt="2023-02-17T16:21:36.367" v="1673" actId="21"/>
          <ac:spMkLst>
            <pc:docMk/>
            <pc:sldMk cId="2789654304" sldId="1826"/>
            <ac:spMk id="5" creationId="{DD0DF67A-848A-FAFF-2CDA-E87DF891B550}"/>
          </ac:spMkLst>
        </pc:spChg>
        <pc:spChg chg="add mod">
          <ac:chgData name="Gellenoncourt, Kevin" userId="83ce2c6d-0bd4-4cd9-955e-dd3efc6a7d5a" providerId="ADAL" clId="{2F069469-86E4-447B-973C-6DD10FDC1BB6}" dt="2023-03-29T10:54:53.878" v="7915" actId="14100"/>
          <ac:spMkLst>
            <pc:docMk/>
            <pc:sldMk cId="2789654304" sldId="1826"/>
            <ac:spMk id="5" creationId="{F113B995-A44C-6DD8-75EA-4F1AD103C212}"/>
          </ac:spMkLst>
        </pc:spChg>
        <pc:spChg chg="del">
          <ac:chgData name="Gellenoncourt, Kevin" userId="83ce2c6d-0bd4-4cd9-955e-dd3efc6a7d5a" providerId="ADAL" clId="{2F069469-86E4-447B-973C-6DD10FDC1BB6}" dt="2023-02-17T16:21:36.367" v="1673" actId="21"/>
          <ac:spMkLst>
            <pc:docMk/>
            <pc:sldMk cId="2789654304" sldId="1826"/>
            <ac:spMk id="8" creationId="{B2F5406F-9AFC-9EB7-EEC5-76A52762F573}"/>
          </ac:spMkLst>
        </pc:spChg>
        <pc:spChg chg="add mod">
          <ac:chgData name="Gellenoncourt, Kevin" userId="83ce2c6d-0bd4-4cd9-955e-dd3efc6a7d5a" providerId="ADAL" clId="{2F069469-86E4-447B-973C-6DD10FDC1BB6}" dt="2023-03-29T10:54:32.325" v="7909" actId="14100"/>
          <ac:spMkLst>
            <pc:docMk/>
            <pc:sldMk cId="2789654304" sldId="1826"/>
            <ac:spMk id="8" creationId="{EFAE59CC-00FE-A647-4AF2-F40083EDBE9E}"/>
          </ac:spMkLst>
        </pc:spChg>
        <pc:spChg chg="add mod">
          <ac:chgData name="Gellenoncourt, Kevin" userId="83ce2c6d-0bd4-4cd9-955e-dd3efc6a7d5a" providerId="ADAL" clId="{2F069469-86E4-447B-973C-6DD10FDC1BB6}" dt="2023-03-29T10:57:22.120" v="7936" actId="14100"/>
          <ac:spMkLst>
            <pc:docMk/>
            <pc:sldMk cId="2789654304" sldId="1826"/>
            <ac:spMk id="10" creationId="{5BEE6695-E1F4-866A-0C79-858782B14051}"/>
          </ac:spMkLst>
        </pc:spChg>
        <pc:spChg chg="add mod">
          <ac:chgData name="Gellenoncourt, Kevin" userId="83ce2c6d-0bd4-4cd9-955e-dd3efc6a7d5a" providerId="ADAL" clId="{2F069469-86E4-447B-973C-6DD10FDC1BB6}" dt="2023-03-29T10:57:34.880" v="7938" actId="14100"/>
          <ac:spMkLst>
            <pc:docMk/>
            <pc:sldMk cId="2789654304" sldId="1826"/>
            <ac:spMk id="11" creationId="{633C8260-57A0-F46E-602E-399C04E511EF}"/>
          </ac:spMkLst>
        </pc:spChg>
        <pc:spChg chg="add del mod">
          <ac:chgData name="Gellenoncourt, Kevin" userId="83ce2c6d-0bd4-4cd9-955e-dd3efc6a7d5a" providerId="ADAL" clId="{2F069469-86E4-447B-973C-6DD10FDC1BB6}" dt="2023-02-17T16:41:33.829" v="1891" actId="478"/>
          <ac:spMkLst>
            <pc:docMk/>
            <pc:sldMk cId="2789654304" sldId="1826"/>
            <ac:spMk id="12" creationId="{5F4EFAA4-12BC-FFB7-43CE-21878B2805E5}"/>
          </ac:spMkLst>
        </pc:spChg>
        <pc:spChg chg="add mod">
          <ac:chgData name="Gellenoncourt, Kevin" userId="83ce2c6d-0bd4-4cd9-955e-dd3efc6a7d5a" providerId="ADAL" clId="{2F069469-86E4-447B-973C-6DD10FDC1BB6}" dt="2023-03-29T10:54:38.443" v="7911" actId="14100"/>
          <ac:spMkLst>
            <pc:docMk/>
            <pc:sldMk cId="2789654304" sldId="1826"/>
            <ac:spMk id="12" creationId="{C879539E-6400-37B7-3FAF-61B9AD222509}"/>
          </ac:spMkLst>
        </pc:spChg>
        <pc:spChg chg="mod">
          <ac:chgData name="Gellenoncourt, Kevin" userId="83ce2c6d-0bd4-4cd9-955e-dd3efc6a7d5a" providerId="ADAL" clId="{2F069469-86E4-447B-973C-6DD10FDC1BB6}" dt="2023-02-27T15:08:34.219" v="3054" actId="403"/>
          <ac:spMkLst>
            <pc:docMk/>
            <pc:sldMk cId="2789654304" sldId="1826"/>
            <ac:spMk id="13" creationId="{C083206D-4CC2-5447-AAAA-BD90521B11AA}"/>
          </ac:spMkLst>
        </pc:spChg>
        <pc:spChg chg="mod">
          <ac:chgData name="Gellenoncourt, Kevin" userId="83ce2c6d-0bd4-4cd9-955e-dd3efc6a7d5a" providerId="ADAL" clId="{2F069469-86E4-447B-973C-6DD10FDC1BB6}" dt="2023-02-27T15:08:36.440" v="3055" actId="403"/>
          <ac:spMkLst>
            <pc:docMk/>
            <pc:sldMk cId="2789654304" sldId="1826"/>
            <ac:spMk id="14" creationId="{FAD498DE-6D7E-4853-FCE8-768C1D49C1F6}"/>
          </ac:spMkLst>
        </pc:spChg>
        <pc:spChg chg="mod">
          <ac:chgData name="Gellenoncourt, Kevin" userId="83ce2c6d-0bd4-4cd9-955e-dd3efc6a7d5a" providerId="ADAL" clId="{2F069469-86E4-447B-973C-6DD10FDC1BB6}" dt="2023-03-29T10:54:08.003" v="7901" actId="14100"/>
          <ac:spMkLst>
            <pc:docMk/>
            <pc:sldMk cId="2789654304" sldId="1826"/>
            <ac:spMk id="15" creationId="{4DA88B71-EBDF-4B03-97EA-7B154EC1D156}"/>
          </ac:spMkLst>
        </pc:spChg>
        <pc:spChg chg="add mod">
          <ac:chgData name="Gellenoncourt, Kevin" userId="83ce2c6d-0bd4-4cd9-955e-dd3efc6a7d5a" providerId="ADAL" clId="{2F069469-86E4-447B-973C-6DD10FDC1BB6}" dt="2023-03-27T11:41:15.387" v="7625" actId="1076"/>
          <ac:spMkLst>
            <pc:docMk/>
            <pc:sldMk cId="2789654304" sldId="1826"/>
            <ac:spMk id="16" creationId="{55465E25-8977-74CC-6489-94FB71BFC665}"/>
          </ac:spMkLst>
        </pc:spChg>
        <pc:spChg chg="add del mod">
          <ac:chgData name="Gellenoncourt, Kevin" userId="83ce2c6d-0bd4-4cd9-955e-dd3efc6a7d5a" providerId="ADAL" clId="{2F069469-86E4-447B-973C-6DD10FDC1BB6}" dt="2023-03-02T11:08:01.067" v="4103" actId="21"/>
          <ac:spMkLst>
            <pc:docMk/>
            <pc:sldMk cId="2789654304" sldId="1826"/>
            <ac:spMk id="16" creationId="{CB7787F2-B1CA-8F49-9B1E-1121122B13C5}"/>
          </ac:spMkLst>
        </pc:spChg>
        <pc:spChg chg="add mod">
          <ac:chgData name="Gellenoncourt, Kevin" userId="83ce2c6d-0bd4-4cd9-955e-dd3efc6a7d5a" providerId="ADAL" clId="{2F069469-86E4-447B-973C-6DD10FDC1BB6}" dt="2023-03-29T10:54:12.741" v="7903" actId="14100"/>
          <ac:spMkLst>
            <pc:docMk/>
            <pc:sldMk cId="2789654304" sldId="1826"/>
            <ac:spMk id="17" creationId="{DB094A7F-DC52-ABAC-E8A5-1255287DF529}"/>
          </ac:spMkLst>
        </pc:spChg>
        <pc:spChg chg="add mod">
          <ac:chgData name="Gellenoncourt, Kevin" userId="83ce2c6d-0bd4-4cd9-955e-dd3efc6a7d5a" providerId="ADAL" clId="{2F069469-86E4-447B-973C-6DD10FDC1BB6}" dt="2023-03-27T11:41:15.387" v="7625" actId="1076"/>
          <ac:spMkLst>
            <pc:docMk/>
            <pc:sldMk cId="2789654304" sldId="1826"/>
            <ac:spMk id="18" creationId="{30DC87B9-CA77-770C-78F6-4E75EF2B6050}"/>
          </ac:spMkLst>
        </pc:spChg>
        <pc:spChg chg="add del mod">
          <ac:chgData name="Gellenoncourt, Kevin" userId="83ce2c6d-0bd4-4cd9-955e-dd3efc6a7d5a" providerId="ADAL" clId="{2F069469-86E4-447B-973C-6DD10FDC1BB6}" dt="2023-03-02T11:09:17.371" v="4117" actId="478"/>
          <ac:spMkLst>
            <pc:docMk/>
            <pc:sldMk cId="2789654304" sldId="1826"/>
            <ac:spMk id="18" creationId="{5A8FA75B-7CD9-78CC-4EB4-6431A5CC1003}"/>
          </ac:spMkLst>
        </pc:spChg>
        <pc:spChg chg="add mod">
          <ac:chgData name="Gellenoncourt, Kevin" userId="83ce2c6d-0bd4-4cd9-955e-dd3efc6a7d5a" providerId="ADAL" clId="{2F069469-86E4-447B-973C-6DD10FDC1BB6}" dt="2023-03-29T10:53:54.997" v="7897" actId="14100"/>
          <ac:spMkLst>
            <pc:docMk/>
            <pc:sldMk cId="2789654304" sldId="1826"/>
            <ac:spMk id="19" creationId="{1F95986F-431B-E99B-9C26-4159CCAC4D58}"/>
          </ac:spMkLst>
        </pc:spChg>
        <pc:spChg chg="add mod">
          <ac:chgData name="Gellenoncourt, Kevin" userId="83ce2c6d-0bd4-4cd9-955e-dd3efc6a7d5a" providerId="ADAL" clId="{2F069469-86E4-447B-973C-6DD10FDC1BB6}" dt="2023-03-27T11:41:15.387" v="7625" actId="1076"/>
          <ac:spMkLst>
            <pc:docMk/>
            <pc:sldMk cId="2789654304" sldId="1826"/>
            <ac:spMk id="20" creationId="{B547579E-0297-7065-3C2B-B32E8777C39F}"/>
          </ac:spMkLst>
        </pc:spChg>
        <pc:spChg chg="del mod">
          <ac:chgData name="Gellenoncourt, Kevin" userId="83ce2c6d-0bd4-4cd9-955e-dd3efc6a7d5a" providerId="ADAL" clId="{2F069469-86E4-447B-973C-6DD10FDC1BB6}" dt="2023-02-17T16:48:36.260" v="2130" actId="21"/>
          <ac:spMkLst>
            <pc:docMk/>
            <pc:sldMk cId="2789654304" sldId="1826"/>
            <ac:spMk id="20" creationId="{D7763DBF-4035-DBAE-DCF7-A0F0AE906002}"/>
          </ac:spMkLst>
        </pc:spChg>
        <pc:spChg chg="add del mod">
          <ac:chgData name="Gellenoncourt, Kevin" userId="83ce2c6d-0bd4-4cd9-955e-dd3efc6a7d5a" providerId="ADAL" clId="{2F069469-86E4-447B-973C-6DD10FDC1BB6}" dt="2023-03-27T11:40:10.520" v="7614" actId="21"/>
          <ac:spMkLst>
            <pc:docMk/>
            <pc:sldMk cId="2789654304" sldId="1826"/>
            <ac:spMk id="21" creationId="{2A5AA9B4-5AA8-7B92-6C24-AEB152D33B33}"/>
          </ac:spMkLst>
        </pc:spChg>
        <pc:spChg chg="del">
          <ac:chgData name="Gellenoncourt, Kevin" userId="83ce2c6d-0bd4-4cd9-955e-dd3efc6a7d5a" providerId="ADAL" clId="{2F069469-86E4-447B-973C-6DD10FDC1BB6}" dt="2023-02-17T16:21:36.367" v="1673" actId="21"/>
          <ac:spMkLst>
            <pc:docMk/>
            <pc:sldMk cId="2789654304" sldId="1826"/>
            <ac:spMk id="24" creationId="{4818785F-04A0-4C20-8BFC-4A865039B2D9}"/>
          </ac:spMkLst>
        </pc:spChg>
      </pc:sldChg>
      <pc:sldChg chg="modSp mod">
        <pc:chgData name="Gellenoncourt, Kevin" userId="83ce2c6d-0bd4-4cd9-955e-dd3efc6a7d5a" providerId="ADAL" clId="{2F069469-86E4-447B-973C-6DD10FDC1BB6}" dt="2023-02-15T13:18:03.801" v="1434" actId="20577"/>
        <pc:sldMkLst>
          <pc:docMk/>
          <pc:sldMk cId="1624291787" sldId="1827"/>
        </pc:sldMkLst>
        <pc:spChg chg="mod">
          <ac:chgData name="Gellenoncourt, Kevin" userId="83ce2c6d-0bd4-4cd9-955e-dd3efc6a7d5a" providerId="ADAL" clId="{2F069469-86E4-447B-973C-6DD10FDC1BB6}" dt="2023-02-15T13:18:03.801" v="1434" actId="20577"/>
          <ac:spMkLst>
            <pc:docMk/>
            <pc:sldMk cId="1624291787" sldId="1827"/>
            <ac:spMk id="8" creationId="{EF4CE90A-C0B9-4342-BF6C-766D39B37411}"/>
          </ac:spMkLst>
        </pc:spChg>
      </pc:sldChg>
      <pc:sldChg chg="addSp delSp modSp add mod ord addCm modCm">
        <pc:chgData name="Gellenoncourt, Kevin" userId="83ce2c6d-0bd4-4cd9-955e-dd3efc6a7d5a" providerId="ADAL" clId="{2F069469-86E4-447B-973C-6DD10FDC1BB6}" dt="2023-03-27T09:15:55.302" v="7307" actId="14100"/>
        <pc:sldMkLst>
          <pc:docMk/>
          <pc:sldMk cId="394559105" sldId="1828"/>
        </pc:sldMkLst>
        <pc:spChg chg="mod">
          <ac:chgData name="Gellenoncourt, Kevin" userId="83ce2c6d-0bd4-4cd9-955e-dd3efc6a7d5a" providerId="ADAL" clId="{2F069469-86E4-447B-973C-6DD10FDC1BB6}" dt="2023-03-14T16:48:08.037" v="5876" actId="20577"/>
          <ac:spMkLst>
            <pc:docMk/>
            <pc:sldMk cId="394559105" sldId="1828"/>
            <ac:spMk id="2" creationId="{81B4020D-2DE6-4B6C-822C-676A9E68ECFA}"/>
          </ac:spMkLst>
        </pc:spChg>
        <pc:spChg chg="add del mod">
          <ac:chgData name="Gellenoncourt, Kevin" userId="83ce2c6d-0bd4-4cd9-955e-dd3efc6a7d5a" providerId="ADAL" clId="{2F069469-86E4-447B-973C-6DD10FDC1BB6}" dt="2023-03-15T10:27:12.874" v="6091" actId="478"/>
          <ac:spMkLst>
            <pc:docMk/>
            <pc:sldMk cId="394559105" sldId="1828"/>
            <ac:spMk id="3" creationId="{50DF54B6-C15F-2D69-748D-09D8C2138E81}"/>
          </ac:spMkLst>
        </pc:spChg>
        <pc:spChg chg="add del mod">
          <ac:chgData name="Gellenoncourt, Kevin" userId="83ce2c6d-0bd4-4cd9-955e-dd3efc6a7d5a" providerId="ADAL" clId="{2F069469-86E4-447B-973C-6DD10FDC1BB6}" dt="2023-03-09T15:07:15.206" v="5564" actId="478"/>
          <ac:spMkLst>
            <pc:docMk/>
            <pc:sldMk cId="394559105" sldId="1828"/>
            <ac:spMk id="3" creationId="{968DACCB-6332-4C26-39F2-2D374711D2B0}"/>
          </ac:spMkLst>
        </pc:spChg>
        <pc:spChg chg="add mod">
          <ac:chgData name="Gellenoncourt, Kevin" userId="83ce2c6d-0bd4-4cd9-955e-dd3efc6a7d5a" providerId="ADAL" clId="{2F069469-86E4-447B-973C-6DD10FDC1BB6}" dt="2023-03-20T09:07:57.375" v="7239" actId="14100"/>
          <ac:spMkLst>
            <pc:docMk/>
            <pc:sldMk cId="394559105" sldId="1828"/>
            <ac:spMk id="3" creationId="{A517E06E-3373-4455-D6C2-60FCC89E1F31}"/>
          </ac:spMkLst>
        </pc:spChg>
        <pc:spChg chg="del mod">
          <ac:chgData name="Gellenoncourt, Kevin" userId="83ce2c6d-0bd4-4cd9-955e-dd3efc6a7d5a" providerId="ADAL" clId="{2F069469-86E4-447B-973C-6DD10FDC1BB6}" dt="2023-02-28T16:47:33.828" v="3277" actId="21"/>
          <ac:spMkLst>
            <pc:docMk/>
            <pc:sldMk cId="394559105" sldId="1828"/>
            <ac:spMk id="3" creationId="{D8EA6576-09F3-B364-F214-DD47AD7D8532}"/>
          </ac:spMkLst>
        </pc:spChg>
        <pc:spChg chg="add del mod">
          <ac:chgData name="Gellenoncourt, Kevin" userId="83ce2c6d-0bd4-4cd9-955e-dd3efc6a7d5a" providerId="ADAL" clId="{2F069469-86E4-447B-973C-6DD10FDC1BB6}" dt="2023-03-15T10:26:00.954" v="6066" actId="21"/>
          <ac:spMkLst>
            <pc:docMk/>
            <pc:sldMk cId="394559105" sldId="1828"/>
            <ac:spMk id="4" creationId="{14F1A13F-5CBD-1B95-C51F-68526AB6BAA4}"/>
          </ac:spMkLst>
        </pc:spChg>
        <pc:spChg chg="add mod">
          <ac:chgData name="Gellenoncourt, Kevin" userId="83ce2c6d-0bd4-4cd9-955e-dd3efc6a7d5a" providerId="ADAL" clId="{2F069469-86E4-447B-973C-6DD10FDC1BB6}" dt="2023-03-15T14:01:44.563" v="6421" actId="113"/>
          <ac:spMkLst>
            <pc:docMk/>
            <pc:sldMk cId="394559105" sldId="1828"/>
            <ac:spMk id="4" creationId="{A0E49883-BD02-0EF4-758D-0FF455BDA027}"/>
          </ac:spMkLst>
        </pc:spChg>
        <pc:spChg chg="del">
          <ac:chgData name="Gellenoncourt, Kevin" userId="83ce2c6d-0bd4-4cd9-955e-dd3efc6a7d5a" providerId="ADAL" clId="{2F069469-86E4-447B-973C-6DD10FDC1BB6}" dt="2023-02-17T16:51:44.724" v="2187" actId="478"/>
          <ac:spMkLst>
            <pc:docMk/>
            <pc:sldMk cId="394559105" sldId="1828"/>
            <ac:spMk id="4" creationId="{AE7AF101-B834-4B05-99A3-B4C8D043B6E1}"/>
          </ac:spMkLst>
        </pc:spChg>
        <pc:spChg chg="add del mod">
          <ac:chgData name="Gellenoncourt, Kevin" userId="83ce2c6d-0bd4-4cd9-955e-dd3efc6a7d5a" providerId="ADAL" clId="{2F069469-86E4-447B-973C-6DD10FDC1BB6}" dt="2023-03-15T10:24:53.880" v="6043" actId="478"/>
          <ac:spMkLst>
            <pc:docMk/>
            <pc:sldMk cId="394559105" sldId="1828"/>
            <ac:spMk id="5" creationId="{50786968-3F6C-C2A9-9CD6-2C0C8316813E}"/>
          </ac:spMkLst>
        </pc:spChg>
        <pc:spChg chg="add mod">
          <ac:chgData name="Gellenoncourt, Kevin" userId="83ce2c6d-0bd4-4cd9-955e-dd3efc6a7d5a" providerId="ADAL" clId="{2F069469-86E4-447B-973C-6DD10FDC1BB6}" dt="2023-03-20T09:03:55.806" v="7185" actId="13926"/>
          <ac:spMkLst>
            <pc:docMk/>
            <pc:sldMk cId="394559105" sldId="1828"/>
            <ac:spMk id="5" creationId="{99C3770B-2A4E-06DE-FC12-E8FCE5F6AEFD}"/>
          </ac:spMkLst>
        </pc:spChg>
        <pc:spChg chg="add mod">
          <ac:chgData name="Gellenoncourt, Kevin" userId="83ce2c6d-0bd4-4cd9-955e-dd3efc6a7d5a" providerId="ADAL" clId="{2F069469-86E4-447B-973C-6DD10FDC1BB6}" dt="2023-03-16T11:28:42.174" v="6805" actId="14100"/>
          <ac:spMkLst>
            <pc:docMk/>
            <pc:sldMk cId="394559105" sldId="1828"/>
            <ac:spMk id="8" creationId="{970F1C58-5910-AC60-7DA7-D039F429C21E}"/>
          </ac:spMkLst>
        </pc:spChg>
        <pc:spChg chg="add mod">
          <ac:chgData name="Gellenoncourt, Kevin" userId="83ce2c6d-0bd4-4cd9-955e-dd3efc6a7d5a" providerId="ADAL" clId="{2F069469-86E4-447B-973C-6DD10FDC1BB6}" dt="2023-03-17T10:47:13.019" v="6970" actId="14100"/>
          <ac:spMkLst>
            <pc:docMk/>
            <pc:sldMk cId="394559105" sldId="1828"/>
            <ac:spMk id="9" creationId="{77C3B844-E6D7-3624-1D88-491DC7FBE73F}"/>
          </ac:spMkLst>
        </pc:spChg>
        <pc:spChg chg="add mod">
          <ac:chgData name="Gellenoncourt, Kevin" userId="83ce2c6d-0bd4-4cd9-955e-dd3efc6a7d5a" providerId="ADAL" clId="{2F069469-86E4-447B-973C-6DD10FDC1BB6}" dt="2023-03-20T09:08:04.633" v="7241" actId="1076"/>
          <ac:spMkLst>
            <pc:docMk/>
            <pc:sldMk cId="394559105" sldId="1828"/>
            <ac:spMk id="10" creationId="{BFDD69E3-07BF-57E7-DF46-60AAFB8BB99B}"/>
          </ac:spMkLst>
        </pc:spChg>
        <pc:spChg chg="add del mod">
          <ac:chgData name="Gellenoncourt, Kevin" userId="83ce2c6d-0bd4-4cd9-955e-dd3efc6a7d5a" providerId="ADAL" clId="{2F069469-86E4-447B-973C-6DD10FDC1BB6}" dt="2023-03-15T10:24:17.999" v="6027" actId="478"/>
          <ac:spMkLst>
            <pc:docMk/>
            <pc:sldMk cId="394559105" sldId="1828"/>
            <ac:spMk id="10" creationId="{E5325217-DCF3-BA13-5381-509A59840C4C}"/>
          </ac:spMkLst>
        </pc:spChg>
        <pc:spChg chg="add mod">
          <ac:chgData name="Gellenoncourt, Kevin" userId="83ce2c6d-0bd4-4cd9-955e-dd3efc6a7d5a" providerId="ADAL" clId="{2F069469-86E4-447B-973C-6DD10FDC1BB6}" dt="2023-03-17T10:47:20.033" v="6972" actId="14100"/>
          <ac:spMkLst>
            <pc:docMk/>
            <pc:sldMk cId="394559105" sldId="1828"/>
            <ac:spMk id="11" creationId="{41A27570-4EE7-B3BA-F6CB-2BF7908DDCBF}"/>
          </ac:spMkLst>
        </pc:spChg>
        <pc:spChg chg="add mod">
          <ac:chgData name="Gellenoncourt, Kevin" userId="83ce2c6d-0bd4-4cd9-955e-dd3efc6a7d5a" providerId="ADAL" clId="{2F069469-86E4-447B-973C-6DD10FDC1BB6}" dt="2023-03-20T09:07:54.817" v="7238" actId="14100"/>
          <ac:spMkLst>
            <pc:docMk/>
            <pc:sldMk cId="394559105" sldId="1828"/>
            <ac:spMk id="12" creationId="{0252FE96-935D-0484-DB0A-371D13666871}"/>
          </ac:spMkLst>
        </pc:spChg>
        <pc:spChg chg="del">
          <ac:chgData name="Gellenoncourt, Kevin" userId="83ce2c6d-0bd4-4cd9-955e-dd3efc6a7d5a" providerId="ADAL" clId="{2F069469-86E4-447B-973C-6DD10FDC1BB6}" dt="2023-02-17T16:51:44.724" v="2187" actId="478"/>
          <ac:spMkLst>
            <pc:docMk/>
            <pc:sldMk cId="394559105" sldId="1828"/>
            <ac:spMk id="13" creationId="{492D8603-FB45-4122-A5F9-D3A952C82D13}"/>
          </ac:spMkLst>
        </pc:spChg>
        <pc:spChg chg="add mod">
          <ac:chgData name="Gellenoncourt, Kevin" userId="83ce2c6d-0bd4-4cd9-955e-dd3efc6a7d5a" providerId="ADAL" clId="{2F069469-86E4-447B-973C-6DD10FDC1BB6}" dt="2023-03-20T09:02:40.117" v="7159" actId="1076"/>
          <ac:spMkLst>
            <pc:docMk/>
            <pc:sldMk cId="394559105" sldId="1828"/>
            <ac:spMk id="13" creationId="{5AC61B25-9196-E896-2061-7CCB25B19E24}"/>
          </ac:spMkLst>
        </pc:spChg>
        <pc:spChg chg="add del mod">
          <ac:chgData name="Gellenoncourt, Kevin" userId="83ce2c6d-0bd4-4cd9-955e-dd3efc6a7d5a" providerId="ADAL" clId="{2F069469-86E4-447B-973C-6DD10FDC1BB6}" dt="2023-03-15T10:27:09.817" v="6090" actId="478"/>
          <ac:spMkLst>
            <pc:docMk/>
            <pc:sldMk cId="394559105" sldId="1828"/>
            <ac:spMk id="13" creationId="{9F1ED7BC-C876-B679-31DB-5136E14CBAA9}"/>
          </ac:spMkLst>
        </pc:spChg>
        <pc:spChg chg="add del mod">
          <ac:chgData name="Gellenoncourt, Kevin" userId="83ce2c6d-0bd4-4cd9-955e-dd3efc6a7d5a" providerId="ADAL" clId="{2F069469-86E4-447B-973C-6DD10FDC1BB6}" dt="2023-03-09T15:07:15.206" v="5564" actId="478"/>
          <ac:spMkLst>
            <pc:docMk/>
            <pc:sldMk cId="394559105" sldId="1828"/>
            <ac:spMk id="13" creationId="{C73392F3-9D91-EB10-9860-5BCEDCD620EB}"/>
          </ac:spMkLst>
        </pc:spChg>
        <pc:spChg chg="add mod">
          <ac:chgData name="Gellenoncourt, Kevin" userId="83ce2c6d-0bd4-4cd9-955e-dd3efc6a7d5a" providerId="ADAL" clId="{2F069469-86E4-447B-973C-6DD10FDC1BB6}" dt="2023-03-16T10:30:03.281" v="6482" actId="14100"/>
          <ac:spMkLst>
            <pc:docMk/>
            <pc:sldMk cId="394559105" sldId="1828"/>
            <ac:spMk id="15" creationId="{9D7E702D-19C2-2F3F-70B5-73F6CC7B90B0}"/>
          </ac:spMkLst>
        </pc:spChg>
        <pc:spChg chg="del">
          <ac:chgData name="Gellenoncourt, Kevin" userId="83ce2c6d-0bd4-4cd9-955e-dd3efc6a7d5a" providerId="ADAL" clId="{2F069469-86E4-447B-973C-6DD10FDC1BB6}" dt="2023-02-17T16:51:44.724" v="2187" actId="478"/>
          <ac:spMkLst>
            <pc:docMk/>
            <pc:sldMk cId="394559105" sldId="1828"/>
            <ac:spMk id="15" creationId="{DACBC955-C6EE-4496-BA52-8FB4850ED121}"/>
          </ac:spMkLst>
        </pc:spChg>
        <pc:spChg chg="add mod">
          <ac:chgData name="Gellenoncourt, Kevin" userId="83ce2c6d-0bd4-4cd9-955e-dd3efc6a7d5a" providerId="ADAL" clId="{2F069469-86E4-447B-973C-6DD10FDC1BB6}" dt="2023-03-17T10:47:09.912" v="6969" actId="14100"/>
          <ac:spMkLst>
            <pc:docMk/>
            <pc:sldMk cId="394559105" sldId="1828"/>
            <ac:spMk id="16" creationId="{193E23CE-10D3-6AF3-8769-9A0DD9180317}"/>
          </ac:spMkLst>
        </pc:spChg>
        <pc:spChg chg="del">
          <ac:chgData name="Gellenoncourt, Kevin" userId="83ce2c6d-0bd4-4cd9-955e-dd3efc6a7d5a" providerId="ADAL" clId="{2F069469-86E4-447B-973C-6DD10FDC1BB6}" dt="2023-02-17T16:51:44.724" v="2187" actId="478"/>
          <ac:spMkLst>
            <pc:docMk/>
            <pc:sldMk cId="394559105" sldId="1828"/>
            <ac:spMk id="16" creationId="{54A54C3C-9E27-4F96-B428-1F95DDF3502B}"/>
          </ac:spMkLst>
        </pc:spChg>
        <pc:spChg chg="del mod ord">
          <ac:chgData name="Gellenoncourt, Kevin" userId="83ce2c6d-0bd4-4cd9-955e-dd3efc6a7d5a" providerId="ADAL" clId="{2F069469-86E4-447B-973C-6DD10FDC1BB6}" dt="2023-03-15T10:34:09.112" v="6203" actId="478"/>
          <ac:spMkLst>
            <pc:docMk/>
            <pc:sldMk cId="394559105" sldId="1828"/>
            <ac:spMk id="17" creationId="{52C82ACF-7F58-4D47-9379-0CF0193D0C84}"/>
          </ac:spMkLst>
        </pc:spChg>
        <pc:spChg chg="add mod">
          <ac:chgData name="Gellenoncourt, Kevin" userId="83ce2c6d-0bd4-4cd9-955e-dd3efc6a7d5a" providerId="ADAL" clId="{2F069469-86E4-447B-973C-6DD10FDC1BB6}" dt="2023-03-27T09:15:53.191" v="7306" actId="14100"/>
          <ac:spMkLst>
            <pc:docMk/>
            <pc:sldMk cId="394559105" sldId="1828"/>
            <ac:spMk id="17" creationId="{B27688DB-117E-5D36-AED6-27EDD9FB8A78}"/>
          </ac:spMkLst>
        </pc:spChg>
        <pc:spChg chg="add mod">
          <ac:chgData name="Gellenoncourt, Kevin" userId="83ce2c6d-0bd4-4cd9-955e-dd3efc6a7d5a" providerId="ADAL" clId="{2F069469-86E4-447B-973C-6DD10FDC1BB6}" dt="2023-03-20T09:06:11.175" v="7204" actId="1076"/>
          <ac:spMkLst>
            <pc:docMk/>
            <pc:sldMk cId="394559105" sldId="1828"/>
            <ac:spMk id="18" creationId="{2086745D-4666-EF6D-7A79-E07E00074C18}"/>
          </ac:spMkLst>
        </pc:spChg>
        <pc:spChg chg="add mod">
          <ac:chgData name="Gellenoncourt, Kevin" userId="83ce2c6d-0bd4-4cd9-955e-dd3efc6a7d5a" providerId="ADAL" clId="{2F069469-86E4-447B-973C-6DD10FDC1BB6}" dt="2023-03-15T13:58:45.431" v="6357" actId="14100"/>
          <ac:spMkLst>
            <pc:docMk/>
            <pc:sldMk cId="394559105" sldId="1828"/>
            <ac:spMk id="19" creationId="{E4BDD261-34A2-ADA5-7F69-1D9C21FA7D1C}"/>
          </ac:spMkLst>
        </pc:spChg>
        <pc:spChg chg="del">
          <ac:chgData name="Gellenoncourt, Kevin" userId="83ce2c6d-0bd4-4cd9-955e-dd3efc6a7d5a" providerId="ADAL" clId="{2F069469-86E4-447B-973C-6DD10FDC1BB6}" dt="2023-02-17T16:51:44.724" v="2187" actId="478"/>
          <ac:spMkLst>
            <pc:docMk/>
            <pc:sldMk cId="394559105" sldId="1828"/>
            <ac:spMk id="19" creationId="{F1BECC27-4752-422F-859F-36C980B9D421}"/>
          </ac:spMkLst>
        </pc:spChg>
        <pc:spChg chg="add mod">
          <ac:chgData name="Gellenoncourt, Kevin" userId="83ce2c6d-0bd4-4cd9-955e-dd3efc6a7d5a" providerId="ADAL" clId="{2F069469-86E4-447B-973C-6DD10FDC1BB6}" dt="2023-03-16T11:28:29.870" v="6799" actId="14100"/>
          <ac:spMkLst>
            <pc:docMk/>
            <pc:sldMk cId="394559105" sldId="1828"/>
            <ac:spMk id="20" creationId="{482B677E-C5BC-61F7-8F32-769ECB643D5C}"/>
          </ac:spMkLst>
        </pc:spChg>
        <pc:spChg chg="del mod">
          <ac:chgData name="Gellenoncourt, Kevin" userId="83ce2c6d-0bd4-4cd9-955e-dd3efc6a7d5a" providerId="ADAL" clId="{2F069469-86E4-447B-973C-6DD10FDC1BB6}" dt="2023-03-01T15:17:56.686" v="3969" actId="21"/>
          <ac:spMkLst>
            <pc:docMk/>
            <pc:sldMk cId="394559105" sldId="1828"/>
            <ac:spMk id="20" creationId="{9C8DA1E5-C2A4-43A5-8FAF-3EF7A835A4E3}"/>
          </ac:spMkLst>
        </pc:spChg>
        <pc:spChg chg="mod">
          <ac:chgData name="Gellenoncourt, Kevin" userId="83ce2c6d-0bd4-4cd9-955e-dd3efc6a7d5a" providerId="ADAL" clId="{2F069469-86E4-447B-973C-6DD10FDC1BB6}" dt="2023-03-15T13:58:40.867" v="6356" actId="14100"/>
          <ac:spMkLst>
            <pc:docMk/>
            <pc:sldMk cId="394559105" sldId="1828"/>
            <ac:spMk id="21" creationId="{9975369E-847D-4D46-B660-FC2A64309400}"/>
          </ac:spMkLst>
        </pc:spChg>
        <pc:spChg chg="add mod">
          <ac:chgData name="Gellenoncourt, Kevin" userId="83ce2c6d-0bd4-4cd9-955e-dd3efc6a7d5a" providerId="ADAL" clId="{2F069469-86E4-447B-973C-6DD10FDC1BB6}" dt="2023-03-16T11:29:24.427" v="6818" actId="14100"/>
          <ac:spMkLst>
            <pc:docMk/>
            <pc:sldMk cId="394559105" sldId="1828"/>
            <ac:spMk id="22" creationId="{A0E2EB9E-403B-1783-01A5-15371416A388}"/>
          </ac:spMkLst>
        </pc:spChg>
        <pc:spChg chg="del">
          <ac:chgData name="Gellenoncourt, Kevin" userId="83ce2c6d-0bd4-4cd9-955e-dd3efc6a7d5a" providerId="ADAL" clId="{2F069469-86E4-447B-973C-6DD10FDC1BB6}" dt="2023-02-28T16:47:24.519" v="3274" actId="21"/>
          <ac:spMkLst>
            <pc:docMk/>
            <pc:sldMk cId="394559105" sldId="1828"/>
            <ac:spMk id="23" creationId="{97C26A3C-B1E3-409A-ABB4-B7145125ABCC}"/>
          </ac:spMkLst>
        </pc:spChg>
        <pc:spChg chg="add mod">
          <ac:chgData name="Gellenoncourt, Kevin" userId="83ce2c6d-0bd4-4cd9-955e-dd3efc6a7d5a" providerId="ADAL" clId="{2F069469-86E4-447B-973C-6DD10FDC1BB6}" dt="2023-03-16T11:29:21.924" v="6817" actId="14100"/>
          <ac:spMkLst>
            <pc:docMk/>
            <pc:sldMk cId="394559105" sldId="1828"/>
            <ac:spMk id="23" creationId="{D45C1964-3199-AEA8-A302-B7CC89E83D1C}"/>
          </ac:spMkLst>
        </pc:spChg>
        <pc:spChg chg="add mod">
          <ac:chgData name="Gellenoncourt, Kevin" userId="83ce2c6d-0bd4-4cd9-955e-dd3efc6a7d5a" providerId="ADAL" clId="{2F069469-86E4-447B-973C-6DD10FDC1BB6}" dt="2023-03-15T10:33:40.900" v="6197" actId="1076"/>
          <ac:spMkLst>
            <pc:docMk/>
            <pc:sldMk cId="394559105" sldId="1828"/>
            <ac:spMk id="24" creationId="{88F570B6-8124-73EB-127F-A1C07F1C2995}"/>
          </ac:spMkLst>
        </pc:spChg>
        <pc:spChg chg="add mod">
          <ac:chgData name="Gellenoncourt, Kevin" userId="83ce2c6d-0bd4-4cd9-955e-dd3efc6a7d5a" providerId="ADAL" clId="{2F069469-86E4-447B-973C-6DD10FDC1BB6}" dt="2023-03-16T11:29:17.012" v="6814" actId="14100"/>
          <ac:spMkLst>
            <pc:docMk/>
            <pc:sldMk cId="394559105" sldId="1828"/>
            <ac:spMk id="25" creationId="{1F44828C-2473-8027-6E16-DD3C9C323280}"/>
          </ac:spMkLst>
        </pc:spChg>
        <pc:spChg chg="del mod">
          <ac:chgData name="Gellenoncourt, Kevin" userId="83ce2c6d-0bd4-4cd9-955e-dd3efc6a7d5a" providerId="ADAL" clId="{2F069469-86E4-447B-973C-6DD10FDC1BB6}" dt="2023-03-01T15:12:59.792" v="3715" actId="478"/>
          <ac:spMkLst>
            <pc:docMk/>
            <pc:sldMk cId="394559105" sldId="1828"/>
            <ac:spMk id="25" creationId="{47409810-0B06-465B-A761-4156DB550EFB}"/>
          </ac:spMkLst>
        </pc:spChg>
        <pc:spChg chg="add mod">
          <ac:chgData name="Gellenoncourt, Kevin" userId="83ce2c6d-0bd4-4cd9-955e-dd3efc6a7d5a" providerId="ADAL" clId="{2F069469-86E4-447B-973C-6DD10FDC1BB6}" dt="2023-03-20T09:08:06.771" v="7242" actId="1076"/>
          <ac:spMkLst>
            <pc:docMk/>
            <pc:sldMk cId="394559105" sldId="1828"/>
            <ac:spMk id="26" creationId="{A6E92A7E-AFDE-0223-62FE-1DDE9F814723}"/>
          </ac:spMkLst>
        </pc:spChg>
        <pc:spChg chg="del mod">
          <ac:chgData name="Gellenoncourt, Kevin" userId="83ce2c6d-0bd4-4cd9-955e-dd3efc6a7d5a" providerId="ADAL" clId="{2F069469-86E4-447B-973C-6DD10FDC1BB6}" dt="2023-03-07T13:34:52.932" v="4896" actId="21"/>
          <ac:spMkLst>
            <pc:docMk/>
            <pc:sldMk cId="394559105" sldId="1828"/>
            <ac:spMk id="26" creationId="{EB2F93B7-22B5-4612-ABE8-979E4E43FBE1}"/>
          </ac:spMkLst>
        </pc:spChg>
        <pc:spChg chg="add mod">
          <ac:chgData name="Gellenoncourt, Kevin" userId="83ce2c6d-0bd4-4cd9-955e-dd3efc6a7d5a" providerId="ADAL" clId="{2F069469-86E4-447B-973C-6DD10FDC1BB6}" dt="2023-03-20T09:07:59.785" v="7240" actId="14100"/>
          <ac:spMkLst>
            <pc:docMk/>
            <pc:sldMk cId="394559105" sldId="1828"/>
            <ac:spMk id="27" creationId="{36C6826F-4FF4-8FB3-A15E-FC6D665FEB23}"/>
          </ac:spMkLst>
        </pc:spChg>
        <pc:spChg chg="del">
          <ac:chgData name="Gellenoncourt, Kevin" userId="83ce2c6d-0bd4-4cd9-955e-dd3efc6a7d5a" providerId="ADAL" clId="{2F069469-86E4-447B-973C-6DD10FDC1BB6}" dt="2023-02-28T16:48:47.976" v="3306" actId="21"/>
          <ac:spMkLst>
            <pc:docMk/>
            <pc:sldMk cId="394559105" sldId="1828"/>
            <ac:spMk id="28" creationId="{038E19C6-501A-4CE9-B9C4-229E6385909B}"/>
          </ac:spMkLst>
        </pc:spChg>
        <pc:spChg chg="del mod">
          <ac:chgData name="Gellenoncourt, Kevin" userId="83ce2c6d-0bd4-4cd9-955e-dd3efc6a7d5a" providerId="ADAL" clId="{2F069469-86E4-447B-973C-6DD10FDC1BB6}" dt="2023-03-07T13:34:44.120" v="4893" actId="21"/>
          <ac:spMkLst>
            <pc:docMk/>
            <pc:sldMk cId="394559105" sldId="1828"/>
            <ac:spMk id="29" creationId="{1E5147E1-585F-4235-AEF2-4CB80F6963BA}"/>
          </ac:spMkLst>
        </pc:spChg>
        <pc:spChg chg="add del mod ord">
          <ac:chgData name="Gellenoncourt, Kevin" userId="83ce2c6d-0bd4-4cd9-955e-dd3efc6a7d5a" providerId="ADAL" clId="{2F069469-86E4-447B-973C-6DD10FDC1BB6}" dt="2023-03-15T10:34:26.567" v="6208" actId="478"/>
          <ac:spMkLst>
            <pc:docMk/>
            <pc:sldMk cId="394559105" sldId="1828"/>
            <ac:spMk id="29" creationId="{E415FF2A-1345-F03A-7B24-2E0D6F90D0AD}"/>
          </ac:spMkLst>
        </pc:spChg>
        <pc:spChg chg="mod">
          <ac:chgData name="Gellenoncourt, Kevin" userId="83ce2c6d-0bd4-4cd9-955e-dd3efc6a7d5a" providerId="ADAL" clId="{2F069469-86E4-447B-973C-6DD10FDC1BB6}" dt="2023-03-27T09:15:55.302" v="7307" actId="14100"/>
          <ac:spMkLst>
            <pc:docMk/>
            <pc:sldMk cId="394559105" sldId="1828"/>
            <ac:spMk id="30" creationId="{8EC7E737-2272-4805-ABF8-2AAC8D55AEED}"/>
          </ac:spMkLst>
        </pc:spChg>
        <pc:spChg chg="del mod">
          <ac:chgData name="Gellenoncourt, Kevin" userId="83ce2c6d-0bd4-4cd9-955e-dd3efc6a7d5a" providerId="ADAL" clId="{2F069469-86E4-447B-973C-6DD10FDC1BB6}" dt="2023-03-01T15:18:40.656" v="3976" actId="21"/>
          <ac:spMkLst>
            <pc:docMk/>
            <pc:sldMk cId="394559105" sldId="1828"/>
            <ac:spMk id="31" creationId="{81EF4B99-59C5-4ACF-9C0D-EBD5E8E34981}"/>
          </ac:spMkLst>
        </pc:spChg>
        <pc:picChg chg="del">
          <ac:chgData name="Gellenoncourt, Kevin" userId="83ce2c6d-0bd4-4cd9-955e-dd3efc6a7d5a" providerId="ADAL" clId="{2F069469-86E4-447B-973C-6DD10FDC1BB6}" dt="2023-02-17T16:51:38.222" v="2186" actId="478"/>
          <ac:picMkLst>
            <pc:docMk/>
            <pc:sldMk cId="394559105" sldId="1828"/>
            <ac:picMk id="5" creationId="{27D95CA8-543E-9487-B9DD-EE4823A0B44E}"/>
          </ac:picMkLst>
        </pc:picChg>
      </pc:sldChg>
      <pc:sldChg chg="addSp delSp modSp add mod ord">
        <pc:chgData name="Gellenoncourt, Kevin" userId="83ce2c6d-0bd4-4cd9-955e-dd3efc6a7d5a" providerId="ADAL" clId="{2F069469-86E4-447B-973C-6DD10FDC1BB6}" dt="2023-03-02T08:41:17.204" v="4000" actId="20577"/>
        <pc:sldMkLst>
          <pc:docMk/>
          <pc:sldMk cId="967882056" sldId="1829"/>
        </pc:sldMkLst>
        <pc:spChg chg="mod">
          <ac:chgData name="Gellenoncourt, Kevin" userId="83ce2c6d-0bd4-4cd9-955e-dd3efc6a7d5a" providerId="ADAL" clId="{2F069469-86E4-447B-973C-6DD10FDC1BB6}" dt="2023-03-02T08:41:17.204" v="4000" actId="20577"/>
          <ac:spMkLst>
            <pc:docMk/>
            <pc:sldMk cId="967882056" sldId="1829"/>
            <ac:spMk id="2" creationId="{AD72B603-34D9-4DF3-8A63-2BAF2610FC96}"/>
          </ac:spMkLst>
        </pc:spChg>
        <pc:spChg chg="mod">
          <ac:chgData name="Gellenoncourt, Kevin" userId="83ce2c6d-0bd4-4cd9-955e-dd3efc6a7d5a" providerId="ADAL" clId="{2F069469-86E4-447B-973C-6DD10FDC1BB6}" dt="2023-02-28T10:55:26.354" v="3183" actId="20577"/>
          <ac:spMkLst>
            <pc:docMk/>
            <pc:sldMk cId="967882056" sldId="1829"/>
            <ac:spMk id="3" creationId="{60204C13-1344-4E15-8DE3-26ED6375C70D}"/>
          </ac:spMkLst>
        </pc:spChg>
        <pc:graphicFrameChg chg="add del mod modGraphic">
          <ac:chgData name="Gellenoncourt, Kevin" userId="83ce2c6d-0bd4-4cd9-955e-dd3efc6a7d5a" providerId="ADAL" clId="{2F069469-86E4-447B-973C-6DD10FDC1BB6}" dt="2023-03-01T13:23:41.962" v="3558" actId="20577"/>
          <ac:graphicFrameMkLst>
            <pc:docMk/>
            <pc:sldMk cId="967882056" sldId="1829"/>
            <ac:graphicFrameMk id="9" creationId="{69D58248-41CB-4105-81B7-C44D2FD87403}"/>
          </ac:graphicFrameMkLst>
        </pc:graphicFrameChg>
      </pc:sldChg>
      <pc:sldChg chg="addSp delSp modSp add mod ord">
        <pc:chgData name="Gellenoncourt, Kevin" userId="83ce2c6d-0bd4-4cd9-955e-dd3efc6a7d5a" providerId="ADAL" clId="{2F069469-86E4-447B-973C-6DD10FDC1BB6}" dt="2023-03-16T11:28:15.333" v="6796" actId="13926"/>
        <pc:sldMkLst>
          <pc:docMk/>
          <pc:sldMk cId="1931217021" sldId="1830"/>
        </pc:sldMkLst>
        <pc:spChg chg="mod">
          <ac:chgData name="Gellenoncourt, Kevin" userId="83ce2c6d-0bd4-4cd9-955e-dd3efc6a7d5a" providerId="ADAL" clId="{2F069469-86E4-447B-973C-6DD10FDC1BB6}" dt="2023-03-15T10:34:58.923" v="6222" actId="20577"/>
          <ac:spMkLst>
            <pc:docMk/>
            <pc:sldMk cId="1931217021" sldId="1830"/>
            <ac:spMk id="2" creationId="{81B4020D-2DE6-4B6C-822C-676A9E68ECFA}"/>
          </ac:spMkLst>
        </pc:spChg>
        <pc:spChg chg="mod">
          <ac:chgData name="Gellenoncourt, Kevin" userId="83ce2c6d-0bd4-4cd9-955e-dd3efc6a7d5a" providerId="ADAL" clId="{2F069469-86E4-447B-973C-6DD10FDC1BB6}" dt="2023-03-16T11:28:15.333" v="6796" actId="13926"/>
          <ac:spMkLst>
            <pc:docMk/>
            <pc:sldMk cId="1931217021" sldId="1830"/>
            <ac:spMk id="3" creationId="{968DACCB-6332-4C26-39F2-2D374711D2B0}"/>
          </ac:spMkLst>
        </pc:spChg>
        <pc:spChg chg="del">
          <ac:chgData name="Gellenoncourt, Kevin" userId="83ce2c6d-0bd4-4cd9-955e-dd3efc6a7d5a" providerId="ADAL" clId="{2F069469-86E4-447B-973C-6DD10FDC1BB6}" dt="2023-03-09T15:06:17.810" v="5538" actId="478"/>
          <ac:spMkLst>
            <pc:docMk/>
            <pc:sldMk cId="1931217021" sldId="1830"/>
            <ac:spMk id="4" creationId="{14F1A13F-5CBD-1B95-C51F-68526AB6BAA4}"/>
          </ac:spMkLst>
        </pc:spChg>
        <pc:spChg chg="add mod">
          <ac:chgData name="Gellenoncourt, Kevin" userId="83ce2c6d-0bd4-4cd9-955e-dd3efc6a7d5a" providerId="ADAL" clId="{2F069469-86E4-447B-973C-6DD10FDC1BB6}" dt="2023-03-14T16:50:51.996" v="5900" actId="14100"/>
          <ac:spMkLst>
            <pc:docMk/>
            <pc:sldMk cId="1931217021" sldId="1830"/>
            <ac:spMk id="4" creationId="{5A2CEA57-DB13-D3D5-D99B-1056F08620B2}"/>
          </ac:spMkLst>
        </pc:spChg>
        <pc:spChg chg="del">
          <ac:chgData name="Gellenoncourt, Kevin" userId="83ce2c6d-0bd4-4cd9-955e-dd3efc6a7d5a" providerId="ADAL" clId="{2F069469-86E4-447B-973C-6DD10FDC1BB6}" dt="2023-03-09T15:06:17.810" v="5538" actId="478"/>
          <ac:spMkLst>
            <pc:docMk/>
            <pc:sldMk cId="1931217021" sldId="1830"/>
            <ac:spMk id="5" creationId="{50786968-3F6C-C2A9-9CD6-2C0C8316813E}"/>
          </ac:spMkLst>
        </pc:spChg>
        <pc:spChg chg="add del mod">
          <ac:chgData name="Gellenoncourt, Kevin" userId="83ce2c6d-0bd4-4cd9-955e-dd3efc6a7d5a" providerId="ADAL" clId="{2F069469-86E4-447B-973C-6DD10FDC1BB6}" dt="2023-03-14T16:45:32.501" v="5808" actId="478"/>
          <ac:spMkLst>
            <pc:docMk/>
            <pc:sldMk cId="1931217021" sldId="1830"/>
            <ac:spMk id="5" creationId="{B3FA1485-1A71-5A1A-8D04-DDAD4DC8EE4C}"/>
          </ac:spMkLst>
        </pc:spChg>
        <pc:spChg chg="add mod">
          <ac:chgData name="Gellenoncourt, Kevin" userId="83ce2c6d-0bd4-4cd9-955e-dd3efc6a7d5a" providerId="ADAL" clId="{2F069469-86E4-447B-973C-6DD10FDC1BB6}" dt="2023-03-14T16:50:49.595" v="5899" actId="14100"/>
          <ac:spMkLst>
            <pc:docMk/>
            <pc:sldMk cId="1931217021" sldId="1830"/>
            <ac:spMk id="8" creationId="{81EA1FC6-6387-A02A-C9D3-EFEF0F1876F2}"/>
          </ac:spMkLst>
        </pc:spChg>
        <pc:spChg chg="del">
          <ac:chgData name="Gellenoncourt, Kevin" userId="83ce2c6d-0bd4-4cd9-955e-dd3efc6a7d5a" providerId="ADAL" clId="{2F069469-86E4-447B-973C-6DD10FDC1BB6}" dt="2023-03-09T15:06:17.810" v="5538" actId="478"/>
          <ac:spMkLst>
            <pc:docMk/>
            <pc:sldMk cId="1931217021" sldId="1830"/>
            <ac:spMk id="8" creationId="{970F1C58-5910-AC60-7DA7-D039F429C21E}"/>
          </ac:spMkLst>
        </pc:spChg>
        <pc:spChg chg="add del mod">
          <ac:chgData name="Gellenoncourt, Kevin" userId="83ce2c6d-0bd4-4cd9-955e-dd3efc6a7d5a" providerId="ADAL" clId="{2F069469-86E4-447B-973C-6DD10FDC1BB6}" dt="2023-03-14T16:47:49.694" v="5862" actId="21"/>
          <ac:spMkLst>
            <pc:docMk/>
            <pc:sldMk cId="1931217021" sldId="1830"/>
            <ac:spMk id="9" creationId="{21AC712E-747D-E694-809D-83D5F9C69FF2}"/>
          </ac:spMkLst>
        </pc:spChg>
        <pc:spChg chg="del">
          <ac:chgData name="Gellenoncourt, Kevin" userId="83ce2c6d-0bd4-4cd9-955e-dd3efc6a7d5a" providerId="ADAL" clId="{2F069469-86E4-447B-973C-6DD10FDC1BB6}" dt="2023-03-09T15:06:03.509" v="5536" actId="478"/>
          <ac:spMkLst>
            <pc:docMk/>
            <pc:sldMk cId="1931217021" sldId="1830"/>
            <ac:spMk id="9" creationId="{77C3B844-E6D7-3624-1D88-491DC7FBE73F}"/>
          </ac:spMkLst>
        </pc:spChg>
        <pc:spChg chg="del">
          <ac:chgData name="Gellenoncourt, Kevin" userId="83ce2c6d-0bd4-4cd9-955e-dd3efc6a7d5a" providerId="ADAL" clId="{2F069469-86E4-447B-973C-6DD10FDC1BB6}" dt="2023-03-09T15:06:17.810" v="5538" actId="478"/>
          <ac:spMkLst>
            <pc:docMk/>
            <pc:sldMk cId="1931217021" sldId="1830"/>
            <ac:spMk id="10" creationId="{E5325217-DCF3-BA13-5381-509A59840C4C}"/>
          </ac:spMkLst>
        </pc:spChg>
        <pc:spChg chg="del">
          <ac:chgData name="Gellenoncourt, Kevin" userId="83ce2c6d-0bd4-4cd9-955e-dd3efc6a7d5a" providerId="ADAL" clId="{2F069469-86E4-447B-973C-6DD10FDC1BB6}" dt="2023-03-09T15:06:17.810" v="5538" actId="478"/>
          <ac:spMkLst>
            <pc:docMk/>
            <pc:sldMk cId="1931217021" sldId="1830"/>
            <ac:spMk id="11" creationId="{41A27570-4EE7-B3BA-F6CB-2BF7908DDCBF}"/>
          </ac:spMkLst>
        </pc:spChg>
        <pc:spChg chg="del">
          <ac:chgData name="Gellenoncourt, Kevin" userId="83ce2c6d-0bd4-4cd9-955e-dd3efc6a7d5a" providerId="ADAL" clId="{2F069469-86E4-447B-973C-6DD10FDC1BB6}" dt="2023-03-09T15:06:17.810" v="5538" actId="478"/>
          <ac:spMkLst>
            <pc:docMk/>
            <pc:sldMk cId="1931217021" sldId="1830"/>
            <ac:spMk id="12" creationId="{0252FE96-935D-0484-DB0A-371D13666871}"/>
          </ac:spMkLst>
        </pc:spChg>
        <pc:spChg chg="del">
          <ac:chgData name="Gellenoncourt, Kevin" userId="83ce2c6d-0bd4-4cd9-955e-dd3efc6a7d5a" providerId="ADAL" clId="{2F069469-86E4-447B-973C-6DD10FDC1BB6}" dt="2023-03-09T15:06:28.977" v="5543" actId="21"/>
          <ac:spMkLst>
            <pc:docMk/>
            <pc:sldMk cId="1931217021" sldId="1830"/>
            <ac:spMk id="13" creationId="{C73392F3-9D91-EB10-9860-5BCEDCD620EB}"/>
          </ac:spMkLst>
        </pc:spChg>
        <pc:spChg chg="del">
          <ac:chgData name="Gellenoncourt, Kevin" userId="83ce2c6d-0bd4-4cd9-955e-dd3efc6a7d5a" providerId="ADAL" clId="{2F069469-86E4-447B-973C-6DD10FDC1BB6}" dt="2023-03-09T15:06:03.509" v="5536" actId="478"/>
          <ac:spMkLst>
            <pc:docMk/>
            <pc:sldMk cId="1931217021" sldId="1830"/>
            <ac:spMk id="15" creationId="{9D7E702D-19C2-2F3F-70B5-73F6CC7B90B0}"/>
          </ac:spMkLst>
        </pc:spChg>
        <pc:spChg chg="del">
          <ac:chgData name="Gellenoncourt, Kevin" userId="83ce2c6d-0bd4-4cd9-955e-dd3efc6a7d5a" providerId="ADAL" clId="{2F069469-86E4-447B-973C-6DD10FDC1BB6}" dt="2023-03-09T15:06:03.509" v="5536" actId="478"/>
          <ac:spMkLst>
            <pc:docMk/>
            <pc:sldMk cId="1931217021" sldId="1830"/>
            <ac:spMk id="16" creationId="{193E23CE-10D3-6AF3-8769-9A0DD9180317}"/>
          </ac:spMkLst>
        </pc:spChg>
        <pc:spChg chg="del">
          <ac:chgData name="Gellenoncourt, Kevin" userId="83ce2c6d-0bd4-4cd9-955e-dd3efc6a7d5a" providerId="ADAL" clId="{2F069469-86E4-447B-973C-6DD10FDC1BB6}" dt="2023-03-09T15:06:17.810" v="5538" actId="478"/>
          <ac:spMkLst>
            <pc:docMk/>
            <pc:sldMk cId="1931217021" sldId="1830"/>
            <ac:spMk id="17" creationId="{52C82ACF-7F58-4D47-9379-0CF0193D0C84}"/>
          </ac:spMkLst>
        </pc:spChg>
        <pc:spChg chg="del">
          <ac:chgData name="Gellenoncourt, Kevin" userId="83ce2c6d-0bd4-4cd9-955e-dd3efc6a7d5a" providerId="ADAL" clId="{2F069469-86E4-447B-973C-6DD10FDC1BB6}" dt="2023-03-09T15:06:03.509" v="5536" actId="478"/>
          <ac:spMkLst>
            <pc:docMk/>
            <pc:sldMk cId="1931217021" sldId="1830"/>
            <ac:spMk id="18" creationId="{2086745D-4666-EF6D-7A79-E07E00074C18}"/>
          </ac:spMkLst>
        </pc:spChg>
        <pc:spChg chg="add del mod">
          <ac:chgData name="Gellenoncourt, Kevin" userId="83ce2c6d-0bd4-4cd9-955e-dd3efc6a7d5a" providerId="ADAL" clId="{2F069469-86E4-447B-973C-6DD10FDC1BB6}" dt="2023-03-09T15:06:37.475" v="5546" actId="478"/>
          <ac:spMkLst>
            <pc:docMk/>
            <pc:sldMk cId="1931217021" sldId="1830"/>
            <ac:spMk id="20" creationId="{EBBE0CF6-F2F3-559B-5042-EE32DA7C81F3}"/>
          </ac:spMkLst>
        </pc:spChg>
        <pc:spChg chg="del">
          <ac:chgData name="Gellenoncourt, Kevin" userId="83ce2c6d-0bd4-4cd9-955e-dd3efc6a7d5a" providerId="ADAL" clId="{2F069469-86E4-447B-973C-6DD10FDC1BB6}" dt="2023-03-09T15:06:17.810" v="5538" actId="478"/>
          <ac:spMkLst>
            <pc:docMk/>
            <pc:sldMk cId="1931217021" sldId="1830"/>
            <ac:spMk id="21" creationId="{9975369E-847D-4D46-B660-FC2A64309400}"/>
          </ac:spMkLst>
        </pc:spChg>
        <pc:spChg chg="add mod">
          <ac:chgData name="Gellenoncourt, Kevin" userId="83ce2c6d-0bd4-4cd9-955e-dd3efc6a7d5a" providerId="ADAL" clId="{2F069469-86E4-447B-973C-6DD10FDC1BB6}" dt="2023-03-09T15:06:46.550" v="5549" actId="14100"/>
          <ac:spMkLst>
            <pc:docMk/>
            <pc:sldMk cId="1931217021" sldId="1830"/>
            <ac:spMk id="23" creationId="{F70DA9D2-A694-B184-8F6D-911E0EE83DD8}"/>
          </ac:spMkLst>
        </pc:spChg>
        <pc:spChg chg="add mod">
          <ac:chgData name="Gellenoncourt, Kevin" userId="83ce2c6d-0bd4-4cd9-955e-dd3efc6a7d5a" providerId="ADAL" clId="{2F069469-86E4-447B-973C-6DD10FDC1BB6}" dt="2023-03-09T15:06:33.584" v="5545" actId="1076"/>
          <ac:spMkLst>
            <pc:docMk/>
            <pc:sldMk cId="1931217021" sldId="1830"/>
            <ac:spMk id="24" creationId="{A842AEE6-6929-8DD8-7B55-D7E475E3C98C}"/>
          </ac:spMkLst>
        </pc:spChg>
        <pc:spChg chg="del">
          <ac:chgData name="Gellenoncourt, Kevin" userId="83ce2c6d-0bd4-4cd9-955e-dd3efc6a7d5a" providerId="ADAL" clId="{2F069469-86E4-447B-973C-6DD10FDC1BB6}" dt="2023-03-09T15:06:17.810" v="5538" actId="478"/>
          <ac:spMkLst>
            <pc:docMk/>
            <pc:sldMk cId="1931217021" sldId="1830"/>
            <ac:spMk id="30" creationId="{8EC7E737-2272-4805-ABF8-2AAC8D55AEED}"/>
          </ac:spMkLst>
        </pc:spChg>
      </pc:sldChg>
    </pc:docChg>
  </pc:docChgLst>
  <pc:docChgLst>
    <pc:chgData name="Gellenoncourt, Kevin" userId="S::kevin.gellenoncourt@baloise.lu::83ce2c6d-0bd4-4cd9-955e-dd3efc6a7d5a" providerId="AD" clId="Web-{2B399BA1-10C0-D931-38FC-D269FD7C0FB8}"/>
    <pc:docChg chg="modSld">
      <pc:chgData name="Gellenoncourt, Kevin" userId="S::kevin.gellenoncourt@baloise.lu::83ce2c6d-0bd4-4cd9-955e-dd3efc6a7d5a" providerId="AD" clId="Web-{2B399BA1-10C0-D931-38FC-D269FD7C0FB8}" dt="2023-04-25T11:43:07.622" v="30" actId="14100"/>
      <pc:docMkLst>
        <pc:docMk/>
      </pc:docMkLst>
      <pc:sldChg chg="modSp">
        <pc:chgData name="Gellenoncourt, Kevin" userId="S::kevin.gellenoncourt@baloise.lu::83ce2c6d-0bd4-4cd9-955e-dd3efc6a7d5a" providerId="AD" clId="Web-{2B399BA1-10C0-D931-38FC-D269FD7C0FB8}" dt="2023-04-25T11:43:07.622" v="30" actId="14100"/>
        <pc:sldMkLst>
          <pc:docMk/>
          <pc:sldMk cId="810205662" sldId="1795"/>
        </pc:sldMkLst>
        <pc:spChg chg="mod">
          <ac:chgData name="Gellenoncourt, Kevin" userId="S::kevin.gellenoncourt@baloise.lu::83ce2c6d-0bd4-4cd9-955e-dd3efc6a7d5a" providerId="AD" clId="Web-{2B399BA1-10C0-D931-38FC-D269FD7C0FB8}" dt="2023-04-25T11:43:07.622" v="30" actId="14100"/>
          <ac:spMkLst>
            <pc:docMk/>
            <pc:sldMk cId="810205662" sldId="1795"/>
            <ac:spMk id="5" creationId="{8A72BCAC-A0BA-DF94-AC5D-611F5064BE7F}"/>
          </ac:spMkLst>
        </pc:spChg>
        <pc:spChg chg="mod">
          <ac:chgData name="Gellenoncourt, Kevin" userId="S::kevin.gellenoncourt@baloise.lu::83ce2c6d-0bd4-4cd9-955e-dd3efc6a7d5a" providerId="AD" clId="Web-{2B399BA1-10C0-D931-38FC-D269FD7C0FB8}" dt="2023-04-25T11:42:02.949" v="11" actId="20577"/>
          <ac:spMkLst>
            <pc:docMk/>
            <pc:sldMk cId="810205662" sldId="1795"/>
            <ac:spMk id="13" creationId="{D0E59459-E94A-15E4-1BB9-C8566D2A637F}"/>
          </ac:spMkLst>
        </pc:spChg>
      </pc:sldChg>
    </pc:docChg>
  </pc:docChgLst>
  <pc:docChgLst>
    <pc:chgData name="Gellenoncourt, Kevin" userId="S::kevin.gellenoncourt@baloise.lu::83ce2c6d-0bd4-4cd9-955e-dd3efc6a7d5a" providerId="AD" clId="Web-{E79EC2B9-F43B-883A-A545-F8C29FC5E523}"/>
    <pc:docChg chg="delSld modSld modSection">
      <pc:chgData name="Gellenoncourt, Kevin" userId="S::kevin.gellenoncourt@baloise.lu::83ce2c6d-0bd4-4cd9-955e-dd3efc6a7d5a" providerId="AD" clId="Web-{E79EC2B9-F43B-883A-A545-F8C29FC5E523}" dt="2023-01-05T15:29:05.297" v="2" actId="14100"/>
      <pc:docMkLst>
        <pc:docMk/>
      </pc:docMkLst>
      <pc:sldChg chg="modSp">
        <pc:chgData name="Gellenoncourt, Kevin" userId="S::kevin.gellenoncourt@baloise.lu::83ce2c6d-0bd4-4cd9-955e-dd3efc6a7d5a" providerId="AD" clId="Web-{E79EC2B9-F43B-883A-A545-F8C29FC5E523}" dt="2023-01-05T15:29:05.297" v="2" actId="14100"/>
        <pc:sldMkLst>
          <pc:docMk/>
          <pc:sldMk cId="810205662" sldId="1795"/>
        </pc:sldMkLst>
        <pc:spChg chg="mod">
          <ac:chgData name="Gellenoncourt, Kevin" userId="S::kevin.gellenoncourt@baloise.lu::83ce2c6d-0bd4-4cd9-955e-dd3efc6a7d5a" providerId="AD" clId="Web-{E79EC2B9-F43B-883A-A545-F8C29FC5E523}" dt="2023-01-05T15:29:05.297" v="2" actId="14100"/>
          <ac:spMkLst>
            <pc:docMk/>
            <pc:sldMk cId="810205662" sldId="1795"/>
            <ac:spMk id="22" creationId="{F0187733-D6F5-41A3-B75B-DB5DD17DDA2D}"/>
          </ac:spMkLst>
        </pc:spChg>
      </pc:sldChg>
      <pc:sldChg chg="del">
        <pc:chgData name="Gellenoncourt, Kevin" userId="S::kevin.gellenoncourt@baloise.lu::83ce2c6d-0bd4-4cd9-955e-dd3efc6a7d5a" providerId="AD" clId="Web-{E79EC2B9-F43B-883A-A545-F8C29FC5E523}" dt="2023-01-05T15:28:16.748" v="0"/>
        <pc:sldMkLst>
          <pc:docMk/>
          <pc:sldMk cId="2592633024" sldId="1807"/>
        </pc:sldMkLst>
      </pc:sldChg>
      <pc:sldChg chg="del">
        <pc:chgData name="Gellenoncourt, Kevin" userId="S::kevin.gellenoncourt@baloise.lu::83ce2c6d-0bd4-4cd9-955e-dd3efc6a7d5a" providerId="AD" clId="Web-{E79EC2B9-F43B-883A-A545-F8C29FC5E523}" dt="2023-01-05T15:28:17.967" v="1"/>
        <pc:sldMkLst>
          <pc:docMk/>
          <pc:sldMk cId="165802858" sldId="1814"/>
        </pc:sldMkLst>
      </pc:sldChg>
    </pc:docChg>
  </pc:docChgLst>
  <pc:docChgLst>
    <pc:chgData name="Gellenoncourt, Kevin" userId="S::kevin.gellenoncourt@baloise.lu::83ce2c6d-0bd4-4cd9-955e-dd3efc6a7d5a" providerId="AD" clId="Web-{F5B5D4D0-7571-9608-6E8B-FEDB75FEAE84}"/>
    <pc:docChg chg="sldOrd">
      <pc:chgData name="Gellenoncourt, Kevin" userId="S::kevin.gellenoncourt@baloise.lu::83ce2c6d-0bd4-4cd9-955e-dd3efc6a7d5a" providerId="AD" clId="Web-{F5B5D4D0-7571-9608-6E8B-FEDB75FEAE84}" dt="2023-01-05T13:15:31.951" v="0"/>
      <pc:docMkLst>
        <pc:docMk/>
      </pc:docMkLst>
      <pc:sldChg chg="ord">
        <pc:chgData name="Gellenoncourt, Kevin" userId="S::kevin.gellenoncourt@baloise.lu::83ce2c6d-0bd4-4cd9-955e-dd3efc6a7d5a" providerId="AD" clId="Web-{F5B5D4D0-7571-9608-6E8B-FEDB75FEAE84}" dt="2023-01-05T13:15:31.951" v="0"/>
        <pc:sldMkLst>
          <pc:docMk/>
          <pc:sldMk cId="378616490" sldId="1817"/>
        </pc:sldMkLst>
      </pc:sldChg>
    </pc:docChg>
  </pc:docChgLst>
  <pc:docChgLst>
    <pc:chgData name="Gellenoncourt, Kevin" userId="83ce2c6d-0bd4-4cd9-955e-dd3efc6a7d5a" providerId="ADAL" clId="{91B703F0-4BC9-4E6B-9FDA-67E72E37F062}"/>
    <pc:docChg chg="undo custSel modSld">
      <pc:chgData name="Gellenoncourt, Kevin" userId="83ce2c6d-0bd4-4cd9-955e-dd3efc6a7d5a" providerId="ADAL" clId="{91B703F0-4BC9-4E6B-9FDA-67E72E37F062}" dt="2023-06-07T15:08:36.160" v="753" actId="20577"/>
      <pc:docMkLst>
        <pc:docMk/>
      </pc:docMkLst>
      <pc:sldChg chg="modSp mod">
        <pc:chgData name="Gellenoncourt, Kevin" userId="83ce2c6d-0bd4-4cd9-955e-dd3efc6a7d5a" providerId="ADAL" clId="{91B703F0-4BC9-4E6B-9FDA-67E72E37F062}" dt="2023-06-01T08:32:26.401" v="79" actId="113"/>
        <pc:sldMkLst>
          <pc:docMk/>
          <pc:sldMk cId="1278860628" sldId="1771"/>
        </pc:sldMkLst>
        <pc:spChg chg="mod">
          <ac:chgData name="Gellenoncourt, Kevin" userId="83ce2c6d-0bd4-4cd9-955e-dd3efc6a7d5a" providerId="ADAL" clId="{91B703F0-4BC9-4E6B-9FDA-67E72E37F062}" dt="2023-06-01T08:32:26.401" v="79" actId="113"/>
          <ac:spMkLst>
            <pc:docMk/>
            <pc:sldMk cId="1278860628" sldId="1771"/>
            <ac:spMk id="3" creationId="{B48AAC35-A18D-069C-DDA7-2436D2499FB8}"/>
          </ac:spMkLst>
        </pc:spChg>
      </pc:sldChg>
      <pc:sldChg chg="addSp modSp mod">
        <pc:chgData name="Gellenoncourt, Kevin" userId="83ce2c6d-0bd4-4cd9-955e-dd3efc6a7d5a" providerId="ADAL" clId="{91B703F0-4BC9-4E6B-9FDA-67E72E37F062}" dt="2023-06-06T14:29:31.895" v="722" actId="14100"/>
        <pc:sldMkLst>
          <pc:docMk/>
          <pc:sldMk cId="3846357991" sldId="1812"/>
        </pc:sldMkLst>
        <pc:spChg chg="mod">
          <ac:chgData name="Gellenoncourt, Kevin" userId="83ce2c6d-0bd4-4cd9-955e-dd3efc6a7d5a" providerId="ADAL" clId="{91B703F0-4BC9-4E6B-9FDA-67E72E37F062}" dt="2023-06-06T14:29:26.733" v="721" actId="20577"/>
          <ac:spMkLst>
            <pc:docMk/>
            <pc:sldMk cId="3846357991" sldId="1812"/>
            <ac:spMk id="3" creationId="{5F33B186-0A48-3F63-044F-25F4FC468C24}"/>
          </ac:spMkLst>
        </pc:spChg>
        <pc:spChg chg="add mod">
          <ac:chgData name="Gellenoncourt, Kevin" userId="83ce2c6d-0bd4-4cd9-955e-dd3efc6a7d5a" providerId="ADAL" clId="{91B703F0-4BC9-4E6B-9FDA-67E72E37F062}" dt="2023-06-06T14:26:18.268" v="646" actId="20577"/>
          <ac:spMkLst>
            <pc:docMk/>
            <pc:sldMk cId="3846357991" sldId="1812"/>
            <ac:spMk id="4" creationId="{4F3783AD-2C46-3275-8129-5759ECA5857D}"/>
          </ac:spMkLst>
        </pc:spChg>
        <pc:spChg chg="mod">
          <ac:chgData name="Gellenoncourt, Kevin" userId="83ce2c6d-0bd4-4cd9-955e-dd3efc6a7d5a" providerId="ADAL" clId="{91B703F0-4BC9-4E6B-9FDA-67E72E37F062}" dt="2023-06-06T14:29:31.895" v="722" actId="14100"/>
          <ac:spMkLst>
            <pc:docMk/>
            <pc:sldMk cId="3846357991" sldId="1812"/>
            <ac:spMk id="10" creationId="{7DC5AF36-46BD-243B-6A4C-3E4E7FE6A5E1}"/>
          </ac:spMkLst>
        </pc:spChg>
      </pc:sldChg>
      <pc:sldChg chg="addSp modSp mod">
        <pc:chgData name="Gellenoncourt, Kevin" userId="83ce2c6d-0bd4-4cd9-955e-dd3efc6a7d5a" providerId="ADAL" clId="{91B703F0-4BC9-4E6B-9FDA-67E72E37F062}" dt="2023-06-07T15:06:45.509" v="741" actId="948"/>
        <pc:sldMkLst>
          <pc:docMk/>
          <pc:sldMk cId="378616490" sldId="1817"/>
        </pc:sldMkLst>
        <pc:spChg chg="mod">
          <ac:chgData name="Gellenoncourt, Kevin" userId="83ce2c6d-0bd4-4cd9-955e-dd3efc6a7d5a" providerId="ADAL" clId="{91B703F0-4BC9-4E6B-9FDA-67E72E37F062}" dt="2023-06-06T14:16:34.066" v="395" actId="14100"/>
          <ac:spMkLst>
            <pc:docMk/>
            <pc:sldMk cId="378616490" sldId="1817"/>
            <ac:spMk id="3" creationId="{16F2A0D8-5743-1572-F025-8B882AB4192C}"/>
          </ac:spMkLst>
        </pc:spChg>
        <pc:spChg chg="mod">
          <ac:chgData name="Gellenoncourt, Kevin" userId="83ce2c6d-0bd4-4cd9-955e-dd3efc6a7d5a" providerId="ADAL" clId="{91B703F0-4BC9-4E6B-9FDA-67E72E37F062}" dt="2023-06-07T15:06:45.509" v="741" actId="948"/>
          <ac:spMkLst>
            <pc:docMk/>
            <pc:sldMk cId="378616490" sldId="1817"/>
            <ac:spMk id="8" creationId="{640AB853-D619-D228-9306-D982B5FC97F4}"/>
          </ac:spMkLst>
        </pc:spChg>
        <pc:spChg chg="mod">
          <ac:chgData name="Gellenoncourt, Kevin" userId="83ce2c6d-0bd4-4cd9-955e-dd3efc6a7d5a" providerId="ADAL" clId="{91B703F0-4BC9-4E6B-9FDA-67E72E37F062}" dt="2023-06-07T15:06:12.045" v="732" actId="948"/>
          <ac:spMkLst>
            <pc:docMk/>
            <pc:sldMk cId="378616490" sldId="1817"/>
            <ac:spMk id="10" creationId="{FEFAB0C2-F96D-E765-69A5-0EB3636FA04F}"/>
          </ac:spMkLst>
        </pc:spChg>
        <pc:spChg chg="mod">
          <ac:chgData name="Gellenoncourt, Kevin" userId="83ce2c6d-0bd4-4cd9-955e-dd3efc6a7d5a" providerId="ADAL" clId="{91B703F0-4BC9-4E6B-9FDA-67E72E37F062}" dt="2023-06-07T15:06:21.419" v="739" actId="1035"/>
          <ac:spMkLst>
            <pc:docMk/>
            <pc:sldMk cId="378616490" sldId="1817"/>
            <ac:spMk id="11" creationId="{13DFF234-FD36-F87D-42B4-F18ED68BE3DA}"/>
          </ac:spMkLst>
        </pc:spChg>
        <pc:spChg chg="add mod">
          <ac:chgData name="Gellenoncourt, Kevin" userId="83ce2c6d-0bd4-4cd9-955e-dd3efc6a7d5a" providerId="ADAL" clId="{91B703F0-4BC9-4E6B-9FDA-67E72E37F062}" dt="2023-06-06T14:16:36.282" v="396" actId="1076"/>
          <ac:spMkLst>
            <pc:docMk/>
            <pc:sldMk cId="378616490" sldId="1817"/>
            <ac:spMk id="12" creationId="{1E0D9A46-8815-BC64-26A6-29D74D9317CA}"/>
          </ac:spMkLst>
        </pc:spChg>
        <pc:spChg chg="add mod">
          <ac:chgData name="Gellenoncourt, Kevin" userId="83ce2c6d-0bd4-4cd9-955e-dd3efc6a7d5a" providerId="ADAL" clId="{91B703F0-4BC9-4E6B-9FDA-67E72E37F062}" dt="2023-06-06T14:29:07.936" v="718" actId="1076"/>
          <ac:spMkLst>
            <pc:docMk/>
            <pc:sldMk cId="378616490" sldId="1817"/>
            <ac:spMk id="13" creationId="{88B7342E-83FA-B11D-BC22-4BC03C95A0F6}"/>
          </ac:spMkLst>
        </pc:spChg>
        <pc:spChg chg="mod">
          <ac:chgData name="Gellenoncourt, Kevin" userId="83ce2c6d-0bd4-4cd9-955e-dd3efc6a7d5a" providerId="ADAL" clId="{91B703F0-4BC9-4E6B-9FDA-67E72E37F062}" dt="2023-06-07T14:52:26.528" v="730" actId="20577"/>
          <ac:spMkLst>
            <pc:docMk/>
            <pc:sldMk cId="378616490" sldId="1817"/>
            <ac:spMk id="14" creationId="{C5904F92-069E-4B0C-8C0B-3F525C534C10}"/>
          </ac:spMkLst>
        </pc:spChg>
        <pc:spChg chg="mod">
          <ac:chgData name="Gellenoncourt, Kevin" userId="83ce2c6d-0bd4-4cd9-955e-dd3efc6a7d5a" providerId="ADAL" clId="{91B703F0-4BC9-4E6B-9FDA-67E72E37F062}" dt="2023-06-07T15:06:29.593" v="740" actId="14100"/>
          <ac:spMkLst>
            <pc:docMk/>
            <pc:sldMk cId="378616490" sldId="1817"/>
            <ac:spMk id="16" creationId="{96011582-233E-4ECD-AA22-E4D44FDEA9B5}"/>
          </ac:spMkLst>
        </pc:spChg>
      </pc:sldChg>
      <pc:sldChg chg="addSp delSp modSp mod addCm modCm">
        <pc:chgData name="Gellenoncourt, Kevin" userId="83ce2c6d-0bd4-4cd9-955e-dd3efc6a7d5a" providerId="ADAL" clId="{91B703F0-4BC9-4E6B-9FDA-67E72E37F062}" dt="2023-06-07T15:08:36.160" v="753" actId="20577"/>
        <pc:sldMkLst>
          <pc:docMk/>
          <pc:sldMk cId="394559105" sldId="1828"/>
        </pc:sldMkLst>
        <pc:spChg chg="mod">
          <ac:chgData name="Gellenoncourt, Kevin" userId="83ce2c6d-0bd4-4cd9-955e-dd3efc6a7d5a" providerId="ADAL" clId="{91B703F0-4BC9-4E6B-9FDA-67E72E37F062}" dt="2023-06-01T08:35:43.098" v="142" actId="20577"/>
          <ac:spMkLst>
            <pc:docMk/>
            <pc:sldMk cId="394559105" sldId="1828"/>
            <ac:spMk id="5" creationId="{99C3770B-2A4E-06DE-FC12-E8FCE5F6AEFD}"/>
          </ac:spMkLst>
        </pc:spChg>
        <pc:spChg chg="mod">
          <ac:chgData name="Gellenoncourt, Kevin" userId="83ce2c6d-0bd4-4cd9-955e-dd3efc6a7d5a" providerId="ADAL" clId="{91B703F0-4BC9-4E6B-9FDA-67E72E37F062}" dt="2023-06-05T12:44:39.690" v="211" actId="14100"/>
          <ac:spMkLst>
            <pc:docMk/>
            <pc:sldMk cId="394559105" sldId="1828"/>
            <ac:spMk id="8" creationId="{970F1C58-5910-AC60-7DA7-D039F429C21E}"/>
          </ac:spMkLst>
        </pc:spChg>
        <pc:spChg chg="mod">
          <ac:chgData name="Gellenoncourt, Kevin" userId="83ce2c6d-0bd4-4cd9-955e-dd3efc6a7d5a" providerId="ADAL" clId="{91B703F0-4BC9-4E6B-9FDA-67E72E37F062}" dt="2023-06-05T09:52:59.910" v="160" actId="14100"/>
          <ac:spMkLst>
            <pc:docMk/>
            <pc:sldMk cId="394559105" sldId="1828"/>
            <ac:spMk id="9" creationId="{77C3B844-E6D7-3624-1D88-491DC7FBE73F}"/>
          </ac:spMkLst>
        </pc:spChg>
        <pc:spChg chg="add mod">
          <ac:chgData name="Gellenoncourt, Kevin" userId="83ce2c6d-0bd4-4cd9-955e-dd3efc6a7d5a" providerId="ADAL" clId="{91B703F0-4BC9-4E6B-9FDA-67E72E37F062}" dt="2023-06-07T15:08:36.160" v="753" actId="20577"/>
          <ac:spMkLst>
            <pc:docMk/>
            <pc:sldMk cId="394559105" sldId="1828"/>
            <ac:spMk id="19" creationId="{94480B12-766F-1EED-926A-6BBB7738A4A6}"/>
          </ac:spMkLst>
        </pc:spChg>
        <pc:spChg chg="del mod">
          <ac:chgData name="Gellenoncourt, Kevin" userId="83ce2c6d-0bd4-4cd9-955e-dd3efc6a7d5a" providerId="ADAL" clId="{91B703F0-4BC9-4E6B-9FDA-67E72E37F062}" dt="2023-06-01T08:32:43.416" v="81" actId="21"/>
          <ac:spMkLst>
            <pc:docMk/>
            <pc:sldMk cId="394559105" sldId="1828"/>
            <ac:spMk id="19" creationId="{E4BDD261-34A2-ADA5-7F69-1D9C21FA7D1C}"/>
          </ac:spMkLst>
        </pc:spChg>
        <pc:spChg chg="mod">
          <ac:chgData name="Gellenoncourt, Kevin" userId="83ce2c6d-0bd4-4cd9-955e-dd3efc6a7d5a" providerId="ADAL" clId="{91B703F0-4BC9-4E6B-9FDA-67E72E37F062}" dt="2023-06-05T12:44:43.428" v="212" actId="14100"/>
          <ac:spMkLst>
            <pc:docMk/>
            <pc:sldMk cId="394559105" sldId="1828"/>
            <ac:spMk id="20" creationId="{482B677E-C5BC-61F7-8F32-769ECB643D5C}"/>
          </ac:spMkLst>
        </pc:spChg>
        <pc:spChg chg="del mod">
          <ac:chgData name="Gellenoncourt, Kevin" userId="83ce2c6d-0bd4-4cd9-955e-dd3efc6a7d5a" providerId="ADAL" clId="{91B703F0-4BC9-4E6B-9FDA-67E72E37F062}" dt="2023-06-01T08:34:09.913" v="117" actId="21"/>
          <ac:spMkLst>
            <pc:docMk/>
            <pc:sldMk cId="394559105" sldId="1828"/>
            <ac:spMk id="21" creationId="{9975369E-847D-4D46-B660-FC2A64309400}"/>
          </ac:spMkLst>
        </pc:spChg>
        <pc:spChg chg="mod">
          <ac:chgData name="Gellenoncourt, Kevin" userId="83ce2c6d-0bd4-4cd9-955e-dd3efc6a7d5a" providerId="ADAL" clId="{91B703F0-4BC9-4E6B-9FDA-67E72E37F062}" dt="2023-06-05T09:52:55.825" v="158" actId="14100"/>
          <ac:spMkLst>
            <pc:docMk/>
            <pc:sldMk cId="394559105" sldId="1828"/>
            <ac:spMk id="22" creationId="{A0E2EB9E-403B-1783-01A5-15371416A388}"/>
          </ac:spMkLst>
        </pc:spChg>
        <pc:spChg chg="mod">
          <ac:chgData name="Gellenoncourt, Kevin" userId="83ce2c6d-0bd4-4cd9-955e-dd3efc6a7d5a" providerId="ADAL" clId="{91B703F0-4BC9-4E6B-9FDA-67E72E37F062}" dt="2023-06-05T09:52:58.009" v="159" actId="14100"/>
          <ac:spMkLst>
            <pc:docMk/>
            <pc:sldMk cId="394559105" sldId="1828"/>
            <ac:spMk id="23" creationId="{D45C1964-3199-AEA8-A302-B7CC89E83D1C}"/>
          </ac:spMkLst>
        </pc:spChg>
        <pc:spChg chg="mod">
          <ac:chgData name="Gellenoncourt, Kevin" userId="83ce2c6d-0bd4-4cd9-955e-dd3efc6a7d5a" providerId="ADAL" clId="{91B703F0-4BC9-4E6B-9FDA-67E72E37F062}" dt="2023-06-05T12:45:47.299" v="270" actId="14100"/>
          <ac:spMkLst>
            <pc:docMk/>
            <pc:sldMk cId="394559105" sldId="1828"/>
            <ac:spMk id="24" creationId="{88F570B6-8124-73EB-127F-A1C07F1C2995}"/>
          </ac:spMkLst>
        </pc:spChg>
      </pc:sldChg>
      <pc:sldChg chg="addSp delSp modSp mod">
        <pc:chgData name="Gellenoncourt, Kevin" userId="83ce2c6d-0bd4-4cd9-955e-dd3efc6a7d5a" providerId="ADAL" clId="{91B703F0-4BC9-4E6B-9FDA-67E72E37F062}" dt="2023-06-07T15:07:15.961" v="744" actId="122"/>
        <pc:sldMkLst>
          <pc:docMk/>
          <pc:sldMk cId="1931217021" sldId="1830"/>
        </pc:sldMkLst>
        <pc:spChg chg="mod">
          <ac:chgData name="Gellenoncourt, Kevin" userId="83ce2c6d-0bd4-4cd9-955e-dd3efc6a7d5a" providerId="ADAL" clId="{91B703F0-4BC9-4E6B-9FDA-67E72E37F062}" dt="2023-06-07T15:07:01.365" v="742" actId="14100"/>
          <ac:spMkLst>
            <pc:docMk/>
            <pc:sldMk cId="1931217021" sldId="1830"/>
            <ac:spMk id="5" creationId="{70270940-53A9-A871-FF5F-3D0FED83C951}"/>
          </ac:spMkLst>
        </pc:spChg>
        <pc:spChg chg="mod">
          <ac:chgData name="Gellenoncourt, Kevin" userId="83ce2c6d-0bd4-4cd9-955e-dd3efc6a7d5a" providerId="ADAL" clId="{91B703F0-4BC9-4E6B-9FDA-67E72E37F062}" dt="2023-06-07T15:07:15.961" v="744" actId="122"/>
          <ac:spMkLst>
            <pc:docMk/>
            <pc:sldMk cId="1931217021" sldId="1830"/>
            <ac:spMk id="8" creationId="{81EA1FC6-6387-A02A-C9D3-EFEF0F1876F2}"/>
          </ac:spMkLst>
        </pc:spChg>
        <pc:spChg chg="add del mod">
          <ac:chgData name="Gellenoncourt, Kevin" userId="83ce2c6d-0bd4-4cd9-955e-dd3efc6a7d5a" providerId="ADAL" clId="{91B703F0-4BC9-4E6B-9FDA-67E72E37F062}" dt="2023-06-01T08:33:20.239" v="84" actId="478"/>
          <ac:spMkLst>
            <pc:docMk/>
            <pc:sldMk cId="1931217021" sldId="1830"/>
            <ac:spMk id="9" creationId="{003C510E-E6D0-BC12-AADD-1F0F8180D5B3}"/>
          </ac:spMkLst>
        </pc:spChg>
        <pc:spChg chg="add mod">
          <ac:chgData name="Gellenoncourt, Kevin" userId="83ce2c6d-0bd4-4cd9-955e-dd3efc6a7d5a" providerId="ADAL" clId="{91B703F0-4BC9-4E6B-9FDA-67E72E37F062}" dt="2023-06-01T08:34:18.332" v="120" actId="14100"/>
          <ac:spMkLst>
            <pc:docMk/>
            <pc:sldMk cId="1931217021" sldId="1830"/>
            <ac:spMk id="10" creationId="{B327ED98-3098-2064-0533-E1BC7E108403}"/>
          </ac:spMkLst>
        </pc:spChg>
      </pc:sldChg>
      <pc:sldChg chg="modSp mod">
        <pc:chgData name="Gellenoncourt, Kevin" userId="83ce2c6d-0bd4-4cd9-955e-dd3efc6a7d5a" providerId="ADAL" clId="{91B703F0-4BC9-4E6B-9FDA-67E72E37F062}" dt="2023-06-07T15:07:40.281" v="745" actId="14100"/>
        <pc:sldMkLst>
          <pc:docMk/>
          <pc:sldMk cId="3334357831" sldId="1831"/>
        </pc:sldMkLst>
        <pc:spChg chg="mod">
          <ac:chgData name="Gellenoncourt, Kevin" userId="83ce2c6d-0bd4-4cd9-955e-dd3efc6a7d5a" providerId="ADAL" clId="{91B703F0-4BC9-4E6B-9FDA-67E72E37F062}" dt="2023-06-01T08:34:31.185" v="121" actId="20577"/>
          <ac:spMkLst>
            <pc:docMk/>
            <pc:sldMk cId="3334357831" sldId="1831"/>
            <ac:spMk id="5" creationId="{3A1CEC8E-2106-4E29-8ABA-B55743DA8832}"/>
          </ac:spMkLst>
        </pc:spChg>
        <pc:spChg chg="mod">
          <ac:chgData name="Gellenoncourt, Kevin" userId="83ce2c6d-0bd4-4cd9-955e-dd3efc6a7d5a" providerId="ADAL" clId="{91B703F0-4BC9-4E6B-9FDA-67E72E37F062}" dt="2023-06-07T15:07:40.281" v="745" actId="14100"/>
          <ac:spMkLst>
            <pc:docMk/>
            <pc:sldMk cId="3334357831" sldId="1831"/>
            <ac:spMk id="18" creationId="{12AF2180-CD55-EF16-53B3-15E6809EC565}"/>
          </ac:spMkLst>
        </pc:spChg>
      </pc:sldChg>
    </pc:docChg>
  </pc:docChgLst>
  <pc:docChgLst>
    <pc:chgData name="Gellenoncourt, Kevin" userId="S::kevin.gellenoncourt@baloise.lu::83ce2c6d-0bd4-4cd9-955e-dd3efc6a7d5a" providerId="AD" clId="Web-{45922357-B825-2EE0-09BE-7C5F090B3CCE}"/>
    <pc:docChg chg="modSld">
      <pc:chgData name="Gellenoncourt, Kevin" userId="S::kevin.gellenoncourt@baloise.lu::83ce2c6d-0bd4-4cd9-955e-dd3efc6a7d5a" providerId="AD" clId="Web-{45922357-B825-2EE0-09BE-7C5F090B3CCE}" dt="2022-09-30T15:51:00.610" v="16" actId="20577"/>
      <pc:docMkLst>
        <pc:docMk/>
      </pc:docMkLst>
      <pc:sldChg chg="modSp">
        <pc:chgData name="Gellenoncourt, Kevin" userId="S::kevin.gellenoncourt@baloise.lu::83ce2c6d-0bd4-4cd9-955e-dd3efc6a7d5a" providerId="AD" clId="Web-{45922357-B825-2EE0-09BE-7C5F090B3CCE}" dt="2022-09-30T15:51:00.610" v="16" actId="20577"/>
        <pc:sldMkLst>
          <pc:docMk/>
          <pc:sldMk cId="2638113286" sldId="1758"/>
        </pc:sldMkLst>
        <pc:spChg chg="mod">
          <ac:chgData name="Gellenoncourt, Kevin" userId="S::kevin.gellenoncourt@baloise.lu::83ce2c6d-0bd4-4cd9-955e-dd3efc6a7d5a" providerId="AD" clId="Web-{45922357-B825-2EE0-09BE-7C5F090B3CCE}" dt="2022-09-30T15:51:00.610" v="16" actId="20577"/>
          <ac:spMkLst>
            <pc:docMk/>
            <pc:sldMk cId="2638113286" sldId="1758"/>
            <ac:spMk id="5" creationId="{BECD5CAF-1126-4B71-AC57-8371D407AD8D}"/>
          </ac:spMkLst>
        </pc:spChg>
      </pc:sldChg>
    </pc:docChg>
  </pc:docChgLst>
  <pc:docChgLst>
    <pc:chgData name="Gellenoncourt, Kevin" userId="83ce2c6d-0bd4-4cd9-955e-dd3efc6a7d5a" providerId="ADAL" clId="{C9839D59-2972-4323-A767-4B90EFEABC06}"/>
    <pc:docChg chg="undo redo custSel addSld delSld modSld sldOrd modMainMaster addSection delSection modSection">
      <pc:chgData name="Gellenoncourt, Kevin" userId="83ce2c6d-0bd4-4cd9-955e-dd3efc6a7d5a" providerId="ADAL" clId="{C9839D59-2972-4323-A767-4B90EFEABC06}" dt="2023-02-13T08:21:11.424" v="54716" actId="1076"/>
      <pc:docMkLst>
        <pc:docMk/>
      </pc:docMkLst>
      <pc:sldChg chg="modSp mod">
        <pc:chgData name="Gellenoncourt, Kevin" userId="83ce2c6d-0bd4-4cd9-955e-dd3efc6a7d5a" providerId="ADAL" clId="{C9839D59-2972-4323-A767-4B90EFEABC06}" dt="2022-12-22T15:05:51.791" v="39849" actId="122"/>
        <pc:sldMkLst>
          <pc:docMk/>
          <pc:sldMk cId="2594422379" sldId="257"/>
        </pc:sldMkLst>
        <pc:spChg chg="mod">
          <ac:chgData name="Gellenoncourt, Kevin" userId="83ce2c6d-0bd4-4cd9-955e-dd3efc6a7d5a" providerId="ADAL" clId="{C9839D59-2972-4323-A767-4B90EFEABC06}" dt="2022-11-29T08:40:27.695" v="4701" actId="14100"/>
          <ac:spMkLst>
            <pc:docMk/>
            <pc:sldMk cId="2594422379" sldId="257"/>
            <ac:spMk id="2" creationId="{20F6D738-4468-4501-A03B-B2FE439D17D7}"/>
          </ac:spMkLst>
        </pc:spChg>
        <pc:spChg chg="mod">
          <ac:chgData name="Gellenoncourt, Kevin" userId="83ce2c6d-0bd4-4cd9-955e-dd3efc6a7d5a" providerId="ADAL" clId="{C9839D59-2972-4323-A767-4B90EFEABC06}" dt="2022-12-22T15:05:51.791" v="39849" actId="122"/>
          <ac:spMkLst>
            <pc:docMk/>
            <pc:sldMk cId="2594422379" sldId="257"/>
            <ac:spMk id="4" creationId="{8D5DF304-4A60-46D5-8EC8-58B998217F18}"/>
          </ac:spMkLst>
        </pc:spChg>
      </pc:sldChg>
      <pc:sldChg chg="addSp delSp modSp del mod modClrScheme chgLayout">
        <pc:chgData name="Gellenoncourt, Kevin" userId="83ce2c6d-0bd4-4cd9-955e-dd3efc6a7d5a" providerId="ADAL" clId="{C9839D59-2972-4323-A767-4B90EFEABC06}" dt="2022-11-25T17:12:48.225" v="1380" actId="2696"/>
        <pc:sldMkLst>
          <pc:docMk/>
          <pc:sldMk cId="1981566777" sldId="1670"/>
        </pc:sldMkLst>
        <pc:spChg chg="add mod ord">
          <ac:chgData name="Gellenoncourt, Kevin" userId="83ce2c6d-0bd4-4cd9-955e-dd3efc6a7d5a" providerId="ADAL" clId="{C9839D59-2972-4323-A767-4B90EFEABC06}" dt="2022-11-25T12:35:33.352" v="681" actId="700"/>
          <ac:spMkLst>
            <pc:docMk/>
            <pc:sldMk cId="1981566777" sldId="1670"/>
            <ac:spMk id="2" creationId="{442EE8EF-21C8-4B32-8FC7-E4DA78ABFB6B}"/>
          </ac:spMkLst>
        </pc:spChg>
        <pc:spChg chg="add del mod ord">
          <ac:chgData name="Gellenoncourt, Kevin" userId="83ce2c6d-0bd4-4cd9-955e-dd3efc6a7d5a" providerId="ADAL" clId="{C9839D59-2972-4323-A767-4B90EFEABC06}" dt="2022-11-25T12:35:33.352" v="681" actId="700"/>
          <ac:spMkLst>
            <pc:docMk/>
            <pc:sldMk cId="1981566777" sldId="1670"/>
            <ac:spMk id="3" creationId="{BCB3B96B-D10F-4F8B-AAA2-80FF6462E2ED}"/>
          </ac:spMkLst>
        </pc:spChg>
        <pc:spChg chg="add del mod ord">
          <ac:chgData name="Gellenoncourt, Kevin" userId="83ce2c6d-0bd4-4cd9-955e-dd3efc6a7d5a" providerId="ADAL" clId="{C9839D59-2972-4323-A767-4B90EFEABC06}" dt="2022-11-25T12:35:33.352" v="681" actId="700"/>
          <ac:spMkLst>
            <pc:docMk/>
            <pc:sldMk cId="1981566777" sldId="1670"/>
            <ac:spMk id="4" creationId="{E80C1DD5-9D7D-40D2-A420-C5E5B0E55ED7}"/>
          </ac:spMkLst>
        </pc:spChg>
        <pc:spChg chg="add del mod">
          <ac:chgData name="Gellenoncourt, Kevin" userId="83ce2c6d-0bd4-4cd9-955e-dd3efc6a7d5a" providerId="ADAL" clId="{C9839D59-2972-4323-A767-4B90EFEABC06}" dt="2022-11-25T12:34:13.625" v="636"/>
          <ac:spMkLst>
            <pc:docMk/>
            <pc:sldMk cId="1981566777" sldId="1670"/>
            <ac:spMk id="5" creationId="{17DCB033-2A35-4AAB-BE00-18529E704034}"/>
          </ac:spMkLst>
        </pc:spChg>
        <pc:spChg chg="add mod">
          <ac:chgData name="Gellenoncourt, Kevin" userId="83ce2c6d-0bd4-4cd9-955e-dd3efc6a7d5a" providerId="ADAL" clId="{C9839D59-2972-4323-A767-4B90EFEABC06}" dt="2022-11-25T17:11:36.024" v="1361" actId="14100"/>
          <ac:spMkLst>
            <pc:docMk/>
            <pc:sldMk cId="1981566777" sldId="1670"/>
            <ac:spMk id="6" creationId="{2B45E1ED-C6D2-42AF-AFE6-B1B6B85BBA53}"/>
          </ac:spMkLst>
        </pc:spChg>
        <pc:spChg chg="add del mod">
          <ac:chgData name="Gellenoncourt, Kevin" userId="83ce2c6d-0bd4-4cd9-955e-dd3efc6a7d5a" providerId="ADAL" clId="{C9839D59-2972-4323-A767-4B90EFEABC06}" dt="2022-11-25T12:34:13.625" v="636"/>
          <ac:spMkLst>
            <pc:docMk/>
            <pc:sldMk cId="1981566777" sldId="1670"/>
            <ac:spMk id="6" creationId="{B328F102-9EBB-4EC5-8328-BE0E51CE6BA5}"/>
          </ac:spMkLst>
        </pc:spChg>
        <pc:spChg chg="add del mod">
          <ac:chgData name="Gellenoncourt, Kevin" userId="83ce2c6d-0bd4-4cd9-955e-dd3efc6a7d5a" providerId="ADAL" clId="{C9839D59-2972-4323-A767-4B90EFEABC06}" dt="2022-11-25T12:34:13.625" v="636"/>
          <ac:spMkLst>
            <pc:docMk/>
            <pc:sldMk cId="1981566777" sldId="1670"/>
            <ac:spMk id="7" creationId="{848BB2B2-22B9-4173-87AC-D8213759CB74}"/>
          </ac:spMkLst>
        </pc:spChg>
        <pc:spChg chg="add del">
          <ac:chgData name="Gellenoncourt, Kevin" userId="83ce2c6d-0bd4-4cd9-955e-dd3efc6a7d5a" providerId="ADAL" clId="{C9839D59-2972-4323-A767-4B90EFEABC06}" dt="2022-11-25T12:34:21.071" v="639" actId="22"/>
          <ac:spMkLst>
            <pc:docMk/>
            <pc:sldMk cId="1981566777" sldId="1670"/>
            <ac:spMk id="9" creationId="{9677E459-73FE-4099-865C-075D55D3EDAE}"/>
          </ac:spMkLst>
        </pc:spChg>
        <pc:spChg chg="add del mod ord">
          <ac:chgData name="Gellenoncourt, Kevin" userId="83ce2c6d-0bd4-4cd9-955e-dd3efc6a7d5a" providerId="ADAL" clId="{C9839D59-2972-4323-A767-4B90EFEABC06}" dt="2022-11-25T12:35:33.352" v="681" actId="700"/>
          <ac:spMkLst>
            <pc:docMk/>
            <pc:sldMk cId="1981566777" sldId="1670"/>
            <ac:spMk id="10" creationId="{CC55E070-BB1C-48D4-A062-521061E963B4}"/>
          </ac:spMkLst>
        </pc:spChg>
        <pc:spChg chg="add del mod ord">
          <ac:chgData name="Gellenoncourt, Kevin" userId="83ce2c6d-0bd4-4cd9-955e-dd3efc6a7d5a" providerId="ADAL" clId="{C9839D59-2972-4323-A767-4B90EFEABC06}" dt="2022-11-25T17:11:30.497" v="1360" actId="20577"/>
          <ac:spMkLst>
            <pc:docMk/>
            <pc:sldMk cId="1981566777" sldId="1670"/>
            <ac:spMk id="11" creationId="{50B03804-8B0B-41C2-98C0-AD7667B32AD4}"/>
          </ac:spMkLst>
        </pc:spChg>
        <pc:spChg chg="add del mod ord">
          <ac:chgData name="Gellenoncourt, Kevin" userId="83ce2c6d-0bd4-4cd9-955e-dd3efc6a7d5a" providerId="ADAL" clId="{C9839D59-2972-4323-A767-4B90EFEABC06}" dt="2022-11-25T17:11:04.544" v="1333" actId="14100"/>
          <ac:spMkLst>
            <pc:docMk/>
            <pc:sldMk cId="1981566777" sldId="1670"/>
            <ac:spMk id="12" creationId="{316A58FD-54E7-46E7-9BE1-321F975D1C59}"/>
          </ac:spMkLst>
        </pc:spChg>
      </pc:sldChg>
      <pc:sldChg chg="modSp mod">
        <pc:chgData name="Gellenoncourt, Kevin" userId="83ce2c6d-0bd4-4cd9-955e-dd3efc6a7d5a" providerId="ADAL" clId="{C9839D59-2972-4323-A767-4B90EFEABC06}" dt="2023-02-07T09:39:35.907" v="54625" actId="20577"/>
        <pc:sldMkLst>
          <pc:docMk/>
          <pc:sldMk cId="3947088590" sldId="1755"/>
        </pc:sldMkLst>
        <pc:spChg chg="mod">
          <ac:chgData name="Gellenoncourt, Kevin" userId="83ce2c6d-0bd4-4cd9-955e-dd3efc6a7d5a" providerId="ADAL" clId="{C9839D59-2972-4323-A767-4B90EFEABC06}" dt="2023-02-07T09:39:35.907" v="54625" actId="20577"/>
          <ac:spMkLst>
            <pc:docMk/>
            <pc:sldMk cId="3947088590" sldId="1755"/>
            <ac:spMk id="3" creationId="{BD6849B4-CB59-4E5A-BB73-A475C1CF86D6}"/>
          </ac:spMkLst>
        </pc:spChg>
      </pc:sldChg>
      <pc:sldChg chg="modSp mod ord setBg">
        <pc:chgData name="Gellenoncourt, Kevin" userId="83ce2c6d-0bd4-4cd9-955e-dd3efc6a7d5a" providerId="ADAL" clId="{C9839D59-2972-4323-A767-4B90EFEABC06}" dt="2023-02-01T11:28:19.066" v="53101" actId="20577"/>
        <pc:sldMkLst>
          <pc:docMk/>
          <pc:sldMk cId="3436175789" sldId="1756"/>
        </pc:sldMkLst>
        <pc:spChg chg="mod">
          <ac:chgData name="Gellenoncourt, Kevin" userId="83ce2c6d-0bd4-4cd9-955e-dd3efc6a7d5a" providerId="ADAL" clId="{C9839D59-2972-4323-A767-4B90EFEABC06}" dt="2022-12-05T17:10:58.369" v="14711" actId="108"/>
          <ac:spMkLst>
            <pc:docMk/>
            <pc:sldMk cId="3436175789" sldId="1756"/>
            <ac:spMk id="7" creationId="{E42BCCB4-5ADC-48EF-AB6B-F068147D8558}"/>
          </ac:spMkLst>
        </pc:spChg>
        <pc:spChg chg="mod">
          <ac:chgData name="Gellenoncourt, Kevin" userId="83ce2c6d-0bd4-4cd9-955e-dd3efc6a7d5a" providerId="ADAL" clId="{C9839D59-2972-4323-A767-4B90EFEABC06}" dt="2023-02-01T11:28:19.066" v="53101" actId="20577"/>
          <ac:spMkLst>
            <pc:docMk/>
            <pc:sldMk cId="3436175789" sldId="1756"/>
            <ac:spMk id="8" creationId="{EF4CE90A-C0B9-4342-BF6C-766D39B37411}"/>
          </ac:spMkLst>
        </pc:spChg>
      </pc:sldChg>
      <pc:sldChg chg="addSp delSp modSp del mod">
        <pc:chgData name="Gellenoncourt, Kevin" userId="83ce2c6d-0bd4-4cd9-955e-dd3efc6a7d5a" providerId="ADAL" clId="{C9839D59-2972-4323-A767-4B90EFEABC06}" dt="2022-11-25T10:54:54.186" v="173" actId="2696"/>
        <pc:sldMkLst>
          <pc:docMk/>
          <pc:sldMk cId="890361792" sldId="1760"/>
        </pc:sldMkLst>
        <pc:spChg chg="del">
          <ac:chgData name="Gellenoncourt, Kevin" userId="83ce2c6d-0bd4-4cd9-955e-dd3efc6a7d5a" providerId="ADAL" clId="{C9839D59-2972-4323-A767-4B90EFEABC06}" dt="2022-11-25T10:54:08.532" v="170" actId="478"/>
          <ac:spMkLst>
            <pc:docMk/>
            <pc:sldMk cId="890361792" sldId="1760"/>
            <ac:spMk id="4" creationId="{C09FEEAD-F56B-4D9B-918A-C2D6515B2FE5}"/>
          </ac:spMkLst>
        </pc:spChg>
        <pc:spChg chg="add del mod">
          <ac:chgData name="Gellenoncourt, Kevin" userId="83ce2c6d-0bd4-4cd9-955e-dd3efc6a7d5a" providerId="ADAL" clId="{C9839D59-2972-4323-A767-4B90EFEABC06}" dt="2022-11-25T10:50:45.718" v="133" actId="478"/>
          <ac:spMkLst>
            <pc:docMk/>
            <pc:sldMk cId="890361792" sldId="1760"/>
            <ac:spMk id="5" creationId="{669247A5-1955-4EEA-813B-D121BFDDDB8B}"/>
          </ac:spMkLst>
        </pc:spChg>
        <pc:spChg chg="del">
          <ac:chgData name="Gellenoncourt, Kevin" userId="83ce2c6d-0bd4-4cd9-955e-dd3efc6a7d5a" providerId="ADAL" clId="{C9839D59-2972-4323-A767-4B90EFEABC06}" dt="2022-11-25T10:48:14.727" v="100" actId="478"/>
          <ac:spMkLst>
            <pc:docMk/>
            <pc:sldMk cId="890361792" sldId="1760"/>
            <ac:spMk id="8" creationId="{D3DAAA7F-2605-45D1-9A44-8EECEAC0BA80}"/>
          </ac:spMkLst>
        </pc:spChg>
        <pc:spChg chg="del">
          <ac:chgData name="Gellenoncourt, Kevin" userId="83ce2c6d-0bd4-4cd9-955e-dd3efc6a7d5a" providerId="ADAL" clId="{C9839D59-2972-4323-A767-4B90EFEABC06}" dt="2022-11-25T10:44:52.519" v="62" actId="478"/>
          <ac:spMkLst>
            <pc:docMk/>
            <pc:sldMk cId="890361792" sldId="1760"/>
            <ac:spMk id="9" creationId="{24D66D80-12F9-48EE-982B-A0E9FCA8A038}"/>
          </ac:spMkLst>
        </pc:spChg>
        <pc:spChg chg="del">
          <ac:chgData name="Gellenoncourt, Kevin" userId="83ce2c6d-0bd4-4cd9-955e-dd3efc6a7d5a" providerId="ADAL" clId="{C9839D59-2972-4323-A767-4B90EFEABC06}" dt="2022-11-25T10:52:28.869" v="156" actId="478"/>
          <ac:spMkLst>
            <pc:docMk/>
            <pc:sldMk cId="890361792" sldId="1760"/>
            <ac:spMk id="10" creationId="{A40507E4-28B3-41DE-BD46-911C3D4A4D98}"/>
          </ac:spMkLst>
        </pc:spChg>
        <pc:spChg chg="del">
          <ac:chgData name="Gellenoncourt, Kevin" userId="83ce2c6d-0bd4-4cd9-955e-dd3efc6a7d5a" providerId="ADAL" clId="{C9839D59-2972-4323-A767-4B90EFEABC06}" dt="2022-11-25T10:53:42.025" v="169" actId="478"/>
          <ac:spMkLst>
            <pc:docMk/>
            <pc:sldMk cId="890361792" sldId="1760"/>
            <ac:spMk id="11" creationId="{03A44FDB-9E83-4356-B43F-75C2A90D1646}"/>
          </ac:spMkLst>
        </pc:spChg>
        <pc:spChg chg="del">
          <ac:chgData name="Gellenoncourt, Kevin" userId="83ce2c6d-0bd4-4cd9-955e-dd3efc6a7d5a" providerId="ADAL" clId="{C9839D59-2972-4323-A767-4B90EFEABC06}" dt="2022-11-25T10:54:50.296" v="172" actId="478"/>
          <ac:spMkLst>
            <pc:docMk/>
            <pc:sldMk cId="890361792" sldId="1760"/>
            <ac:spMk id="13" creationId="{52AB9798-0C88-4A6A-B188-5806185DD717}"/>
          </ac:spMkLst>
        </pc:spChg>
        <pc:spChg chg="add del mod">
          <ac:chgData name="Gellenoncourt, Kevin" userId="83ce2c6d-0bd4-4cd9-955e-dd3efc6a7d5a" providerId="ADAL" clId="{C9839D59-2972-4323-A767-4B90EFEABC06}" dt="2022-11-25T10:54:11.458" v="171" actId="478"/>
          <ac:spMkLst>
            <pc:docMk/>
            <pc:sldMk cId="890361792" sldId="1760"/>
            <ac:spMk id="15" creationId="{CF6CE186-960A-445D-ADE4-64FDB42BD52B}"/>
          </ac:spMkLst>
        </pc:spChg>
      </pc:sldChg>
      <pc:sldChg chg="addSp delSp modSp add mod ord addCm delCm modCm">
        <pc:chgData name="Gellenoncourt, Kevin" userId="83ce2c6d-0bd4-4cd9-955e-dd3efc6a7d5a" providerId="ADAL" clId="{C9839D59-2972-4323-A767-4B90EFEABC06}" dt="2023-02-01T11:28:05.468" v="53100"/>
        <pc:sldMkLst>
          <pc:docMk/>
          <pc:sldMk cId="2485269919" sldId="1764"/>
        </pc:sldMkLst>
        <pc:spChg chg="mod">
          <ac:chgData name="Gellenoncourt, Kevin" userId="83ce2c6d-0bd4-4cd9-955e-dd3efc6a7d5a" providerId="ADAL" clId="{C9839D59-2972-4323-A767-4B90EFEABC06}" dt="2022-11-25T10:44:20.440" v="39"/>
          <ac:spMkLst>
            <pc:docMk/>
            <pc:sldMk cId="2485269919" sldId="1764"/>
            <ac:spMk id="2" creationId="{D580E4BD-056B-45AD-BA88-16B8BC982371}"/>
          </ac:spMkLst>
        </pc:spChg>
        <pc:spChg chg="add del mod ord">
          <ac:chgData name="Gellenoncourt, Kevin" userId="83ce2c6d-0bd4-4cd9-955e-dd3efc6a7d5a" providerId="ADAL" clId="{C9839D59-2972-4323-A767-4B90EFEABC06}" dt="2023-01-23T15:30:02.821" v="48462" actId="478"/>
          <ac:spMkLst>
            <pc:docMk/>
            <pc:sldMk cId="2485269919" sldId="1764"/>
            <ac:spMk id="4" creationId="{8CA79598-C0A2-4708-9B83-534D82C40F14}"/>
          </ac:spMkLst>
        </pc:spChg>
        <pc:spChg chg="del mod">
          <ac:chgData name="Gellenoncourt, Kevin" userId="83ce2c6d-0bd4-4cd9-955e-dd3efc6a7d5a" providerId="ADAL" clId="{C9839D59-2972-4323-A767-4B90EFEABC06}" dt="2022-11-28T14:08:31.726" v="3085" actId="478"/>
          <ac:spMkLst>
            <pc:docMk/>
            <pc:sldMk cId="2485269919" sldId="1764"/>
            <ac:spMk id="4" creationId="{C09FEEAD-F56B-4D9B-918A-C2D6515B2FE5}"/>
          </ac:spMkLst>
        </pc:spChg>
        <pc:spChg chg="mod">
          <ac:chgData name="Gellenoncourt, Kevin" userId="83ce2c6d-0bd4-4cd9-955e-dd3efc6a7d5a" providerId="ADAL" clId="{C9839D59-2972-4323-A767-4B90EFEABC06}" dt="2022-11-28T15:56:53.832" v="4233" actId="1076"/>
          <ac:spMkLst>
            <pc:docMk/>
            <pc:sldMk cId="2485269919" sldId="1764"/>
            <ac:spMk id="7" creationId="{7B3EAB02-0676-4837-99AC-5B7D294E8E7E}"/>
          </ac:spMkLst>
        </pc:spChg>
        <pc:spChg chg="del mod">
          <ac:chgData name="Gellenoncourt, Kevin" userId="83ce2c6d-0bd4-4cd9-955e-dd3efc6a7d5a" providerId="ADAL" clId="{C9839D59-2972-4323-A767-4B90EFEABC06}" dt="2022-11-28T14:08:41.031" v="3088" actId="478"/>
          <ac:spMkLst>
            <pc:docMk/>
            <pc:sldMk cId="2485269919" sldId="1764"/>
            <ac:spMk id="8" creationId="{D3DAAA7F-2605-45D1-9A44-8EECEAC0BA80}"/>
          </ac:spMkLst>
        </pc:spChg>
        <pc:spChg chg="del mod">
          <ac:chgData name="Gellenoncourt, Kevin" userId="83ce2c6d-0bd4-4cd9-955e-dd3efc6a7d5a" providerId="ADAL" clId="{C9839D59-2972-4323-A767-4B90EFEABC06}" dt="2022-11-28T13:43:42.452" v="2594" actId="21"/>
          <ac:spMkLst>
            <pc:docMk/>
            <pc:sldMk cId="2485269919" sldId="1764"/>
            <ac:spMk id="9" creationId="{D4ADD9C3-A93B-453B-AD7C-7A5E5207A82E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2485269919" sldId="1764"/>
            <ac:spMk id="10" creationId="{93BD9E5C-4F27-4850-8F84-3F37E9452F82}"/>
          </ac:spMkLst>
        </pc:spChg>
        <pc:spChg chg="add del mod">
          <ac:chgData name="Gellenoncourt, Kevin" userId="83ce2c6d-0bd4-4cd9-955e-dd3efc6a7d5a" providerId="ADAL" clId="{C9839D59-2972-4323-A767-4B90EFEABC06}" dt="2022-11-25T10:50:42.115" v="132" actId="478"/>
          <ac:spMkLst>
            <pc:docMk/>
            <pc:sldMk cId="2485269919" sldId="1764"/>
            <ac:spMk id="11" creationId="{C41E861F-85DA-49AA-A82B-118E2FCF8418}"/>
          </ac:spMkLst>
        </pc:spChg>
        <pc:spChg chg="add del mod">
          <ac:chgData name="Gellenoncourt, Kevin" userId="83ce2c6d-0bd4-4cd9-955e-dd3efc6a7d5a" providerId="ADAL" clId="{C9839D59-2972-4323-A767-4B90EFEABC06}" dt="2023-01-23T15:30:10.459" v="48463" actId="21"/>
          <ac:spMkLst>
            <pc:docMk/>
            <pc:sldMk cId="2485269919" sldId="1764"/>
            <ac:spMk id="11" creationId="{DED9EB65-79D2-48F6-86A7-435BEF6AED9C}"/>
          </ac:spMkLst>
        </pc:spChg>
        <pc:spChg chg="add del mod">
          <ac:chgData name="Gellenoncourt, Kevin" userId="83ce2c6d-0bd4-4cd9-955e-dd3efc6a7d5a" providerId="ADAL" clId="{C9839D59-2972-4323-A767-4B90EFEABC06}" dt="2023-01-23T15:29:12.098" v="48450" actId="21"/>
          <ac:spMkLst>
            <pc:docMk/>
            <pc:sldMk cId="2485269919" sldId="1764"/>
            <ac:spMk id="12" creationId="{10A1A108-F1B8-4612-B41C-567302C0AC97}"/>
          </ac:spMkLst>
        </pc:spChg>
        <pc:spChg chg="mod">
          <ac:chgData name="Gellenoncourt, Kevin" userId="83ce2c6d-0bd4-4cd9-955e-dd3efc6a7d5a" providerId="ADAL" clId="{C9839D59-2972-4323-A767-4B90EFEABC06}" dt="2023-01-23T16:05:19.553" v="48623" actId="14100"/>
          <ac:spMkLst>
            <pc:docMk/>
            <pc:sldMk cId="2485269919" sldId="1764"/>
            <ac:spMk id="13" creationId="{7385E2A2-4031-4E42-A917-02EF61DA7F1A}"/>
          </ac:spMkLst>
        </pc:spChg>
        <pc:spChg chg="add del mod">
          <ac:chgData name="Gellenoncourt, Kevin" userId="83ce2c6d-0bd4-4cd9-955e-dd3efc6a7d5a" providerId="ADAL" clId="{C9839D59-2972-4323-A767-4B90EFEABC06}" dt="2023-01-23T15:34:37.877" v="48606" actId="21"/>
          <ac:spMkLst>
            <pc:docMk/>
            <pc:sldMk cId="2485269919" sldId="1764"/>
            <ac:spMk id="14" creationId="{EAAD7F73-4B41-402C-9BAA-29A8DA0F88D9}"/>
          </ac:spMkLst>
        </pc:spChg>
        <pc:spChg chg="add del mod">
          <ac:chgData name="Gellenoncourt, Kevin" userId="83ce2c6d-0bd4-4cd9-955e-dd3efc6a7d5a" providerId="ADAL" clId="{C9839D59-2972-4323-A767-4B90EFEABC06}" dt="2022-11-29T15:11:02.041" v="5879" actId="21"/>
          <ac:spMkLst>
            <pc:docMk/>
            <pc:sldMk cId="2485269919" sldId="1764"/>
            <ac:spMk id="14" creationId="{F7D29F87-342E-4426-AD53-B4F3B3A942F3}"/>
          </ac:spMkLst>
        </pc:spChg>
        <pc:spChg chg="add mod">
          <ac:chgData name="Gellenoncourt, Kevin" userId="83ce2c6d-0bd4-4cd9-955e-dd3efc6a7d5a" providerId="ADAL" clId="{C9839D59-2972-4323-A767-4B90EFEABC06}" dt="2023-01-23T15:34:03.416" v="48598" actId="108"/>
          <ac:spMkLst>
            <pc:docMk/>
            <pc:sldMk cId="2485269919" sldId="1764"/>
            <ac:spMk id="15" creationId="{7BA9FFB4-FCE8-48AE-AFF7-12C943C2E1B8}"/>
          </ac:spMkLst>
        </pc:spChg>
        <pc:spChg chg="add mod">
          <ac:chgData name="Gellenoncourt, Kevin" userId="83ce2c6d-0bd4-4cd9-955e-dd3efc6a7d5a" providerId="ADAL" clId="{C9839D59-2972-4323-A767-4B90EFEABC06}" dt="2023-01-23T15:34:05.790" v="48599" actId="108"/>
          <ac:spMkLst>
            <pc:docMk/>
            <pc:sldMk cId="2485269919" sldId="1764"/>
            <ac:spMk id="16" creationId="{460574C7-74BE-4C7D-9AE2-87272BDD81DD}"/>
          </ac:spMkLst>
        </pc:spChg>
        <pc:spChg chg="add mod">
          <ac:chgData name="Gellenoncourt, Kevin" userId="83ce2c6d-0bd4-4cd9-955e-dd3efc6a7d5a" providerId="ADAL" clId="{C9839D59-2972-4323-A767-4B90EFEABC06}" dt="2023-01-23T15:34:08.953" v="48600" actId="108"/>
          <ac:spMkLst>
            <pc:docMk/>
            <pc:sldMk cId="2485269919" sldId="1764"/>
            <ac:spMk id="17" creationId="{974D6B07-A45D-4759-A709-2760796E9C32}"/>
          </ac:spMkLst>
        </pc:spChg>
        <pc:spChg chg="add mod">
          <ac:chgData name="Gellenoncourt, Kevin" userId="83ce2c6d-0bd4-4cd9-955e-dd3efc6a7d5a" providerId="ADAL" clId="{C9839D59-2972-4323-A767-4B90EFEABC06}" dt="2023-01-23T16:09:00.826" v="48669" actId="20577"/>
          <ac:spMkLst>
            <pc:docMk/>
            <pc:sldMk cId="2485269919" sldId="1764"/>
            <ac:spMk id="18" creationId="{B9CE16CD-BE35-4C7C-806B-32C22AAF44EA}"/>
          </ac:spMkLst>
        </pc:spChg>
        <pc:picChg chg="add del mod">
          <ac:chgData name="Gellenoncourt, Kevin" userId="83ce2c6d-0bd4-4cd9-955e-dd3efc6a7d5a" providerId="ADAL" clId="{C9839D59-2972-4323-A767-4B90EFEABC06}" dt="2022-11-28T13:39:44.677" v="2546" actId="21"/>
          <ac:picMkLst>
            <pc:docMk/>
            <pc:sldMk cId="2485269919" sldId="1764"/>
            <ac:picMk id="5" creationId="{E18B380D-1796-4442-B0E8-C40655635FE2}"/>
          </ac:picMkLst>
        </pc:picChg>
      </pc:sldChg>
      <pc:sldChg chg="del">
        <pc:chgData name="Gellenoncourt, Kevin" userId="83ce2c6d-0bd4-4cd9-955e-dd3efc6a7d5a" providerId="ADAL" clId="{C9839D59-2972-4323-A767-4B90EFEABC06}" dt="2022-11-25T12:54:15.098" v="732" actId="47"/>
        <pc:sldMkLst>
          <pc:docMk/>
          <pc:sldMk cId="3405838669" sldId="1766"/>
        </pc:sldMkLst>
      </pc:sldChg>
      <pc:sldChg chg="modSp del mod">
        <pc:chgData name="Gellenoncourt, Kevin" userId="83ce2c6d-0bd4-4cd9-955e-dd3efc6a7d5a" providerId="ADAL" clId="{C9839D59-2972-4323-A767-4B90EFEABC06}" dt="2022-12-22T15:06:55.837" v="39856" actId="47"/>
        <pc:sldMkLst>
          <pc:docMk/>
          <pc:sldMk cId="4136605139" sldId="1767"/>
        </pc:sldMkLst>
        <pc:spChg chg="mod">
          <ac:chgData name="Gellenoncourt, Kevin" userId="83ce2c6d-0bd4-4cd9-955e-dd3efc6a7d5a" providerId="ADAL" clId="{C9839D59-2972-4323-A767-4B90EFEABC06}" dt="2022-11-25T11:09:25.548" v="536" actId="20577"/>
          <ac:spMkLst>
            <pc:docMk/>
            <pc:sldMk cId="4136605139" sldId="1767"/>
            <ac:spMk id="7" creationId="{E42BCCB4-5ADC-48EF-AB6B-F068147D8558}"/>
          </ac:spMkLst>
        </pc:spChg>
        <pc:spChg chg="mod">
          <ac:chgData name="Gellenoncourt, Kevin" userId="83ce2c6d-0bd4-4cd9-955e-dd3efc6a7d5a" providerId="ADAL" clId="{C9839D59-2972-4323-A767-4B90EFEABC06}" dt="2022-12-05T11:27:48.953" v="10260" actId="20577"/>
          <ac:spMkLst>
            <pc:docMk/>
            <pc:sldMk cId="4136605139" sldId="1767"/>
            <ac:spMk id="8" creationId="{EF4CE90A-C0B9-4342-BF6C-766D39B37411}"/>
          </ac:spMkLst>
        </pc:spChg>
      </pc:sldChg>
      <pc:sldChg chg="addSp delSp modSp mod ord chgLayout">
        <pc:chgData name="Gellenoncourt, Kevin" userId="83ce2c6d-0bd4-4cd9-955e-dd3efc6a7d5a" providerId="ADAL" clId="{C9839D59-2972-4323-A767-4B90EFEABC06}" dt="2023-02-02T14:07:37.446" v="54396"/>
        <pc:sldMkLst>
          <pc:docMk/>
          <pc:sldMk cId="390847122" sldId="1769"/>
        </pc:sldMkLst>
        <pc:spChg chg="mod ord">
          <ac:chgData name="Gellenoncourt, Kevin" userId="83ce2c6d-0bd4-4cd9-955e-dd3efc6a7d5a" providerId="ADAL" clId="{C9839D59-2972-4323-A767-4B90EFEABC06}" dt="2023-02-02T14:07:37.446" v="54396"/>
          <ac:spMkLst>
            <pc:docMk/>
            <pc:sldMk cId="390847122" sldId="1769"/>
            <ac:spMk id="2" creationId="{81B4020D-2DE6-4B6C-822C-676A9E68ECFA}"/>
          </ac:spMkLst>
        </pc:spChg>
        <pc:spChg chg="add del">
          <ac:chgData name="Gellenoncourt, Kevin" userId="83ce2c6d-0bd4-4cd9-955e-dd3efc6a7d5a" providerId="ADAL" clId="{C9839D59-2972-4323-A767-4B90EFEABC06}" dt="2022-12-14T14:42:10.269" v="32665"/>
          <ac:spMkLst>
            <pc:docMk/>
            <pc:sldMk cId="390847122" sldId="1769"/>
            <ac:spMk id="3" creationId="{578D473F-9C6F-49E0-8E74-3450ED08F89A}"/>
          </ac:spMkLst>
        </pc:spChg>
        <pc:spChg chg="add mod">
          <ac:chgData name="Gellenoncourt, Kevin" userId="83ce2c6d-0bd4-4cd9-955e-dd3efc6a7d5a" providerId="ADAL" clId="{C9839D59-2972-4323-A767-4B90EFEABC06}" dt="2023-02-01T10:57:48.696" v="52713" actId="1076"/>
          <ac:spMkLst>
            <pc:docMk/>
            <pc:sldMk cId="390847122" sldId="1769"/>
            <ac:spMk id="3" creationId="{D8EA6576-09F3-B364-F214-DD47AD7D8532}"/>
          </ac:spMkLst>
        </pc:spChg>
        <pc:spChg chg="mod ord">
          <ac:chgData name="Gellenoncourt, Kevin" userId="83ce2c6d-0bd4-4cd9-955e-dd3efc6a7d5a" providerId="ADAL" clId="{C9839D59-2972-4323-A767-4B90EFEABC06}" dt="2023-01-23T16:11:21.157" v="48702" actId="14100"/>
          <ac:spMkLst>
            <pc:docMk/>
            <pc:sldMk cId="390847122" sldId="1769"/>
            <ac:spMk id="4" creationId="{AE7AF101-B834-4B05-99A3-B4C8D043B6E1}"/>
          </ac:spMkLst>
        </pc:spChg>
        <pc:spChg chg="add del mod">
          <ac:chgData name="Gellenoncourt, Kevin" userId="83ce2c6d-0bd4-4cd9-955e-dd3efc6a7d5a" providerId="ADAL" clId="{C9839D59-2972-4323-A767-4B90EFEABC06}" dt="2022-11-28T14:59:14.069" v="3372" actId="478"/>
          <ac:spMkLst>
            <pc:docMk/>
            <pc:sldMk cId="390847122" sldId="1769"/>
            <ac:spMk id="5" creationId="{7473D510-A1C3-4FC6-ABEE-3F084195F1AC}"/>
          </ac:spMkLst>
        </pc:spChg>
        <pc:spChg chg="add del mod">
          <ac:chgData name="Gellenoncourt, Kevin" userId="83ce2c6d-0bd4-4cd9-955e-dd3efc6a7d5a" providerId="ADAL" clId="{C9839D59-2972-4323-A767-4B90EFEABC06}" dt="2022-12-14T14:42:18.061" v="32669"/>
          <ac:spMkLst>
            <pc:docMk/>
            <pc:sldMk cId="390847122" sldId="1769"/>
            <ac:spMk id="5" creationId="{F350DBFB-FF3C-4F50-8EE8-E20F8A536E9A}"/>
          </ac:spMkLst>
        </pc:spChg>
        <pc:spChg chg="mod ord">
          <ac:chgData name="Gellenoncourt, Kevin" userId="83ce2c6d-0bd4-4cd9-955e-dd3efc6a7d5a" providerId="ADAL" clId="{C9839D59-2972-4323-A767-4B90EFEABC06}" dt="2023-01-11T10:43:50.028" v="46398" actId="700"/>
          <ac:spMkLst>
            <pc:docMk/>
            <pc:sldMk cId="390847122" sldId="1769"/>
            <ac:spMk id="6" creationId="{4576F49A-6A7E-470D-82F5-6D36342DDF17}"/>
          </ac:spMkLst>
        </pc:spChg>
        <pc:spChg chg="mod ord">
          <ac:chgData name="Gellenoncourt, Kevin" userId="83ce2c6d-0bd4-4cd9-955e-dd3efc6a7d5a" providerId="ADAL" clId="{C9839D59-2972-4323-A767-4B90EFEABC06}" dt="2023-02-01T10:49:52.396" v="52636" actId="20577"/>
          <ac:spMkLst>
            <pc:docMk/>
            <pc:sldMk cId="390847122" sldId="1769"/>
            <ac:spMk id="7" creationId="{BC9C685F-33E7-44F5-9E08-33C92172C97D}"/>
          </ac:spMkLst>
        </pc:spChg>
        <pc:spChg chg="mod">
          <ac:chgData name="Gellenoncourt, Kevin" userId="83ce2c6d-0bd4-4cd9-955e-dd3efc6a7d5a" providerId="ADAL" clId="{C9839D59-2972-4323-A767-4B90EFEABC06}" dt="2023-01-11T10:46:17.408" v="46437" actId="14100"/>
          <ac:spMkLst>
            <pc:docMk/>
            <pc:sldMk cId="390847122" sldId="1769"/>
            <ac:spMk id="13" creationId="{492D8603-FB45-4122-A5F9-D3A952C82D13}"/>
          </ac:spMkLst>
        </pc:spChg>
        <pc:spChg chg="mod ord">
          <ac:chgData name="Gellenoncourt, Kevin" userId="83ce2c6d-0bd4-4cd9-955e-dd3efc6a7d5a" providerId="ADAL" clId="{C9839D59-2972-4323-A767-4B90EFEABC06}" dt="2023-01-11T10:43:50.028" v="46398" actId="700"/>
          <ac:spMkLst>
            <pc:docMk/>
            <pc:sldMk cId="390847122" sldId="1769"/>
            <ac:spMk id="14" creationId="{70578D5F-6465-4780-BC67-4A5616A81F4F}"/>
          </ac:spMkLst>
        </pc:spChg>
        <pc:spChg chg="add mod">
          <ac:chgData name="Gellenoncourt, Kevin" userId="83ce2c6d-0bd4-4cd9-955e-dd3efc6a7d5a" providerId="ADAL" clId="{C9839D59-2972-4323-A767-4B90EFEABC06}" dt="2023-01-11T10:43:41.260" v="46396" actId="14100"/>
          <ac:spMkLst>
            <pc:docMk/>
            <pc:sldMk cId="390847122" sldId="1769"/>
            <ac:spMk id="15" creationId="{DACBC955-C6EE-4496-BA52-8FB4850ED121}"/>
          </ac:spMkLst>
        </pc:spChg>
        <pc:spChg chg="mod">
          <ac:chgData name="Gellenoncourt, Kevin" userId="83ce2c6d-0bd4-4cd9-955e-dd3efc6a7d5a" providerId="ADAL" clId="{C9839D59-2972-4323-A767-4B90EFEABC06}" dt="2023-01-11T10:46:51.914" v="46450" actId="108"/>
          <ac:spMkLst>
            <pc:docMk/>
            <pc:sldMk cId="390847122" sldId="1769"/>
            <ac:spMk id="16" creationId="{54A54C3C-9E27-4F96-B428-1F95DDF3502B}"/>
          </ac:spMkLst>
        </pc:spChg>
        <pc:spChg chg="add mod ord">
          <ac:chgData name="Gellenoncourt, Kevin" userId="83ce2c6d-0bd4-4cd9-955e-dd3efc6a7d5a" providerId="ADAL" clId="{C9839D59-2972-4323-A767-4B90EFEABC06}" dt="2023-01-11T10:45:09.962" v="46419" actId="20577"/>
          <ac:spMkLst>
            <pc:docMk/>
            <pc:sldMk cId="390847122" sldId="1769"/>
            <ac:spMk id="17" creationId="{52C82ACF-7F58-4D47-9379-0CF0193D0C84}"/>
          </ac:spMkLst>
        </pc:spChg>
        <pc:spChg chg="del">
          <ac:chgData name="Gellenoncourt, Kevin" userId="83ce2c6d-0bd4-4cd9-955e-dd3efc6a7d5a" providerId="ADAL" clId="{C9839D59-2972-4323-A767-4B90EFEABC06}" dt="2022-11-25T10:55:23.738" v="190" actId="478"/>
          <ac:spMkLst>
            <pc:docMk/>
            <pc:sldMk cId="390847122" sldId="1769"/>
            <ac:spMk id="17" creationId="{6C137AEC-3AAB-4618-B811-DFEA79B22AA5}"/>
          </ac:spMkLst>
        </pc:spChg>
        <pc:spChg chg="add del mod">
          <ac:chgData name="Gellenoncourt, Kevin" userId="83ce2c6d-0bd4-4cd9-955e-dd3efc6a7d5a" providerId="ADAL" clId="{C9839D59-2972-4323-A767-4B90EFEABC06}" dt="2023-01-23T16:13:32.625" v="48733" actId="478"/>
          <ac:spMkLst>
            <pc:docMk/>
            <pc:sldMk cId="390847122" sldId="1769"/>
            <ac:spMk id="18" creationId="{96C0DC39-362C-4EA5-BA82-ABC77BBA90E5}"/>
          </ac:spMkLst>
        </pc:spChg>
        <pc:spChg chg="del">
          <ac:chgData name="Gellenoncourt, Kevin" userId="83ce2c6d-0bd4-4cd9-955e-dd3efc6a7d5a" providerId="ADAL" clId="{C9839D59-2972-4323-A767-4B90EFEABC06}" dt="2022-11-28T14:58:54.320" v="3369" actId="478"/>
          <ac:spMkLst>
            <pc:docMk/>
            <pc:sldMk cId="390847122" sldId="1769"/>
            <ac:spMk id="19" creationId="{D46EDD11-1EE5-499D-A4FC-29F62E480118}"/>
          </ac:spMkLst>
        </pc:spChg>
        <pc:spChg chg="add mod">
          <ac:chgData name="Gellenoncourt, Kevin" userId="83ce2c6d-0bd4-4cd9-955e-dd3efc6a7d5a" providerId="ADAL" clId="{C9839D59-2972-4323-A767-4B90EFEABC06}" dt="2022-12-21T17:03:55.136" v="38326" actId="14100"/>
          <ac:spMkLst>
            <pc:docMk/>
            <pc:sldMk cId="390847122" sldId="1769"/>
            <ac:spMk id="19" creationId="{F1BECC27-4752-422F-859F-36C980B9D421}"/>
          </ac:spMkLst>
        </pc:spChg>
        <pc:spChg chg="add del mod">
          <ac:chgData name="Gellenoncourt, Kevin" userId="83ce2c6d-0bd4-4cd9-955e-dd3efc6a7d5a" providerId="ADAL" clId="{C9839D59-2972-4323-A767-4B90EFEABC06}" dt="2022-12-14T11:15:13.283" v="30301" actId="478"/>
          <ac:spMkLst>
            <pc:docMk/>
            <pc:sldMk cId="390847122" sldId="1769"/>
            <ac:spMk id="20" creationId="{42C4FE7D-7300-4B40-93BE-A6DF0249D614}"/>
          </ac:spMkLst>
        </pc:spChg>
        <pc:spChg chg="del mod">
          <ac:chgData name="Gellenoncourt, Kevin" userId="83ce2c6d-0bd4-4cd9-955e-dd3efc6a7d5a" providerId="ADAL" clId="{C9839D59-2972-4323-A767-4B90EFEABC06}" dt="2022-11-28T14:58:54.320" v="3369" actId="478"/>
          <ac:spMkLst>
            <pc:docMk/>
            <pc:sldMk cId="390847122" sldId="1769"/>
            <ac:spMk id="20" creationId="{9994C255-284F-4AD2-B398-1778F0BD53D6}"/>
          </ac:spMkLst>
        </pc:spChg>
        <pc:spChg chg="add mod">
          <ac:chgData name="Gellenoncourt, Kevin" userId="83ce2c6d-0bd4-4cd9-955e-dd3efc6a7d5a" providerId="ADAL" clId="{C9839D59-2972-4323-A767-4B90EFEABC06}" dt="2023-01-11T10:47:14.226" v="46451" actId="13926"/>
          <ac:spMkLst>
            <pc:docMk/>
            <pc:sldMk cId="390847122" sldId="1769"/>
            <ac:spMk id="20" creationId="{9C8DA1E5-C2A4-43A5-8FAF-3EF7A835A4E3}"/>
          </ac:spMkLst>
        </pc:spChg>
        <pc:spChg chg="add mod">
          <ac:chgData name="Gellenoncourt, Kevin" userId="83ce2c6d-0bd4-4cd9-955e-dd3efc6a7d5a" providerId="ADAL" clId="{C9839D59-2972-4323-A767-4B90EFEABC06}" dt="2023-01-11T10:45:17.019" v="46421" actId="14100"/>
          <ac:spMkLst>
            <pc:docMk/>
            <pc:sldMk cId="390847122" sldId="1769"/>
            <ac:spMk id="21" creationId="{9975369E-847D-4D46-B660-FC2A64309400}"/>
          </ac:spMkLst>
        </pc:spChg>
        <pc:spChg chg="add del mod">
          <ac:chgData name="Gellenoncourt, Kevin" userId="83ce2c6d-0bd4-4cd9-955e-dd3efc6a7d5a" providerId="ADAL" clId="{C9839D59-2972-4323-A767-4B90EFEABC06}" dt="2023-01-30T13:43:52.769" v="52095" actId="21"/>
          <ac:spMkLst>
            <pc:docMk/>
            <pc:sldMk cId="390847122" sldId="1769"/>
            <ac:spMk id="22" creationId="{59044E14-E9CE-472E-85A2-604A7C216C97}"/>
          </ac:spMkLst>
        </pc:spChg>
        <pc:spChg chg="del mod">
          <ac:chgData name="Gellenoncourt, Kevin" userId="83ce2c6d-0bd4-4cd9-955e-dd3efc6a7d5a" providerId="ADAL" clId="{C9839D59-2972-4323-A767-4B90EFEABC06}" dt="2022-11-28T14:58:54.320" v="3369" actId="478"/>
          <ac:spMkLst>
            <pc:docMk/>
            <pc:sldMk cId="390847122" sldId="1769"/>
            <ac:spMk id="22" creationId="{F0187733-D6F5-41A3-B75B-DB5DD17DDA2D}"/>
          </ac:spMkLst>
        </pc:spChg>
        <pc:spChg chg="add mod">
          <ac:chgData name="Gellenoncourt, Kevin" userId="83ce2c6d-0bd4-4cd9-955e-dd3efc6a7d5a" providerId="ADAL" clId="{C9839D59-2972-4323-A767-4B90EFEABC06}" dt="2023-01-11T10:45:45.997" v="46432" actId="14100"/>
          <ac:spMkLst>
            <pc:docMk/>
            <pc:sldMk cId="390847122" sldId="1769"/>
            <ac:spMk id="23" creationId="{97C26A3C-B1E3-409A-ABB4-B7145125ABCC}"/>
          </ac:spMkLst>
        </pc:spChg>
        <pc:spChg chg="del mod">
          <ac:chgData name="Gellenoncourt, Kevin" userId="83ce2c6d-0bd4-4cd9-955e-dd3efc6a7d5a" providerId="ADAL" clId="{C9839D59-2972-4323-A767-4B90EFEABC06}" dt="2022-11-28T14:58:54.320" v="3369" actId="478"/>
          <ac:spMkLst>
            <pc:docMk/>
            <pc:sldMk cId="390847122" sldId="1769"/>
            <ac:spMk id="23" creationId="{DE969014-A2C0-496B-B864-62DB13D73AA6}"/>
          </ac:spMkLst>
        </pc:spChg>
        <pc:spChg chg="add del mod">
          <ac:chgData name="Gellenoncourt, Kevin" userId="83ce2c6d-0bd4-4cd9-955e-dd3efc6a7d5a" providerId="ADAL" clId="{C9839D59-2972-4323-A767-4B90EFEABC06}" dt="2023-01-23T16:13:32.625" v="48733" actId="478"/>
          <ac:spMkLst>
            <pc:docMk/>
            <pc:sldMk cId="390847122" sldId="1769"/>
            <ac:spMk id="24" creationId="{EF26ADB7-D822-4E09-A5AE-A2DA74AB852D}"/>
          </ac:spMkLst>
        </pc:spChg>
        <pc:spChg chg="add mod">
          <ac:chgData name="Gellenoncourt, Kevin" userId="83ce2c6d-0bd4-4cd9-955e-dd3efc6a7d5a" providerId="ADAL" clId="{C9839D59-2972-4323-A767-4B90EFEABC06}" dt="2023-01-11T10:45:26.821" v="46425" actId="14100"/>
          <ac:spMkLst>
            <pc:docMk/>
            <pc:sldMk cId="390847122" sldId="1769"/>
            <ac:spMk id="25" creationId="{47409810-0B06-465B-A761-4156DB550EFB}"/>
          </ac:spMkLst>
        </pc:spChg>
        <pc:spChg chg="add mod">
          <ac:chgData name="Gellenoncourt, Kevin" userId="83ce2c6d-0bd4-4cd9-955e-dd3efc6a7d5a" providerId="ADAL" clId="{C9839D59-2972-4323-A767-4B90EFEABC06}" dt="2023-01-11T10:46:25.901" v="46439" actId="242"/>
          <ac:spMkLst>
            <pc:docMk/>
            <pc:sldMk cId="390847122" sldId="1769"/>
            <ac:spMk id="26" creationId="{EB2F93B7-22B5-4612-ABE8-979E4E43FBE1}"/>
          </ac:spMkLst>
        </pc:spChg>
        <pc:spChg chg="add del mod">
          <ac:chgData name="Gellenoncourt, Kevin" userId="83ce2c6d-0bd4-4cd9-955e-dd3efc6a7d5a" providerId="ADAL" clId="{C9839D59-2972-4323-A767-4B90EFEABC06}" dt="2023-01-23T16:13:32.625" v="48733" actId="478"/>
          <ac:spMkLst>
            <pc:docMk/>
            <pc:sldMk cId="390847122" sldId="1769"/>
            <ac:spMk id="27" creationId="{8D0D091A-CF29-4459-B178-712B5C1368FB}"/>
          </ac:spMkLst>
        </pc:spChg>
        <pc:spChg chg="add mod">
          <ac:chgData name="Gellenoncourt, Kevin" userId="83ce2c6d-0bd4-4cd9-955e-dd3efc6a7d5a" providerId="ADAL" clId="{C9839D59-2972-4323-A767-4B90EFEABC06}" dt="2023-01-23T16:13:53.726" v="48737" actId="948"/>
          <ac:spMkLst>
            <pc:docMk/>
            <pc:sldMk cId="390847122" sldId="1769"/>
            <ac:spMk id="28" creationId="{038E19C6-501A-4CE9-B9C4-229E6385909B}"/>
          </ac:spMkLst>
        </pc:spChg>
        <pc:spChg chg="add mod">
          <ac:chgData name="Gellenoncourt, Kevin" userId="83ce2c6d-0bd4-4cd9-955e-dd3efc6a7d5a" providerId="ADAL" clId="{C9839D59-2972-4323-A767-4B90EFEABC06}" dt="2023-01-23T16:09:52.308" v="48690" actId="20577"/>
          <ac:spMkLst>
            <pc:docMk/>
            <pc:sldMk cId="390847122" sldId="1769"/>
            <ac:spMk id="29" creationId="{1E5147E1-585F-4235-AEF2-4CB80F6963BA}"/>
          </ac:spMkLst>
        </pc:spChg>
        <pc:spChg chg="add mod">
          <ac:chgData name="Gellenoncourt, Kevin" userId="83ce2c6d-0bd4-4cd9-955e-dd3efc6a7d5a" providerId="ADAL" clId="{C9839D59-2972-4323-A767-4B90EFEABC06}" dt="2023-01-23T16:13:37.604" v="48734" actId="1076"/>
          <ac:spMkLst>
            <pc:docMk/>
            <pc:sldMk cId="390847122" sldId="1769"/>
            <ac:spMk id="30" creationId="{8EC7E737-2272-4805-ABF8-2AAC8D55AEED}"/>
          </ac:spMkLst>
        </pc:spChg>
        <pc:spChg chg="add mod">
          <ac:chgData name="Gellenoncourt, Kevin" userId="83ce2c6d-0bd4-4cd9-955e-dd3efc6a7d5a" providerId="ADAL" clId="{C9839D59-2972-4323-A767-4B90EFEABC06}" dt="2023-02-01T11:09:12.478" v="52887" actId="14100"/>
          <ac:spMkLst>
            <pc:docMk/>
            <pc:sldMk cId="390847122" sldId="1769"/>
            <ac:spMk id="31" creationId="{81EF4B99-59C5-4ACF-9C0D-EBD5E8E34981}"/>
          </ac:spMkLst>
        </pc:spChg>
        <pc:picChg chg="add mod">
          <ac:chgData name="Gellenoncourt, Kevin" userId="83ce2c6d-0bd4-4cd9-955e-dd3efc6a7d5a" providerId="ADAL" clId="{C9839D59-2972-4323-A767-4B90EFEABC06}" dt="2023-02-01T11:09:15.710" v="52888" actId="1076"/>
          <ac:picMkLst>
            <pc:docMk/>
            <pc:sldMk cId="390847122" sldId="1769"/>
            <ac:picMk id="5" creationId="{27D95CA8-543E-9487-B9DD-EE4823A0B44E}"/>
          </ac:picMkLst>
        </pc:picChg>
      </pc:sldChg>
      <pc:sldChg chg="addSp delSp modSp del mod ord modClrScheme chgLayout">
        <pc:chgData name="Gellenoncourt, Kevin" userId="83ce2c6d-0bd4-4cd9-955e-dd3efc6a7d5a" providerId="ADAL" clId="{C9839D59-2972-4323-A767-4B90EFEABC06}" dt="2022-12-05T12:59:51.740" v="10868" actId="2696"/>
        <pc:sldMkLst>
          <pc:docMk/>
          <pc:sldMk cId="830052330" sldId="1770"/>
        </pc:sldMkLst>
        <pc:spChg chg="del">
          <ac:chgData name="Gellenoncourt, Kevin" userId="83ce2c6d-0bd4-4cd9-955e-dd3efc6a7d5a" providerId="ADAL" clId="{C9839D59-2972-4323-A767-4B90EFEABC06}" dt="2022-11-28T15:23:07.914" v="3852" actId="478"/>
          <ac:spMkLst>
            <pc:docMk/>
            <pc:sldMk cId="830052330" sldId="1770"/>
            <ac:spMk id="2" creationId="{204014B4-4F61-4AF1-81B3-1B213085F5DB}"/>
          </ac:spMkLst>
        </pc:spChg>
        <pc:spChg chg="add del mod ord">
          <ac:chgData name="Gellenoncourt, Kevin" userId="83ce2c6d-0bd4-4cd9-955e-dd3efc6a7d5a" providerId="ADAL" clId="{C9839D59-2972-4323-A767-4B90EFEABC06}" dt="2022-12-05T12:58:58.456" v="10854" actId="700"/>
          <ac:spMkLst>
            <pc:docMk/>
            <pc:sldMk cId="830052330" sldId="1770"/>
            <ac:spMk id="2" creationId="{41D31437-2204-4E86-AC45-5C2D25AD4ED3}"/>
          </ac:spMkLst>
        </pc:spChg>
        <pc:spChg chg="add del mod ord">
          <ac:chgData name="Gellenoncourt, Kevin" userId="83ce2c6d-0bd4-4cd9-955e-dd3efc6a7d5a" providerId="ADAL" clId="{C9839D59-2972-4323-A767-4B90EFEABC06}" dt="2022-12-05T12:58:58.456" v="10854" actId="700"/>
          <ac:spMkLst>
            <pc:docMk/>
            <pc:sldMk cId="830052330" sldId="1770"/>
            <ac:spMk id="4" creationId="{CE6F0FB5-DA1E-4813-8CE0-17A56C50EBFC}"/>
          </ac:spMkLst>
        </pc:spChg>
        <pc:spChg chg="add mod ord">
          <ac:chgData name="Gellenoncourt, Kevin" userId="83ce2c6d-0bd4-4cd9-955e-dd3efc6a7d5a" providerId="ADAL" clId="{C9839D59-2972-4323-A767-4B90EFEABC06}" dt="2022-12-05T12:58:58.456" v="10854" actId="700"/>
          <ac:spMkLst>
            <pc:docMk/>
            <pc:sldMk cId="830052330" sldId="1770"/>
            <ac:spMk id="5" creationId="{8C878475-42F4-4936-8DF5-9C90D51F2235}"/>
          </ac:spMkLst>
        </pc:spChg>
        <pc:spChg chg="mod ord">
          <ac:chgData name="Gellenoncourt, Kevin" userId="83ce2c6d-0bd4-4cd9-955e-dd3efc6a7d5a" providerId="ADAL" clId="{C9839D59-2972-4323-A767-4B90EFEABC06}" dt="2022-12-05T12:58:58.456" v="10854" actId="700"/>
          <ac:spMkLst>
            <pc:docMk/>
            <pc:sldMk cId="830052330" sldId="1770"/>
            <ac:spMk id="7" creationId="{6965AD01-1930-4FD8-A319-92D62E7DEF34}"/>
          </ac:spMkLst>
        </pc:spChg>
        <pc:spChg chg="add del mod">
          <ac:chgData name="Gellenoncourt, Kevin" userId="83ce2c6d-0bd4-4cd9-955e-dd3efc6a7d5a" providerId="ADAL" clId="{C9839D59-2972-4323-A767-4B90EFEABC06}" dt="2022-12-05T12:59:04.757" v="10856" actId="478"/>
          <ac:spMkLst>
            <pc:docMk/>
            <pc:sldMk cId="830052330" sldId="1770"/>
            <ac:spMk id="8" creationId="{B30ECC8F-F998-48A0-BAD3-0972CF71D126}"/>
          </ac:spMkLst>
        </pc:spChg>
        <pc:spChg chg="del">
          <ac:chgData name="Gellenoncourt, Kevin" userId="83ce2c6d-0bd4-4cd9-955e-dd3efc6a7d5a" providerId="ADAL" clId="{C9839D59-2972-4323-A767-4B90EFEABC06}" dt="2022-11-28T15:12:57.481" v="3617" actId="478"/>
          <ac:spMkLst>
            <pc:docMk/>
            <pc:sldMk cId="830052330" sldId="1770"/>
            <ac:spMk id="10" creationId="{517302A5-1414-4925-8129-DD7D2FE262F1}"/>
          </ac:spMkLst>
        </pc:spChg>
        <pc:spChg chg="add del mod">
          <ac:chgData name="Gellenoncourt, Kevin" userId="83ce2c6d-0bd4-4cd9-955e-dd3efc6a7d5a" providerId="ADAL" clId="{C9839D59-2972-4323-A767-4B90EFEABC06}" dt="2022-12-05T11:38:20.630" v="10450" actId="478"/>
          <ac:spMkLst>
            <pc:docMk/>
            <pc:sldMk cId="830052330" sldId="1770"/>
            <ac:spMk id="12" creationId="{A36F27F6-0236-4DD4-8BFC-384199C4ECB7}"/>
          </ac:spMkLst>
        </pc:spChg>
        <pc:spChg chg="add del mod">
          <ac:chgData name="Gellenoncourt, Kevin" userId="83ce2c6d-0bd4-4cd9-955e-dd3efc6a7d5a" providerId="ADAL" clId="{C9839D59-2972-4323-A767-4B90EFEABC06}" dt="2022-12-05T11:38:05.366" v="10440" actId="478"/>
          <ac:spMkLst>
            <pc:docMk/>
            <pc:sldMk cId="830052330" sldId="1770"/>
            <ac:spMk id="13" creationId="{2989023B-8921-4FC6-AF80-D5E20A7FC69D}"/>
          </ac:spMkLst>
        </pc:spChg>
        <pc:spChg chg="add del mod">
          <ac:chgData name="Gellenoncourt, Kevin" userId="83ce2c6d-0bd4-4cd9-955e-dd3efc6a7d5a" providerId="ADAL" clId="{C9839D59-2972-4323-A767-4B90EFEABC06}" dt="2022-12-05T11:35:40.855" v="10390" actId="478"/>
          <ac:spMkLst>
            <pc:docMk/>
            <pc:sldMk cId="830052330" sldId="1770"/>
            <ac:spMk id="14" creationId="{B7F59F1F-6F0C-44FE-9FD6-DC253C7D71B1}"/>
          </ac:spMkLst>
        </pc:spChg>
        <pc:spChg chg="add del mod">
          <ac:chgData name="Gellenoncourt, Kevin" userId="83ce2c6d-0bd4-4cd9-955e-dd3efc6a7d5a" providerId="ADAL" clId="{C9839D59-2972-4323-A767-4B90EFEABC06}" dt="2022-12-05T11:38:42.862" v="10459" actId="478"/>
          <ac:spMkLst>
            <pc:docMk/>
            <pc:sldMk cId="830052330" sldId="1770"/>
            <ac:spMk id="15" creationId="{6B705B77-3D97-4EDC-A881-8B5D9BA687CD}"/>
          </ac:spMkLst>
        </pc:spChg>
        <pc:spChg chg="add mod">
          <ac:chgData name="Gellenoncourt, Kevin" userId="83ce2c6d-0bd4-4cd9-955e-dd3efc6a7d5a" providerId="ADAL" clId="{C9839D59-2972-4323-A767-4B90EFEABC06}" dt="2022-12-05T12:58:34.436" v="10836" actId="21"/>
          <ac:spMkLst>
            <pc:docMk/>
            <pc:sldMk cId="830052330" sldId="1770"/>
            <ac:spMk id="16" creationId="{459279DC-C09C-4788-8562-18624FD418B3}"/>
          </ac:spMkLst>
        </pc:spChg>
        <pc:spChg chg="add mod">
          <ac:chgData name="Gellenoncourt, Kevin" userId="83ce2c6d-0bd4-4cd9-955e-dd3efc6a7d5a" providerId="ADAL" clId="{C9839D59-2972-4323-A767-4B90EFEABC06}" dt="2022-12-05T12:58:11.620" v="10832" actId="14100"/>
          <ac:spMkLst>
            <pc:docMk/>
            <pc:sldMk cId="830052330" sldId="1770"/>
            <ac:spMk id="18" creationId="{5154E3BD-5DE8-4F33-8264-FB008F80BCA3}"/>
          </ac:spMkLst>
        </pc:spChg>
        <pc:spChg chg="add del mod">
          <ac:chgData name="Gellenoncourt, Kevin" userId="83ce2c6d-0bd4-4cd9-955e-dd3efc6a7d5a" providerId="ADAL" clId="{C9839D59-2972-4323-A767-4B90EFEABC06}" dt="2022-11-28T15:23:32.559" v="3856" actId="478"/>
          <ac:spMkLst>
            <pc:docMk/>
            <pc:sldMk cId="830052330" sldId="1770"/>
            <ac:spMk id="25" creationId="{AB01EEE0-C6AD-445D-83C4-1D6AD35E93BA}"/>
          </ac:spMkLst>
        </pc:spChg>
        <pc:spChg chg="add del mod">
          <ac:chgData name="Gellenoncourt, Kevin" userId="83ce2c6d-0bd4-4cd9-955e-dd3efc6a7d5a" providerId="ADAL" clId="{C9839D59-2972-4323-A767-4B90EFEABC06}" dt="2022-11-28T15:23:32.559" v="3856" actId="478"/>
          <ac:spMkLst>
            <pc:docMk/>
            <pc:sldMk cId="830052330" sldId="1770"/>
            <ac:spMk id="26" creationId="{FD2EFEEC-E53D-436D-81B0-152162A104A5}"/>
          </ac:spMkLst>
        </pc:spChg>
        <pc:spChg chg="add del mod">
          <ac:chgData name="Gellenoncourt, Kevin" userId="83ce2c6d-0bd4-4cd9-955e-dd3efc6a7d5a" providerId="ADAL" clId="{C9839D59-2972-4323-A767-4B90EFEABC06}" dt="2022-11-28T15:23:32.559" v="3856" actId="478"/>
          <ac:spMkLst>
            <pc:docMk/>
            <pc:sldMk cId="830052330" sldId="1770"/>
            <ac:spMk id="27" creationId="{77D83283-CAAD-48D4-8FEB-DB57A99783C4}"/>
          </ac:spMkLst>
        </pc:spChg>
        <pc:spChg chg="del">
          <ac:chgData name="Gellenoncourt, Kevin" userId="83ce2c6d-0bd4-4cd9-955e-dd3efc6a7d5a" providerId="ADAL" clId="{C9839D59-2972-4323-A767-4B90EFEABC06}" dt="2022-11-28T09:15:25.010" v="1705" actId="478"/>
          <ac:spMkLst>
            <pc:docMk/>
            <pc:sldMk cId="830052330" sldId="1770"/>
            <ac:spMk id="28" creationId="{3A606C4A-1008-415E-9634-34343E6498D1}"/>
          </ac:spMkLst>
        </pc:spChg>
        <pc:spChg chg="add del mod">
          <ac:chgData name="Gellenoncourt, Kevin" userId="83ce2c6d-0bd4-4cd9-955e-dd3efc6a7d5a" providerId="ADAL" clId="{C9839D59-2972-4323-A767-4B90EFEABC06}" dt="2022-11-28T15:23:32.559" v="3856" actId="478"/>
          <ac:spMkLst>
            <pc:docMk/>
            <pc:sldMk cId="830052330" sldId="1770"/>
            <ac:spMk id="28" creationId="{CBCEF300-5E0B-401C-9455-24A23C0EE7E0}"/>
          </ac:spMkLst>
        </pc:spChg>
        <pc:spChg chg="del mod">
          <ac:chgData name="Gellenoncourt, Kevin" userId="83ce2c6d-0bd4-4cd9-955e-dd3efc6a7d5a" providerId="ADAL" clId="{C9839D59-2972-4323-A767-4B90EFEABC06}" dt="2022-11-28T15:22:41.609" v="3845" actId="478"/>
          <ac:spMkLst>
            <pc:docMk/>
            <pc:sldMk cId="830052330" sldId="1770"/>
            <ac:spMk id="29" creationId="{B74600F0-ECAE-4108-B4AB-9E1BC3BA46C4}"/>
          </ac:spMkLst>
        </pc:spChg>
        <pc:spChg chg="add del mod">
          <ac:chgData name="Gellenoncourt, Kevin" userId="83ce2c6d-0bd4-4cd9-955e-dd3efc6a7d5a" providerId="ADAL" clId="{C9839D59-2972-4323-A767-4B90EFEABC06}" dt="2022-11-28T15:23:32.559" v="3856" actId="478"/>
          <ac:spMkLst>
            <pc:docMk/>
            <pc:sldMk cId="830052330" sldId="1770"/>
            <ac:spMk id="30" creationId="{65F024DB-0D87-4230-8F22-0E4B57F3F046}"/>
          </ac:spMkLst>
        </pc:spChg>
        <pc:spChg chg="add del mod">
          <ac:chgData name="Gellenoncourt, Kevin" userId="83ce2c6d-0bd4-4cd9-955e-dd3efc6a7d5a" providerId="ADAL" clId="{C9839D59-2972-4323-A767-4B90EFEABC06}" dt="2022-11-28T15:23:32.559" v="3856" actId="478"/>
          <ac:spMkLst>
            <pc:docMk/>
            <pc:sldMk cId="830052330" sldId="1770"/>
            <ac:spMk id="31" creationId="{4DC9CF51-A0C1-427A-9799-E8254A582B0E}"/>
          </ac:spMkLst>
        </pc:spChg>
        <pc:spChg chg="del">
          <ac:chgData name="Gellenoncourt, Kevin" userId="83ce2c6d-0bd4-4cd9-955e-dd3efc6a7d5a" providerId="ADAL" clId="{C9839D59-2972-4323-A767-4B90EFEABC06}" dt="2022-11-25T17:14:21.896" v="1388" actId="478"/>
          <ac:spMkLst>
            <pc:docMk/>
            <pc:sldMk cId="830052330" sldId="1770"/>
            <ac:spMk id="31" creationId="{8BE3DCF7-438A-4857-99A2-3E844701C7A7}"/>
          </ac:spMkLst>
        </pc:spChg>
        <pc:spChg chg="add del mod">
          <ac:chgData name="Gellenoncourt, Kevin" userId="83ce2c6d-0bd4-4cd9-955e-dd3efc6a7d5a" providerId="ADAL" clId="{C9839D59-2972-4323-A767-4B90EFEABC06}" dt="2022-11-28T15:23:32.559" v="3856" actId="478"/>
          <ac:spMkLst>
            <pc:docMk/>
            <pc:sldMk cId="830052330" sldId="1770"/>
            <ac:spMk id="32" creationId="{84B16615-26C2-4813-898C-5A6294827D7F}"/>
          </ac:spMkLst>
        </pc:spChg>
        <pc:spChg chg="del">
          <ac:chgData name="Gellenoncourt, Kevin" userId="83ce2c6d-0bd4-4cd9-955e-dd3efc6a7d5a" providerId="ADAL" clId="{C9839D59-2972-4323-A767-4B90EFEABC06}" dt="2022-11-28T13:37:16.931" v="2504" actId="478"/>
          <ac:spMkLst>
            <pc:docMk/>
            <pc:sldMk cId="830052330" sldId="1770"/>
            <ac:spMk id="33" creationId="{20F4FE2C-3D0F-4E9F-A8E8-DA6A76B28F55}"/>
          </ac:spMkLst>
        </pc:spChg>
        <pc:spChg chg="add del mod">
          <ac:chgData name="Gellenoncourt, Kevin" userId="83ce2c6d-0bd4-4cd9-955e-dd3efc6a7d5a" providerId="ADAL" clId="{C9839D59-2972-4323-A767-4B90EFEABC06}" dt="2022-12-05T11:38:42.862" v="10459" actId="478"/>
          <ac:spMkLst>
            <pc:docMk/>
            <pc:sldMk cId="830052330" sldId="1770"/>
            <ac:spMk id="33" creationId="{74E5297A-F687-4005-9849-A18A50D7C759}"/>
          </ac:spMkLst>
        </pc:spChg>
        <pc:spChg chg="del">
          <ac:chgData name="Gellenoncourt, Kevin" userId="83ce2c6d-0bd4-4cd9-955e-dd3efc6a7d5a" providerId="ADAL" clId="{C9839D59-2972-4323-A767-4B90EFEABC06}" dt="2022-11-28T15:12:57.481" v="3617" actId="478"/>
          <ac:spMkLst>
            <pc:docMk/>
            <pc:sldMk cId="830052330" sldId="1770"/>
            <ac:spMk id="34" creationId="{890EC83B-A2E0-4C9B-874A-3D66F883C986}"/>
          </ac:spMkLst>
        </pc:spChg>
        <pc:spChg chg="add del mod">
          <ac:chgData name="Gellenoncourt, Kevin" userId="83ce2c6d-0bd4-4cd9-955e-dd3efc6a7d5a" providerId="ADAL" clId="{C9839D59-2972-4323-A767-4B90EFEABC06}" dt="2022-12-02T16:57:12.217" v="8975" actId="478"/>
          <ac:spMkLst>
            <pc:docMk/>
            <pc:sldMk cId="830052330" sldId="1770"/>
            <ac:spMk id="35" creationId="{631BF447-5BE6-4339-9E21-D25D23FD73AB}"/>
          </ac:spMkLst>
        </pc:spChg>
        <pc:spChg chg="del">
          <ac:chgData name="Gellenoncourt, Kevin" userId="83ce2c6d-0bd4-4cd9-955e-dd3efc6a7d5a" providerId="ADAL" clId="{C9839D59-2972-4323-A767-4B90EFEABC06}" dt="2022-11-28T09:15:25.010" v="1705" actId="478"/>
          <ac:spMkLst>
            <pc:docMk/>
            <pc:sldMk cId="830052330" sldId="1770"/>
            <ac:spMk id="35" creationId="{CB819888-C270-47F5-83AC-10ACDB96A78B}"/>
          </ac:spMkLst>
        </pc:spChg>
        <pc:spChg chg="del mod">
          <ac:chgData name="Gellenoncourt, Kevin" userId="83ce2c6d-0bd4-4cd9-955e-dd3efc6a7d5a" providerId="ADAL" clId="{C9839D59-2972-4323-A767-4B90EFEABC06}" dt="2022-11-30T16:25:28.689" v="6373" actId="478"/>
          <ac:spMkLst>
            <pc:docMk/>
            <pc:sldMk cId="830052330" sldId="1770"/>
            <ac:spMk id="36" creationId="{52B67624-72B4-4A4C-BC3E-59EA06A99A75}"/>
          </ac:spMkLst>
        </pc:spChg>
        <pc:spChg chg="del">
          <ac:chgData name="Gellenoncourt, Kevin" userId="83ce2c6d-0bd4-4cd9-955e-dd3efc6a7d5a" providerId="ADAL" clId="{C9839D59-2972-4323-A767-4B90EFEABC06}" dt="2022-11-25T17:28:00.530" v="1661" actId="478"/>
          <ac:spMkLst>
            <pc:docMk/>
            <pc:sldMk cId="830052330" sldId="1770"/>
            <ac:spMk id="37" creationId="{01904E02-843D-420B-B7BB-09DFA199D107}"/>
          </ac:spMkLst>
        </pc:spChg>
        <pc:spChg chg="del">
          <ac:chgData name="Gellenoncourt, Kevin" userId="83ce2c6d-0bd4-4cd9-955e-dd3efc6a7d5a" providerId="ADAL" clId="{C9839D59-2972-4323-A767-4B90EFEABC06}" dt="2022-11-25T17:28:00.530" v="1661" actId="478"/>
          <ac:spMkLst>
            <pc:docMk/>
            <pc:sldMk cId="830052330" sldId="1770"/>
            <ac:spMk id="38" creationId="{9A5D3D65-29A2-4650-848E-D9FC45793D1A}"/>
          </ac:spMkLst>
        </pc:spChg>
        <pc:spChg chg="add del mod">
          <ac:chgData name="Gellenoncourt, Kevin" userId="83ce2c6d-0bd4-4cd9-955e-dd3efc6a7d5a" providerId="ADAL" clId="{C9839D59-2972-4323-A767-4B90EFEABC06}" dt="2022-12-05T11:39:27.929" v="10472" actId="478"/>
          <ac:spMkLst>
            <pc:docMk/>
            <pc:sldMk cId="830052330" sldId="1770"/>
            <ac:spMk id="38" creationId="{D578446D-E37E-45FD-8034-AD896EBE864A}"/>
          </ac:spMkLst>
        </pc:spChg>
        <pc:spChg chg="del">
          <ac:chgData name="Gellenoncourt, Kevin" userId="83ce2c6d-0bd4-4cd9-955e-dd3efc6a7d5a" providerId="ADAL" clId="{C9839D59-2972-4323-A767-4B90EFEABC06}" dt="2022-11-25T17:28:00.530" v="1661" actId="478"/>
          <ac:spMkLst>
            <pc:docMk/>
            <pc:sldMk cId="830052330" sldId="1770"/>
            <ac:spMk id="39" creationId="{52DE72C8-035C-49D2-A9F1-4F51EF56115E}"/>
          </ac:spMkLst>
        </pc:spChg>
        <pc:spChg chg="add del mod">
          <ac:chgData name="Gellenoncourt, Kevin" userId="83ce2c6d-0bd4-4cd9-955e-dd3efc6a7d5a" providerId="ADAL" clId="{C9839D59-2972-4323-A767-4B90EFEABC06}" dt="2022-11-28T13:44:53.480" v="2618"/>
          <ac:spMkLst>
            <pc:docMk/>
            <pc:sldMk cId="830052330" sldId="1770"/>
            <ac:spMk id="39" creationId="{B608331B-3E3F-4AC7-A726-C86091F2C86F}"/>
          </ac:spMkLst>
        </pc:spChg>
        <pc:spChg chg="del">
          <ac:chgData name="Gellenoncourt, Kevin" userId="83ce2c6d-0bd4-4cd9-955e-dd3efc6a7d5a" providerId="ADAL" clId="{C9839D59-2972-4323-A767-4B90EFEABC06}" dt="2022-11-25T17:14:21.896" v="1388" actId="478"/>
          <ac:spMkLst>
            <pc:docMk/>
            <pc:sldMk cId="830052330" sldId="1770"/>
            <ac:spMk id="40" creationId="{16D2DF80-90B8-4FAE-A621-1AF13F3AEB54}"/>
          </ac:spMkLst>
        </pc:spChg>
        <pc:spChg chg="add del mod">
          <ac:chgData name="Gellenoncourt, Kevin" userId="83ce2c6d-0bd4-4cd9-955e-dd3efc6a7d5a" providerId="ADAL" clId="{C9839D59-2972-4323-A767-4B90EFEABC06}" dt="2022-12-02T16:51:32.854" v="8940" actId="478"/>
          <ac:spMkLst>
            <pc:docMk/>
            <pc:sldMk cId="830052330" sldId="1770"/>
            <ac:spMk id="40" creationId="{C2F85414-9682-42C4-8267-7DAAE0756CAA}"/>
          </ac:spMkLst>
        </pc:spChg>
        <pc:spChg chg="del">
          <ac:chgData name="Gellenoncourt, Kevin" userId="83ce2c6d-0bd4-4cd9-955e-dd3efc6a7d5a" providerId="ADAL" clId="{C9839D59-2972-4323-A767-4B90EFEABC06}" dt="2022-11-25T17:14:21.896" v="1388" actId="478"/>
          <ac:spMkLst>
            <pc:docMk/>
            <pc:sldMk cId="830052330" sldId="1770"/>
            <ac:spMk id="41" creationId="{29242AD6-86EC-479B-B169-F3FA9F247FFD}"/>
          </ac:spMkLst>
        </pc:spChg>
        <pc:spChg chg="del">
          <ac:chgData name="Gellenoncourt, Kevin" userId="83ce2c6d-0bd4-4cd9-955e-dd3efc6a7d5a" providerId="ADAL" clId="{C9839D59-2972-4323-A767-4B90EFEABC06}" dt="2022-11-25T17:14:21.896" v="1388" actId="478"/>
          <ac:spMkLst>
            <pc:docMk/>
            <pc:sldMk cId="830052330" sldId="1770"/>
            <ac:spMk id="42" creationId="{F99E9993-0649-4A60-B6B8-7AF609EFB33D}"/>
          </ac:spMkLst>
        </pc:spChg>
        <pc:spChg chg="del">
          <ac:chgData name="Gellenoncourt, Kevin" userId="83ce2c6d-0bd4-4cd9-955e-dd3efc6a7d5a" providerId="ADAL" clId="{C9839D59-2972-4323-A767-4B90EFEABC06}" dt="2022-11-25T17:14:21.896" v="1388" actId="478"/>
          <ac:spMkLst>
            <pc:docMk/>
            <pc:sldMk cId="830052330" sldId="1770"/>
            <ac:spMk id="43" creationId="{1618418C-9B26-4176-BBE4-52764F7FBE54}"/>
          </ac:spMkLst>
        </pc:spChg>
        <pc:spChg chg="del">
          <ac:chgData name="Gellenoncourt, Kevin" userId="83ce2c6d-0bd4-4cd9-955e-dd3efc6a7d5a" providerId="ADAL" clId="{C9839D59-2972-4323-A767-4B90EFEABC06}" dt="2022-11-25T17:14:21.896" v="1388" actId="478"/>
          <ac:spMkLst>
            <pc:docMk/>
            <pc:sldMk cId="830052330" sldId="1770"/>
            <ac:spMk id="44" creationId="{5AD939CC-FA4D-46F8-98EE-2503F959E4FC}"/>
          </ac:spMkLst>
        </pc:spChg>
        <pc:spChg chg="del mod">
          <ac:chgData name="Gellenoncourt, Kevin" userId="83ce2c6d-0bd4-4cd9-955e-dd3efc6a7d5a" providerId="ADAL" clId="{C9839D59-2972-4323-A767-4B90EFEABC06}" dt="2022-11-30T16:25:28.689" v="6373" actId="478"/>
          <ac:spMkLst>
            <pc:docMk/>
            <pc:sldMk cId="830052330" sldId="1770"/>
            <ac:spMk id="45" creationId="{0B0852EC-A9CE-4781-9937-0F6A90BE983C}"/>
          </ac:spMkLst>
        </pc:spChg>
        <pc:spChg chg="mod ord">
          <ac:chgData name="Gellenoncourt, Kevin" userId="83ce2c6d-0bd4-4cd9-955e-dd3efc6a7d5a" providerId="ADAL" clId="{C9839D59-2972-4323-A767-4B90EFEABC06}" dt="2022-12-05T12:58:58.456" v="10854" actId="700"/>
          <ac:spMkLst>
            <pc:docMk/>
            <pc:sldMk cId="830052330" sldId="1770"/>
            <ac:spMk id="46" creationId="{28F1CDED-E68D-48DF-836D-0961A0BEE973}"/>
          </ac:spMkLst>
        </pc:spChg>
        <pc:spChg chg="del">
          <ac:chgData name="Gellenoncourt, Kevin" userId="83ce2c6d-0bd4-4cd9-955e-dd3efc6a7d5a" providerId="ADAL" clId="{C9839D59-2972-4323-A767-4B90EFEABC06}" dt="2022-11-28T14:16:03.525" v="3230" actId="478"/>
          <ac:spMkLst>
            <pc:docMk/>
            <pc:sldMk cId="830052330" sldId="1770"/>
            <ac:spMk id="47" creationId="{B8CB0678-BC58-4D64-B4E3-13D25F497EA6}"/>
          </ac:spMkLst>
        </pc:spChg>
        <pc:spChg chg="add del mod">
          <ac:chgData name="Gellenoncourt, Kevin" userId="83ce2c6d-0bd4-4cd9-955e-dd3efc6a7d5a" providerId="ADAL" clId="{C9839D59-2972-4323-A767-4B90EFEABC06}" dt="2022-11-28T15:13:06.643" v="3619" actId="478"/>
          <ac:spMkLst>
            <pc:docMk/>
            <pc:sldMk cId="830052330" sldId="1770"/>
            <ac:spMk id="48" creationId="{14BBA6EB-C3E8-44BD-9ADF-4086144E4E17}"/>
          </ac:spMkLst>
        </pc:spChg>
        <pc:spChg chg="add del mod">
          <ac:chgData name="Gellenoncourt, Kevin" userId="83ce2c6d-0bd4-4cd9-955e-dd3efc6a7d5a" providerId="ADAL" clId="{C9839D59-2972-4323-A767-4B90EFEABC06}" dt="2022-11-28T15:13:06.643" v="3619" actId="478"/>
          <ac:spMkLst>
            <pc:docMk/>
            <pc:sldMk cId="830052330" sldId="1770"/>
            <ac:spMk id="49" creationId="{5BFA02B7-01FD-43EC-8C98-128C4495815F}"/>
          </ac:spMkLst>
        </pc:spChg>
        <pc:spChg chg="add del mod">
          <ac:chgData name="Gellenoncourt, Kevin" userId="83ce2c6d-0bd4-4cd9-955e-dd3efc6a7d5a" providerId="ADAL" clId="{C9839D59-2972-4323-A767-4B90EFEABC06}" dt="2022-11-28T15:13:06.643" v="3619" actId="478"/>
          <ac:spMkLst>
            <pc:docMk/>
            <pc:sldMk cId="830052330" sldId="1770"/>
            <ac:spMk id="50" creationId="{AD55B8B9-C635-434E-A5ED-33F5296AF327}"/>
          </ac:spMkLst>
        </pc:spChg>
        <pc:spChg chg="del">
          <ac:chgData name="Gellenoncourt, Kevin" userId="83ce2c6d-0bd4-4cd9-955e-dd3efc6a7d5a" providerId="ADAL" clId="{C9839D59-2972-4323-A767-4B90EFEABC06}" dt="2022-11-28T14:15:58.498" v="3229" actId="478"/>
          <ac:spMkLst>
            <pc:docMk/>
            <pc:sldMk cId="830052330" sldId="1770"/>
            <ac:spMk id="53" creationId="{F428AF64-6353-4477-92C1-DD311FC303D0}"/>
          </ac:spMkLst>
        </pc:spChg>
        <pc:spChg chg="del">
          <ac:chgData name="Gellenoncourt, Kevin" userId="83ce2c6d-0bd4-4cd9-955e-dd3efc6a7d5a" providerId="ADAL" clId="{C9839D59-2972-4323-A767-4B90EFEABC06}" dt="2022-11-28T10:25:19.127" v="2138" actId="478"/>
          <ac:spMkLst>
            <pc:docMk/>
            <pc:sldMk cId="830052330" sldId="1770"/>
            <ac:spMk id="54" creationId="{25668011-B426-47DC-A8A2-DBE7BBFB22AE}"/>
          </ac:spMkLst>
        </pc:spChg>
        <pc:spChg chg="del">
          <ac:chgData name="Gellenoncourt, Kevin" userId="83ce2c6d-0bd4-4cd9-955e-dd3efc6a7d5a" providerId="ADAL" clId="{C9839D59-2972-4323-A767-4B90EFEABC06}" dt="2022-11-28T10:25:19.127" v="2138" actId="478"/>
          <ac:spMkLst>
            <pc:docMk/>
            <pc:sldMk cId="830052330" sldId="1770"/>
            <ac:spMk id="55" creationId="{905B18F3-E2C2-4772-8001-8D681454601D}"/>
          </ac:spMkLst>
        </pc:spChg>
        <pc:spChg chg="del">
          <ac:chgData name="Gellenoncourt, Kevin" userId="83ce2c6d-0bd4-4cd9-955e-dd3efc6a7d5a" providerId="ADAL" clId="{C9839D59-2972-4323-A767-4B90EFEABC06}" dt="2022-11-25T17:14:21.896" v="1388" actId="478"/>
          <ac:spMkLst>
            <pc:docMk/>
            <pc:sldMk cId="830052330" sldId="1770"/>
            <ac:spMk id="57" creationId="{DACB0B50-78F4-4873-8B91-ED8045CC83B4}"/>
          </ac:spMkLst>
        </pc:spChg>
        <pc:spChg chg="del">
          <ac:chgData name="Gellenoncourt, Kevin" userId="83ce2c6d-0bd4-4cd9-955e-dd3efc6a7d5a" providerId="ADAL" clId="{C9839D59-2972-4323-A767-4B90EFEABC06}" dt="2022-11-28T10:25:19.127" v="2138" actId="478"/>
          <ac:spMkLst>
            <pc:docMk/>
            <pc:sldMk cId="830052330" sldId="1770"/>
            <ac:spMk id="60" creationId="{FC4B4E59-ACBF-4C29-9D92-DEA89079218B}"/>
          </ac:spMkLst>
        </pc:spChg>
        <pc:spChg chg="del">
          <ac:chgData name="Gellenoncourt, Kevin" userId="83ce2c6d-0bd4-4cd9-955e-dd3efc6a7d5a" providerId="ADAL" clId="{C9839D59-2972-4323-A767-4B90EFEABC06}" dt="2022-11-28T10:25:19.127" v="2138" actId="478"/>
          <ac:spMkLst>
            <pc:docMk/>
            <pc:sldMk cId="830052330" sldId="1770"/>
            <ac:spMk id="61" creationId="{DB68BE0F-7FFA-4A8A-A166-471FBFCA782D}"/>
          </ac:spMkLst>
        </pc:spChg>
        <pc:spChg chg="del mod">
          <ac:chgData name="Gellenoncourt, Kevin" userId="83ce2c6d-0bd4-4cd9-955e-dd3efc6a7d5a" providerId="ADAL" clId="{C9839D59-2972-4323-A767-4B90EFEABC06}" dt="2022-11-30T16:25:28.689" v="6373" actId="478"/>
          <ac:spMkLst>
            <pc:docMk/>
            <pc:sldMk cId="830052330" sldId="1770"/>
            <ac:spMk id="62" creationId="{A4EE5134-E364-40F1-8B20-F47B07A3A9AE}"/>
          </ac:spMkLst>
        </pc:spChg>
        <pc:spChg chg="del mod">
          <ac:chgData name="Gellenoncourt, Kevin" userId="83ce2c6d-0bd4-4cd9-955e-dd3efc6a7d5a" providerId="ADAL" clId="{C9839D59-2972-4323-A767-4B90EFEABC06}" dt="2022-11-29T15:49:10.166" v="6210" actId="478"/>
          <ac:spMkLst>
            <pc:docMk/>
            <pc:sldMk cId="830052330" sldId="1770"/>
            <ac:spMk id="64" creationId="{B294D09D-236D-47AD-8B60-4B819F38E15D}"/>
          </ac:spMkLst>
        </pc:spChg>
        <pc:spChg chg="del">
          <ac:chgData name="Gellenoncourt, Kevin" userId="83ce2c6d-0bd4-4cd9-955e-dd3efc6a7d5a" providerId="ADAL" clId="{C9839D59-2972-4323-A767-4B90EFEABC06}" dt="2022-11-25T17:14:21.896" v="1388" actId="478"/>
          <ac:spMkLst>
            <pc:docMk/>
            <pc:sldMk cId="830052330" sldId="1770"/>
            <ac:spMk id="65" creationId="{0EABF467-4A7E-4B5F-BD50-4FF814A9F768}"/>
          </ac:spMkLst>
        </pc:spChg>
        <pc:spChg chg="mod ord">
          <ac:chgData name="Gellenoncourt, Kevin" userId="83ce2c6d-0bd4-4cd9-955e-dd3efc6a7d5a" providerId="ADAL" clId="{C9839D59-2972-4323-A767-4B90EFEABC06}" dt="2022-12-05T12:58:58.456" v="10854" actId="700"/>
          <ac:spMkLst>
            <pc:docMk/>
            <pc:sldMk cId="830052330" sldId="1770"/>
            <ac:spMk id="79" creationId="{9131B11E-7F98-495A-9D09-3A35D4F794B8}"/>
          </ac:spMkLst>
        </pc:spChg>
        <pc:spChg chg="del mod ord">
          <ac:chgData name="Gellenoncourt, Kevin" userId="83ce2c6d-0bd4-4cd9-955e-dd3efc6a7d5a" providerId="ADAL" clId="{C9839D59-2972-4323-A767-4B90EFEABC06}" dt="2022-12-05T12:59:01.254" v="10855" actId="478"/>
          <ac:spMkLst>
            <pc:docMk/>
            <pc:sldMk cId="830052330" sldId="1770"/>
            <ac:spMk id="83" creationId="{DBC00441-79CC-F49A-6D78-B45BBF8238FF}"/>
          </ac:spMkLst>
        </pc:spChg>
        <pc:spChg chg="del mod">
          <ac:chgData name="Gellenoncourt, Kevin" userId="83ce2c6d-0bd4-4cd9-955e-dd3efc6a7d5a" providerId="ADAL" clId="{C9839D59-2972-4323-A767-4B90EFEABC06}" dt="2022-11-28T15:22:41.609" v="3845" actId="478"/>
          <ac:spMkLst>
            <pc:docMk/>
            <pc:sldMk cId="830052330" sldId="1770"/>
            <ac:spMk id="92" creationId="{B9EB4296-AA0B-4A54-BDC1-206A62BFEA5B}"/>
          </ac:spMkLst>
        </pc:spChg>
        <pc:picChg chg="add del mod ord">
          <ac:chgData name="Gellenoncourt, Kevin" userId="83ce2c6d-0bd4-4cd9-955e-dd3efc6a7d5a" providerId="ADAL" clId="{C9839D59-2972-4323-A767-4B90EFEABC06}" dt="2022-12-05T12:59:40.723" v="10862" actId="21"/>
          <ac:picMkLst>
            <pc:docMk/>
            <pc:sldMk cId="830052330" sldId="1770"/>
            <ac:picMk id="3" creationId="{B039C280-3295-4BC0-8B9C-4D5AA2238A8B}"/>
          </ac:picMkLst>
        </pc:picChg>
        <pc:picChg chg="add del mod">
          <ac:chgData name="Gellenoncourt, Kevin" userId="83ce2c6d-0bd4-4cd9-955e-dd3efc6a7d5a" providerId="ADAL" clId="{C9839D59-2972-4323-A767-4B90EFEABC06}" dt="2022-12-02T17:05:00.804" v="9083" actId="22"/>
          <ac:picMkLst>
            <pc:docMk/>
            <pc:sldMk cId="830052330" sldId="1770"/>
            <ac:picMk id="5" creationId="{23A1BAE0-39B7-47EA-8BC4-61B58FC861DE}"/>
          </ac:picMkLst>
        </pc:picChg>
        <pc:picChg chg="add del mod">
          <ac:chgData name="Gellenoncourt, Kevin" userId="83ce2c6d-0bd4-4cd9-955e-dd3efc6a7d5a" providerId="ADAL" clId="{C9839D59-2972-4323-A767-4B90EFEABC06}" dt="2022-12-05T11:36:23.013" v="10412" actId="478"/>
          <ac:picMkLst>
            <pc:docMk/>
            <pc:sldMk cId="830052330" sldId="1770"/>
            <ac:picMk id="8" creationId="{D075186B-2EF9-4E5B-94AF-C8BBAD7375F7}"/>
          </ac:picMkLst>
        </pc:picChg>
        <pc:picChg chg="add del mod">
          <ac:chgData name="Gellenoncourt, Kevin" userId="83ce2c6d-0bd4-4cd9-955e-dd3efc6a7d5a" providerId="ADAL" clId="{C9839D59-2972-4323-A767-4B90EFEABC06}" dt="2022-12-05T12:59:45.762" v="10865" actId="21"/>
          <ac:picMkLst>
            <pc:docMk/>
            <pc:sldMk cId="830052330" sldId="1770"/>
            <ac:picMk id="17" creationId="{226562BC-0AE0-4A55-9D2E-46B5696CBB6F}"/>
          </ac:picMkLst>
        </pc:picChg>
        <pc:picChg chg="add del mod">
          <ac:chgData name="Gellenoncourt, Kevin" userId="83ce2c6d-0bd4-4cd9-955e-dd3efc6a7d5a" providerId="ADAL" clId="{C9839D59-2972-4323-A767-4B90EFEABC06}" dt="2022-12-02T17:05:15.360" v="9086" actId="478"/>
          <ac:picMkLst>
            <pc:docMk/>
            <pc:sldMk cId="830052330" sldId="1770"/>
            <ac:picMk id="37" creationId="{91268C89-6DBB-485D-97F4-6C38A1EE6857}"/>
          </ac:picMkLst>
        </pc:picChg>
      </pc:sldChg>
      <pc:sldChg chg="addSp delSp modSp mod ord">
        <pc:chgData name="Gellenoncourt, Kevin" userId="83ce2c6d-0bd4-4cd9-955e-dd3efc6a7d5a" providerId="ADAL" clId="{C9839D59-2972-4323-A767-4B90EFEABC06}" dt="2023-02-13T08:17:54.640" v="54685" actId="21"/>
        <pc:sldMkLst>
          <pc:docMk/>
          <pc:sldMk cId="1278860628" sldId="1771"/>
        </pc:sldMkLst>
        <pc:spChg chg="mod">
          <ac:chgData name="Gellenoncourt, Kevin" userId="83ce2c6d-0bd4-4cd9-955e-dd3efc6a7d5a" providerId="ADAL" clId="{C9839D59-2972-4323-A767-4B90EFEABC06}" dt="2023-02-01T11:08:36.882" v="52881" actId="20577"/>
          <ac:spMkLst>
            <pc:docMk/>
            <pc:sldMk cId="1278860628" sldId="1771"/>
            <ac:spMk id="2" creationId="{81B4020D-2DE6-4B6C-822C-676A9E68ECFA}"/>
          </ac:spMkLst>
        </pc:spChg>
        <pc:spChg chg="add del mod">
          <ac:chgData name="Gellenoncourt, Kevin" userId="83ce2c6d-0bd4-4cd9-955e-dd3efc6a7d5a" providerId="ADAL" clId="{C9839D59-2972-4323-A767-4B90EFEABC06}" dt="2023-02-02T12:35:57.008" v="53451" actId="478"/>
          <ac:spMkLst>
            <pc:docMk/>
            <pc:sldMk cId="1278860628" sldId="1771"/>
            <ac:spMk id="3" creationId="{D1628FEB-56D2-24AE-A650-AD18DC265147}"/>
          </ac:spMkLst>
        </pc:spChg>
        <pc:spChg chg="add del mod">
          <ac:chgData name="Gellenoncourt, Kevin" userId="83ce2c6d-0bd4-4cd9-955e-dd3efc6a7d5a" providerId="ADAL" clId="{C9839D59-2972-4323-A767-4B90EFEABC06}" dt="2023-01-30T13:44:30.192" v="52114" actId="478"/>
          <ac:spMkLst>
            <pc:docMk/>
            <pc:sldMk cId="1278860628" sldId="1771"/>
            <ac:spMk id="3" creationId="{DE3F9D9F-463A-F5C6-77E4-7341DC874B9C}"/>
          </ac:spMkLst>
        </pc:spChg>
        <pc:spChg chg="add del mod">
          <ac:chgData name="Gellenoncourt, Kevin" userId="83ce2c6d-0bd4-4cd9-955e-dd3efc6a7d5a" providerId="ADAL" clId="{C9839D59-2972-4323-A767-4B90EFEABC06}" dt="2023-02-02T12:36:12.075" v="53464" actId="1076"/>
          <ac:spMkLst>
            <pc:docMk/>
            <pc:sldMk cId="1278860628" sldId="1771"/>
            <ac:spMk id="4" creationId="{44B1280B-6121-8E84-9120-A67AC737CC02}"/>
          </ac:spMkLst>
        </pc:spChg>
        <pc:spChg chg="del mod">
          <ac:chgData name="Gellenoncourt, Kevin" userId="83ce2c6d-0bd4-4cd9-955e-dd3efc6a7d5a" providerId="ADAL" clId="{C9839D59-2972-4323-A767-4B90EFEABC06}" dt="2022-11-28T15:06:44.861" v="3568" actId="478"/>
          <ac:spMkLst>
            <pc:docMk/>
            <pc:sldMk cId="1278860628" sldId="1771"/>
            <ac:spMk id="4" creationId="{AE7AF101-B834-4B05-99A3-B4C8D043B6E1}"/>
          </ac:spMkLst>
        </pc:spChg>
        <pc:spChg chg="add del mod">
          <ac:chgData name="Gellenoncourt, Kevin" userId="83ce2c6d-0bd4-4cd9-955e-dd3efc6a7d5a" providerId="ADAL" clId="{C9839D59-2972-4323-A767-4B90EFEABC06}" dt="2022-11-28T15:06:49.840" v="3569" actId="478"/>
          <ac:spMkLst>
            <pc:docMk/>
            <pc:sldMk cId="1278860628" sldId="1771"/>
            <ac:spMk id="5" creationId="{79793569-B77E-4B94-BFBE-AC24BB9BA50A}"/>
          </ac:spMkLst>
        </pc:spChg>
        <pc:spChg chg="add del mod">
          <ac:chgData name="Gellenoncourt, Kevin" userId="83ce2c6d-0bd4-4cd9-955e-dd3efc6a7d5a" providerId="ADAL" clId="{C9839D59-2972-4323-A767-4B90EFEABC06}" dt="2023-02-02T12:51:31.903" v="53928" actId="478"/>
          <ac:spMkLst>
            <pc:docMk/>
            <pc:sldMk cId="1278860628" sldId="1771"/>
            <ac:spMk id="5" creationId="{DD0DF67A-848A-FAFF-2CDA-E87DF891B550}"/>
          </ac:spMkLst>
        </pc:spChg>
        <pc:spChg chg="mod">
          <ac:chgData name="Gellenoncourt, Kevin" userId="83ce2c6d-0bd4-4cd9-955e-dd3efc6a7d5a" providerId="ADAL" clId="{C9839D59-2972-4323-A767-4B90EFEABC06}" dt="2023-02-01T10:46:15.549" v="52557" actId="20577"/>
          <ac:spMkLst>
            <pc:docMk/>
            <pc:sldMk cId="1278860628" sldId="1771"/>
            <ac:spMk id="7" creationId="{92F87223-3247-43AA-997B-71B533465805}"/>
          </ac:spMkLst>
        </pc:spChg>
        <pc:spChg chg="add del mod">
          <ac:chgData name="Gellenoncourt, Kevin" userId="83ce2c6d-0bd4-4cd9-955e-dd3efc6a7d5a" providerId="ADAL" clId="{C9839D59-2972-4323-A767-4B90EFEABC06}" dt="2023-02-02T12:51:31.903" v="53928" actId="478"/>
          <ac:spMkLst>
            <pc:docMk/>
            <pc:sldMk cId="1278860628" sldId="1771"/>
            <ac:spMk id="8" creationId="{B2F5406F-9AFC-9EB7-EEC5-76A52762F573}"/>
          </ac:spMkLst>
        </pc:spChg>
        <pc:spChg chg="del mod">
          <ac:chgData name="Gellenoncourt, Kevin" userId="83ce2c6d-0bd4-4cd9-955e-dd3efc6a7d5a" providerId="ADAL" clId="{C9839D59-2972-4323-A767-4B90EFEABC06}" dt="2023-02-01T11:11:27.106" v="52917" actId="21"/>
          <ac:spMkLst>
            <pc:docMk/>
            <pc:sldMk cId="1278860628" sldId="1771"/>
            <ac:spMk id="8" creationId="{B83ACEE6-7D37-4A7B-83F5-B1E35E3DFFA2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1278860628" sldId="1771"/>
            <ac:spMk id="9" creationId="{7F453CFC-B06F-47DA-871C-58C842AF94E4}"/>
          </ac:spMkLst>
        </pc:spChg>
        <pc:spChg chg="add del mod">
          <ac:chgData name="Gellenoncourt, Kevin" userId="83ce2c6d-0bd4-4cd9-955e-dd3efc6a7d5a" providerId="ADAL" clId="{C9839D59-2972-4323-A767-4B90EFEABC06}" dt="2023-02-01T11:12:21.847" v="52927" actId="478"/>
          <ac:spMkLst>
            <pc:docMk/>
            <pc:sldMk cId="1278860628" sldId="1771"/>
            <ac:spMk id="10" creationId="{51AA6741-94F6-4695-2651-A084BC93F641}"/>
          </ac:spMkLst>
        </pc:spChg>
        <pc:spChg chg="add del mod">
          <ac:chgData name="Gellenoncourt, Kevin" userId="83ce2c6d-0bd4-4cd9-955e-dd3efc6a7d5a" providerId="ADAL" clId="{C9839D59-2972-4323-A767-4B90EFEABC06}" dt="2023-01-09T13:00:51.398" v="44181" actId="478"/>
          <ac:spMkLst>
            <pc:docMk/>
            <pc:sldMk cId="1278860628" sldId="1771"/>
            <ac:spMk id="10" creationId="{5FE8E838-5A41-47E2-A1EB-775C05268CCE}"/>
          </ac:spMkLst>
        </pc:spChg>
        <pc:spChg chg="add del mod">
          <ac:chgData name="Gellenoncourt, Kevin" userId="83ce2c6d-0bd4-4cd9-955e-dd3efc6a7d5a" providerId="ADAL" clId="{C9839D59-2972-4323-A767-4B90EFEABC06}" dt="2023-02-02T12:51:43.697" v="53931" actId="21"/>
          <ac:spMkLst>
            <pc:docMk/>
            <pc:sldMk cId="1278860628" sldId="1771"/>
            <ac:spMk id="11" creationId="{54985B2C-1B52-44A0-A334-531A652DC8A5}"/>
          </ac:spMkLst>
        </pc:spChg>
        <pc:spChg chg="add mod">
          <ac:chgData name="Gellenoncourt, Kevin" userId="83ce2c6d-0bd4-4cd9-955e-dd3efc6a7d5a" providerId="ADAL" clId="{C9839D59-2972-4323-A767-4B90EFEABC06}" dt="2023-02-02T11:35:31.284" v="53369" actId="1076"/>
          <ac:spMkLst>
            <pc:docMk/>
            <pc:sldMk cId="1278860628" sldId="1771"/>
            <ac:spMk id="12" creationId="{4DED9DBE-CBB8-9C91-EADF-A1416BAA8632}"/>
          </ac:spMkLst>
        </pc:spChg>
        <pc:spChg chg="add del mod">
          <ac:chgData name="Gellenoncourt, Kevin" userId="83ce2c6d-0bd4-4cd9-955e-dd3efc6a7d5a" providerId="ADAL" clId="{C9839D59-2972-4323-A767-4B90EFEABC06}" dt="2023-01-25T11:05:47.886" v="48785" actId="478"/>
          <ac:spMkLst>
            <pc:docMk/>
            <pc:sldMk cId="1278860628" sldId="1771"/>
            <ac:spMk id="12" creationId="{B104700F-4F00-45C5-9952-8E84D40A9556}"/>
          </ac:spMkLst>
        </pc:spChg>
        <pc:spChg chg="add del mod">
          <ac:chgData name="Gellenoncourt, Kevin" userId="83ce2c6d-0bd4-4cd9-955e-dd3efc6a7d5a" providerId="ADAL" clId="{C9839D59-2972-4323-A767-4B90EFEABC06}" dt="2022-11-28T15:03:27.202" v="3485" actId="21"/>
          <ac:spMkLst>
            <pc:docMk/>
            <pc:sldMk cId="1278860628" sldId="1771"/>
            <ac:spMk id="12" creationId="{FD18CBC6-C9CA-4F3C-84DF-8662EAF1727A}"/>
          </ac:spMkLst>
        </pc:spChg>
        <pc:spChg chg="add del mod">
          <ac:chgData name="Gellenoncourt, Kevin" userId="83ce2c6d-0bd4-4cd9-955e-dd3efc6a7d5a" providerId="ADAL" clId="{C9839D59-2972-4323-A767-4B90EFEABC06}" dt="2023-02-01T11:06:30.214" v="52835" actId="478"/>
          <ac:spMkLst>
            <pc:docMk/>
            <pc:sldMk cId="1278860628" sldId="1771"/>
            <ac:spMk id="13" creationId="{1CEFF053-7A64-4822-A62E-925BCC5E4DCE}"/>
          </ac:spMkLst>
        </pc:spChg>
        <pc:spChg chg="add del mod ord">
          <ac:chgData name="Gellenoncourt, Kevin" userId="83ce2c6d-0bd4-4cd9-955e-dd3efc6a7d5a" providerId="ADAL" clId="{C9839D59-2972-4323-A767-4B90EFEABC06}" dt="2023-02-01T11:11:27.106" v="52917" actId="21"/>
          <ac:spMkLst>
            <pc:docMk/>
            <pc:sldMk cId="1278860628" sldId="1771"/>
            <ac:spMk id="14" creationId="{A9853726-C667-4973-92E8-7E76D38C3D22}"/>
          </ac:spMkLst>
        </pc:spChg>
        <pc:spChg chg="add del mod">
          <ac:chgData name="Gellenoncourt, Kevin" userId="83ce2c6d-0bd4-4cd9-955e-dd3efc6a7d5a" providerId="ADAL" clId="{C9839D59-2972-4323-A767-4B90EFEABC06}" dt="2023-02-02T12:44:12.362" v="53728" actId="478"/>
          <ac:spMkLst>
            <pc:docMk/>
            <pc:sldMk cId="1278860628" sldId="1771"/>
            <ac:spMk id="15" creationId="{4DA88B71-EBDF-4B03-97EA-7B154EC1D156}"/>
          </ac:spMkLst>
        </pc:spChg>
        <pc:spChg chg="add del mod">
          <ac:chgData name="Gellenoncourt, Kevin" userId="83ce2c6d-0bd4-4cd9-955e-dd3efc6a7d5a" providerId="ADAL" clId="{C9839D59-2972-4323-A767-4B90EFEABC06}" dt="2023-02-01T11:11:27.106" v="52917" actId="21"/>
          <ac:spMkLst>
            <pc:docMk/>
            <pc:sldMk cId="1278860628" sldId="1771"/>
            <ac:spMk id="16" creationId="{28FDA27F-E51A-47BE-B78B-E19180B09B39}"/>
          </ac:spMkLst>
        </pc:spChg>
        <pc:spChg chg="add mod">
          <ac:chgData name="Gellenoncourt, Kevin" userId="83ce2c6d-0bd4-4cd9-955e-dd3efc6a7d5a" providerId="ADAL" clId="{C9839D59-2972-4323-A767-4B90EFEABC06}" dt="2023-02-02T11:35:31.284" v="53369" actId="1076"/>
          <ac:spMkLst>
            <pc:docMk/>
            <pc:sldMk cId="1278860628" sldId="1771"/>
            <ac:spMk id="16" creationId="{B0D5ED01-6162-2CCE-B6FE-B3FC13ECC693}"/>
          </ac:spMkLst>
        </pc:spChg>
        <pc:spChg chg="add mod">
          <ac:chgData name="Gellenoncourt, Kevin" userId="83ce2c6d-0bd4-4cd9-955e-dd3efc6a7d5a" providerId="ADAL" clId="{C9839D59-2972-4323-A767-4B90EFEABC06}" dt="2023-02-02T11:35:31.284" v="53369" actId="1076"/>
          <ac:spMkLst>
            <pc:docMk/>
            <pc:sldMk cId="1278860628" sldId="1771"/>
            <ac:spMk id="17" creationId="{2FE2AC5C-8308-A7B0-317B-B13AD241A03C}"/>
          </ac:spMkLst>
        </pc:spChg>
        <pc:spChg chg="add del mod">
          <ac:chgData name="Gellenoncourt, Kevin" userId="83ce2c6d-0bd4-4cd9-955e-dd3efc6a7d5a" providerId="ADAL" clId="{C9839D59-2972-4323-A767-4B90EFEABC06}" dt="2023-01-25T11:04:54.599" v="48775" actId="478"/>
          <ac:spMkLst>
            <pc:docMk/>
            <pc:sldMk cId="1278860628" sldId="1771"/>
            <ac:spMk id="17" creationId="{B0859BEC-5006-43DE-8B6E-4FB8E113FF7D}"/>
          </ac:spMkLst>
        </pc:spChg>
        <pc:spChg chg="add mod">
          <ac:chgData name="Gellenoncourt, Kevin" userId="83ce2c6d-0bd4-4cd9-955e-dd3efc6a7d5a" providerId="ADAL" clId="{C9839D59-2972-4323-A767-4B90EFEABC06}" dt="2023-02-02T12:33:27.631" v="53413" actId="14100"/>
          <ac:spMkLst>
            <pc:docMk/>
            <pc:sldMk cId="1278860628" sldId="1771"/>
            <ac:spMk id="18" creationId="{D29CFD93-4DA2-4C5E-8607-CE2A1EFFD801}"/>
          </ac:spMkLst>
        </pc:spChg>
        <pc:spChg chg="add mod">
          <ac:chgData name="Gellenoncourt, Kevin" userId="83ce2c6d-0bd4-4cd9-955e-dd3efc6a7d5a" providerId="ADAL" clId="{C9839D59-2972-4323-A767-4B90EFEABC06}" dt="2023-02-13T08:17:34.589" v="54684" actId="14100"/>
          <ac:spMkLst>
            <pc:docMk/>
            <pc:sldMk cId="1278860628" sldId="1771"/>
            <ac:spMk id="19" creationId="{AE326722-3D69-414A-BFA6-66C85D1A4BAE}"/>
          </ac:spMkLst>
        </pc:spChg>
        <pc:spChg chg="add del mod">
          <ac:chgData name="Gellenoncourt, Kevin" userId="83ce2c6d-0bd4-4cd9-955e-dd3efc6a7d5a" providerId="ADAL" clId="{C9839D59-2972-4323-A767-4B90EFEABC06}" dt="2023-01-10T10:49:17.608" v="44984" actId="21"/>
          <ac:spMkLst>
            <pc:docMk/>
            <pc:sldMk cId="1278860628" sldId="1771"/>
            <ac:spMk id="20" creationId="{B6F7DD0C-2D57-4A32-B0C7-A45161BEE992}"/>
          </ac:spMkLst>
        </pc:spChg>
        <pc:spChg chg="add del mod">
          <ac:chgData name="Gellenoncourt, Kevin" userId="83ce2c6d-0bd4-4cd9-955e-dd3efc6a7d5a" providerId="ADAL" clId="{C9839D59-2972-4323-A767-4B90EFEABC06}" dt="2023-02-01T11:03:43.906" v="52807" actId="478"/>
          <ac:spMkLst>
            <pc:docMk/>
            <pc:sldMk cId="1278860628" sldId="1771"/>
            <ac:spMk id="20" creationId="{E4C41FC6-A4AB-42CC-8098-ED7337D49083}"/>
          </ac:spMkLst>
        </pc:spChg>
        <pc:spChg chg="add del mod">
          <ac:chgData name="Gellenoncourt, Kevin" userId="83ce2c6d-0bd4-4cd9-955e-dd3efc6a7d5a" providerId="ADAL" clId="{C9839D59-2972-4323-A767-4B90EFEABC06}" dt="2023-01-25T11:04:55.926" v="48776" actId="478"/>
          <ac:spMkLst>
            <pc:docMk/>
            <pc:sldMk cId="1278860628" sldId="1771"/>
            <ac:spMk id="21" creationId="{7B90F373-D3ED-4A5A-81DD-11B4B5E645DB}"/>
          </ac:spMkLst>
        </pc:spChg>
        <pc:spChg chg="add mod">
          <ac:chgData name="Gellenoncourt, Kevin" userId="83ce2c6d-0bd4-4cd9-955e-dd3efc6a7d5a" providerId="ADAL" clId="{C9839D59-2972-4323-A767-4B90EFEABC06}" dt="2023-02-02T11:35:31.284" v="53369" actId="1076"/>
          <ac:spMkLst>
            <pc:docMk/>
            <pc:sldMk cId="1278860628" sldId="1771"/>
            <ac:spMk id="21" creationId="{94433318-791C-15FE-CC95-7E01663E9094}"/>
          </ac:spMkLst>
        </pc:spChg>
        <pc:spChg chg="add mod">
          <ac:chgData name="Gellenoncourt, Kevin" userId="83ce2c6d-0bd4-4cd9-955e-dd3efc6a7d5a" providerId="ADAL" clId="{C9839D59-2972-4323-A767-4B90EFEABC06}" dt="2023-02-13T08:17:30.649" v="54683" actId="1076"/>
          <ac:spMkLst>
            <pc:docMk/>
            <pc:sldMk cId="1278860628" sldId="1771"/>
            <ac:spMk id="22" creationId="{C126C97A-5CFE-4956-A0B2-FCA617DEDF0E}"/>
          </ac:spMkLst>
        </pc:spChg>
        <pc:spChg chg="add del mod">
          <ac:chgData name="Gellenoncourt, Kevin" userId="83ce2c6d-0bd4-4cd9-955e-dd3efc6a7d5a" providerId="ADAL" clId="{C9839D59-2972-4323-A767-4B90EFEABC06}" dt="2023-02-13T08:17:54.640" v="54685" actId="21"/>
          <ac:spMkLst>
            <pc:docMk/>
            <pc:sldMk cId="1278860628" sldId="1771"/>
            <ac:spMk id="23" creationId="{C1B6BC22-C379-4C28-8F64-87294219D7AE}"/>
          </ac:spMkLst>
        </pc:spChg>
        <pc:spChg chg="add del mod">
          <ac:chgData name="Gellenoncourt, Kevin" userId="83ce2c6d-0bd4-4cd9-955e-dd3efc6a7d5a" providerId="ADAL" clId="{C9839D59-2972-4323-A767-4B90EFEABC06}" dt="2023-02-02T12:51:31.903" v="53928" actId="478"/>
          <ac:spMkLst>
            <pc:docMk/>
            <pc:sldMk cId="1278860628" sldId="1771"/>
            <ac:spMk id="24" creationId="{4818785F-04A0-4C20-8BFC-4A865039B2D9}"/>
          </ac:spMkLst>
        </pc:spChg>
        <pc:spChg chg="add mod">
          <ac:chgData name="Gellenoncourt, Kevin" userId="83ce2c6d-0bd4-4cd9-955e-dd3efc6a7d5a" providerId="ADAL" clId="{C9839D59-2972-4323-A767-4B90EFEABC06}" dt="2023-02-02T11:35:31.284" v="53369" actId="1076"/>
          <ac:spMkLst>
            <pc:docMk/>
            <pc:sldMk cId="1278860628" sldId="1771"/>
            <ac:spMk id="25" creationId="{401D5595-8659-2CD7-7F2D-D031F71E078A}"/>
          </ac:spMkLst>
        </pc:spChg>
        <pc:spChg chg="add mod">
          <ac:chgData name="Gellenoncourt, Kevin" userId="83ce2c6d-0bd4-4cd9-955e-dd3efc6a7d5a" providerId="ADAL" clId="{C9839D59-2972-4323-A767-4B90EFEABC06}" dt="2023-02-02T11:36:14.858" v="53382" actId="1035"/>
          <ac:spMkLst>
            <pc:docMk/>
            <pc:sldMk cId="1278860628" sldId="1771"/>
            <ac:spMk id="26" creationId="{C59DED0B-42AA-0CF8-C2DA-4349DEE42075}"/>
          </ac:spMkLst>
        </pc:spChg>
        <pc:picChg chg="add del mod">
          <ac:chgData name="Gellenoncourt, Kevin" userId="83ce2c6d-0bd4-4cd9-955e-dd3efc6a7d5a" providerId="ADAL" clId="{C9839D59-2972-4323-A767-4B90EFEABC06}" dt="2023-02-02T11:28:46.351" v="53115" actId="478"/>
          <ac:picMkLst>
            <pc:docMk/>
            <pc:sldMk cId="1278860628" sldId="1771"/>
            <ac:picMk id="3" creationId="{874BCEF5-079B-8ED4-AAA7-65B23C5F1A6A}"/>
          </ac:picMkLst>
        </pc:picChg>
        <pc:picChg chg="add mod">
          <ac:chgData name="Gellenoncourt, Kevin" userId="83ce2c6d-0bd4-4cd9-955e-dd3efc6a7d5a" providerId="ADAL" clId="{C9839D59-2972-4323-A767-4B90EFEABC06}" dt="2023-02-02T12:34:04.364" v="53424" actId="14100"/>
          <ac:picMkLst>
            <pc:docMk/>
            <pc:sldMk cId="1278860628" sldId="1771"/>
            <ac:picMk id="72" creationId="{0471E2E7-E68E-E9A2-324C-844DDA0A5CA8}"/>
          </ac:picMkLst>
        </pc:picChg>
        <pc:cxnChg chg="add mod">
          <ac:chgData name="Gellenoncourt, Kevin" userId="83ce2c6d-0bd4-4cd9-955e-dd3efc6a7d5a" providerId="ADAL" clId="{C9839D59-2972-4323-A767-4B90EFEABC06}" dt="2023-02-02T11:35:31.284" v="53369" actId="1076"/>
          <ac:cxnSpMkLst>
            <pc:docMk/>
            <pc:sldMk cId="1278860628" sldId="1771"/>
            <ac:cxnSpMk id="27" creationId="{CC8041B5-6C16-C1EF-0386-006D8B8C3135}"/>
          </ac:cxnSpMkLst>
        </pc:cxnChg>
        <pc:cxnChg chg="add del mod">
          <ac:chgData name="Gellenoncourt, Kevin" userId="83ce2c6d-0bd4-4cd9-955e-dd3efc6a7d5a" providerId="ADAL" clId="{C9839D59-2972-4323-A767-4B90EFEABC06}" dt="2023-02-02T11:28:05.166" v="53110" actId="478"/>
          <ac:cxnSpMkLst>
            <pc:docMk/>
            <pc:sldMk cId="1278860628" sldId="1771"/>
            <ac:cxnSpMk id="28" creationId="{E35179A5-A2F1-F3C5-8B48-8949EF3B33C3}"/>
          </ac:cxnSpMkLst>
        </pc:cxnChg>
        <pc:cxnChg chg="add del mod">
          <ac:chgData name="Gellenoncourt, Kevin" userId="83ce2c6d-0bd4-4cd9-955e-dd3efc6a7d5a" providerId="ADAL" clId="{C9839D59-2972-4323-A767-4B90EFEABC06}" dt="2023-02-02T11:32:51.155" v="53244" actId="478"/>
          <ac:cxnSpMkLst>
            <pc:docMk/>
            <pc:sldMk cId="1278860628" sldId="1771"/>
            <ac:cxnSpMk id="29" creationId="{BB1BC2F2-D729-21C6-8734-DE81D482A6BB}"/>
          </ac:cxnSpMkLst>
        </pc:cxnChg>
        <pc:cxnChg chg="add mod">
          <ac:chgData name="Gellenoncourt, Kevin" userId="83ce2c6d-0bd4-4cd9-955e-dd3efc6a7d5a" providerId="ADAL" clId="{C9839D59-2972-4323-A767-4B90EFEABC06}" dt="2023-02-02T11:36:14.858" v="53382" actId="1035"/>
          <ac:cxnSpMkLst>
            <pc:docMk/>
            <pc:sldMk cId="1278860628" sldId="1771"/>
            <ac:cxnSpMk id="30" creationId="{797AC51A-5926-8E1F-2356-B4DBCAABD5A4}"/>
          </ac:cxnSpMkLst>
        </pc:cxnChg>
        <pc:cxnChg chg="add mod">
          <ac:chgData name="Gellenoncourt, Kevin" userId="83ce2c6d-0bd4-4cd9-955e-dd3efc6a7d5a" providerId="ADAL" clId="{C9839D59-2972-4323-A767-4B90EFEABC06}" dt="2023-02-02T11:35:31.284" v="53369" actId="1076"/>
          <ac:cxnSpMkLst>
            <pc:docMk/>
            <pc:sldMk cId="1278860628" sldId="1771"/>
            <ac:cxnSpMk id="31" creationId="{E64B9F92-2AD9-E1A5-533C-F09D466AD7F9}"/>
          </ac:cxnSpMkLst>
        </pc:cxnChg>
        <pc:cxnChg chg="add mod">
          <ac:chgData name="Gellenoncourt, Kevin" userId="83ce2c6d-0bd4-4cd9-955e-dd3efc6a7d5a" providerId="ADAL" clId="{C9839D59-2972-4323-A767-4B90EFEABC06}" dt="2023-02-02T11:35:31.284" v="53369" actId="1076"/>
          <ac:cxnSpMkLst>
            <pc:docMk/>
            <pc:sldMk cId="1278860628" sldId="1771"/>
            <ac:cxnSpMk id="34" creationId="{FBB5FDFA-5009-54D8-DB25-CB9EDFF27510}"/>
          </ac:cxnSpMkLst>
        </pc:cxnChg>
      </pc:sldChg>
      <pc:sldChg chg="modSp del mod">
        <pc:chgData name="Gellenoncourt, Kevin" userId="83ce2c6d-0bd4-4cd9-955e-dd3efc6a7d5a" providerId="ADAL" clId="{C9839D59-2972-4323-A767-4B90EFEABC06}" dt="2022-11-25T12:55:52.657" v="780" actId="2696"/>
        <pc:sldMkLst>
          <pc:docMk/>
          <pc:sldMk cId="4017038942" sldId="1773"/>
        </pc:sldMkLst>
        <pc:spChg chg="mod">
          <ac:chgData name="Gellenoncourt, Kevin" userId="83ce2c6d-0bd4-4cd9-955e-dd3efc6a7d5a" providerId="ADAL" clId="{C9839D59-2972-4323-A767-4B90EFEABC06}" dt="2022-11-25T12:55:10.449" v="747" actId="20577"/>
          <ac:spMkLst>
            <pc:docMk/>
            <pc:sldMk cId="4017038942" sldId="1773"/>
            <ac:spMk id="2" creationId="{81B4020D-2DE6-4B6C-822C-676A9E68ECFA}"/>
          </ac:spMkLst>
        </pc:spChg>
        <pc:spChg chg="mod">
          <ac:chgData name="Gellenoncourt, Kevin" userId="83ce2c6d-0bd4-4cd9-955e-dd3efc6a7d5a" providerId="ADAL" clId="{C9839D59-2972-4323-A767-4B90EFEABC06}" dt="2022-11-25T12:55:30.634" v="752" actId="21"/>
          <ac:spMkLst>
            <pc:docMk/>
            <pc:sldMk cId="4017038942" sldId="1773"/>
            <ac:spMk id="5" creationId="{BECD5CAF-1126-4B71-AC57-8371D407AD8D}"/>
          </ac:spMkLst>
        </pc:spChg>
      </pc:sldChg>
      <pc:sldChg chg="del">
        <pc:chgData name="Gellenoncourt, Kevin" userId="83ce2c6d-0bd4-4cd9-955e-dd3efc6a7d5a" providerId="ADAL" clId="{C9839D59-2972-4323-A767-4B90EFEABC06}" dt="2022-11-25T11:11:55.599" v="542" actId="47"/>
        <pc:sldMkLst>
          <pc:docMk/>
          <pc:sldMk cId="1049492656" sldId="1774"/>
        </pc:sldMkLst>
      </pc:sldChg>
      <pc:sldChg chg="modSp add mod ord">
        <pc:chgData name="Gellenoncourt, Kevin" userId="83ce2c6d-0bd4-4cd9-955e-dd3efc6a7d5a" providerId="ADAL" clId="{C9839D59-2972-4323-A767-4B90EFEABC06}" dt="2023-02-13T08:21:11.424" v="54716" actId="1076"/>
        <pc:sldMkLst>
          <pc:docMk/>
          <pc:sldMk cId="1480667923" sldId="1774"/>
        </pc:sldMkLst>
        <pc:spChg chg="mod">
          <ac:chgData name="Gellenoncourt, Kevin" userId="83ce2c6d-0bd4-4cd9-955e-dd3efc6a7d5a" providerId="ADAL" clId="{C9839D59-2972-4323-A767-4B90EFEABC06}" dt="2023-02-13T08:21:01.043" v="54715" actId="20577"/>
          <ac:spMkLst>
            <pc:docMk/>
            <pc:sldMk cId="1480667923" sldId="1774"/>
            <ac:spMk id="3" creationId="{9BD08C48-F1F3-48B6-9A15-B092D640305B}"/>
          </ac:spMkLst>
        </pc:spChg>
        <pc:spChg chg="mod">
          <ac:chgData name="Gellenoncourt, Kevin" userId="83ce2c6d-0bd4-4cd9-955e-dd3efc6a7d5a" providerId="ADAL" clId="{C9839D59-2972-4323-A767-4B90EFEABC06}" dt="2023-02-13T08:21:11.424" v="54716" actId="1076"/>
          <ac:spMkLst>
            <pc:docMk/>
            <pc:sldMk cId="1480667923" sldId="1774"/>
            <ac:spMk id="8" creationId="{DC22AB5A-AA65-425A-8428-C9FE50B70B22}"/>
          </ac:spMkLst>
        </pc:spChg>
        <pc:spChg chg="mod">
          <ac:chgData name="Gellenoncourt, Kevin" userId="83ce2c6d-0bd4-4cd9-955e-dd3efc6a7d5a" providerId="ADAL" clId="{C9839D59-2972-4323-A767-4B90EFEABC06}" dt="2023-02-07T09:40:58.273" v="54638" actId="14100"/>
          <ac:spMkLst>
            <pc:docMk/>
            <pc:sldMk cId="1480667923" sldId="1774"/>
            <ac:spMk id="11" creationId="{7514CC65-4FBB-413A-993E-44588EDD6047}"/>
          </ac:spMkLst>
        </pc:spChg>
      </pc:sldChg>
      <pc:sldChg chg="addSp delSp modSp mod ord modClrScheme chgLayout">
        <pc:chgData name="Gellenoncourt, Kevin" userId="83ce2c6d-0bd4-4cd9-955e-dd3efc6a7d5a" providerId="ADAL" clId="{C9839D59-2972-4323-A767-4B90EFEABC06}" dt="2023-02-13T08:20:30.695" v="54696" actId="21"/>
        <pc:sldMkLst>
          <pc:docMk/>
          <pc:sldMk cId="2959509629" sldId="1775"/>
        </pc:sldMkLst>
        <pc:spChg chg="mod ord">
          <ac:chgData name="Gellenoncourt, Kevin" userId="83ce2c6d-0bd4-4cd9-955e-dd3efc6a7d5a" providerId="ADAL" clId="{C9839D59-2972-4323-A767-4B90EFEABC06}" dt="2022-12-22T15:17:16.865" v="39936" actId="20577"/>
          <ac:spMkLst>
            <pc:docMk/>
            <pc:sldMk cId="2959509629" sldId="1775"/>
            <ac:spMk id="2" creationId="{81B4020D-2DE6-4B6C-822C-676A9E68ECFA}"/>
          </ac:spMkLst>
        </pc:spChg>
        <pc:spChg chg="add mod ord">
          <ac:chgData name="Gellenoncourt, Kevin" userId="83ce2c6d-0bd4-4cd9-955e-dd3efc6a7d5a" providerId="ADAL" clId="{C9839D59-2972-4323-A767-4B90EFEABC06}" dt="2023-02-01T10:48:48.629" v="52621" actId="20577"/>
          <ac:spMkLst>
            <pc:docMk/>
            <pc:sldMk cId="2959509629" sldId="1775"/>
            <ac:spMk id="3" creationId="{E0428069-D3C8-44C0-84E1-4105C954E16A}"/>
          </ac:spMkLst>
        </pc:spChg>
        <pc:spChg chg="del mod ord">
          <ac:chgData name="Gellenoncourt, Kevin" userId="83ce2c6d-0bd4-4cd9-955e-dd3efc6a7d5a" providerId="ADAL" clId="{C9839D59-2972-4323-A767-4B90EFEABC06}" dt="2022-11-28T15:03:40.168" v="3488" actId="21"/>
          <ac:spMkLst>
            <pc:docMk/>
            <pc:sldMk cId="2959509629" sldId="1775"/>
            <ac:spMk id="4" creationId="{AE7AF101-B834-4B05-99A3-B4C8D043B6E1}"/>
          </ac:spMkLst>
        </pc:spChg>
        <pc:spChg chg="del mod ord">
          <ac:chgData name="Gellenoncourt, Kevin" userId="83ce2c6d-0bd4-4cd9-955e-dd3efc6a7d5a" providerId="ADAL" clId="{C9839D59-2972-4323-A767-4B90EFEABC06}" dt="2022-11-28T10:25:44.759" v="2142" actId="700"/>
          <ac:spMkLst>
            <pc:docMk/>
            <pc:sldMk cId="2959509629" sldId="1775"/>
            <ac:spMk id="5" creationId="{BECD5CAF-1126-4B71-AC57-8371D407AD8D}"/>
          </ac:spMkLst>
        </pc:spChg>
        <pc:spChg chg="mod ord">
          <ac:chgData name="Gellenoncourt, Kevin" userId="83ce2c6d-0bd4-4cd9-955e-dd3efc6a7d5a" providerId="ADAL" clId="{C9839D59-2972-4323-A767-4B90EFEABC06}" dt="2022-11-28T10:25:44.759" v="2142" actId="700"/>
          <ac:spMkLst>
            <pc:docMk/>
            <pc:sldMk cId="2959509629" sldId="1775"/>
            <ac:spMk id="6" creationId="{4576F49A-6A7E-470D-82F5-6D36342DDF17}"/>
          </ac:spMkLst>
        </pc:spChg>
        <pc:spChg chg="mod ord">
          <ac:chgData name="Gellenoncourt, Kevin" userId="83ce2c6d-0bd4-4cd9-955e-dd3efc6a7d5a" providerId="ADAL" clId="{C9839D59-2972-4323-A767-4B90EFEABC06}" dt="2022-12-02T15:52:08.799" v="8249"/>
          <ac:spMkLst>
            <pc:docMk/>
            <pc:sldMk cId="2959509629" sldId="1775"/>
            <ac:spMk id="7" creationId="{C3CAA90B-A45A-4D8C-BD66-F0605E48865B}"/>
          </ac:spMkLst>
        </pc:spChg>
        <pc:spChg chg="add mod ord">
          <ac:chgData name="Gellenoncourt, Kevin" userId="83ce2c6d-0bd4-4cd9-955e-dd3efc6a7d5a" providerId="ADAL" clId="{C9839D59-2972-4323-A767-4B90EFEABC06}" dt="2023-02-13T08:20:30.695" v="54696" actId="21"/>
          <ac:spMkLst>
            <pc:docMk/>
            <pc:sldMk cId="2959509629" sldId="1775"/>
            <ac:spMk id="8" creationId="{B3621515-399B-4BD8-8E21-8319396D01DE}"/>
          </ac:spMkLst>
        </pc:spChg>
        <pc:spChg chg="add del mod">
          <ac:chgData name="Gellenoncourt, Kevin" userId="83ce2c6d-0bd4-4cd9-955e-dd3efc6a7d5a" providerId="ADAL" clId="{C9839D59-2972-4323-A767-4B90EFEABC06}" dt="2022-11-28T15:05:33.955" v="3542" actId="21"/>
          <ac:spMkLst>
            <pc:docMk/>
            <pc:sldMk cId="2959509629" sldId="1775"/>
            <ac:spMk id="9" creationId="{3EBAB25D-773D-4A50-AD84-1DCC9DFFD28A}"/>
          </ac:spMkLst>
        </pc:spChg>
        <pc:spChg chg="add del mod">
          <ac:chgData name="Gellenoncourt, Kevin" userId="83ce2c6d-0bd4-4cd9-955e-dd3efc6a7d5a" providerId="ADAL" clId="{C9839D59-2972-4323-A767-4B90EFEABC06}" dt="2022-12-13T16:13:26.831" v="29294" actId="478"/>
          <ac:spMkLst>
            <pc:docMk/>
            <pc:sldMk cId="2959509629" sldId="1775"/>
            <ac:spMk id="10" creationId="{32D2D7EA-CBDA-4046-AFD5-4A9CABBD4957}"/>
          </ac:spMkLst>
        </pc:spChg>
        <pc:spChg chg="add del mod">
          <ac:chgData name="Gellenoncourt, Kevin" userId="83ce2c6d-0bd4-4cd9-955e-dd3efc6a7d5a" providerId="ADAL" clId="{C9839D59-2972-4323-A767-4B90EFEABC06}" dt="2022-11-28T14:56:37.356" v="3334" actId="478"/>
          <ac:spMkLst>
            <pc:docMk/>
            <pc:sldMk cId="2959509629" sldId="1775"/>
            <ac:spMk id="11" creationId="{2558F26D-9E75-4593-BFD2-925E3F805E16}"/>
          </ac:spMkLst>
        </pc:spChg>
        <pc:spChg chg="add mod">
          <ac:chgData name="Gellenoncourt, Kevin" userId="83ce2c6d-0bd4-4cd9-955e-dd3efc6a7d5a" providerId="ADAL" clId="{C9839D59-2972-4323-A767-4B90EFEABC06}" dt="2023-02-01T10:56:23.102" v="52707" actId="14100"/>
          <ac:spMkLst>
            <pc:docMk/>
            <pc:sldMk cId="2959509629" sldId="1775"/>
            <ac:spMk id="11" creationId="{8E6498A3-1ACA-46C7-AFA8-BEAE90EBB1E5}"/>
          </ac:spMkLst>
        </pc:spChg>
        <pc:spChg chg="add del mod">
          <ac:chgData name="Gellenoncourt, Kevin" userId="83ce2c6d-0bd4-4cd9-955e-dd3efc6a7d5a" providerId="ADAL" clId="{C9839D59-2972-4323-A767-4B90EFEABC06}" dt="2023-01-16T09:33:22.535" v="47195" actId="21"/>
          <ac:spMkLst>
            <pc:docMk/>
            <pc:sldMk cId="2959509629" sldId="1775"/>
            <ac:spMk id="12" creationId="{4EE7756A-2C61-44B5-8AE1-8503C926EF70}"/>
          </ac:spMkLst>
        </pc:spChg>
        <pc:spChg chg="add mod">
          <ac:chgData name="Gellenoncourt, Kevin" userId="83ce2c6d-0bd4-4cd9-955e-dd3efc6a7d5a" providerId="ADAL" clId="{C9839D59-2972-4323-A767-4B90EFEABC06}" dt="2023-01-17T09:05:58.309" v="47809" actId="14100"/>
          <ac:spMkLst>
            <pc:docMk/>
            <pc:sldMk cId="2959509629" sldId="1775"/>
            <ac:spMk id="12" creationId="{786E62AC-8061-43B5-88A8-A03D9024AF4C}"/>
          </ac:spMkLst>
        </pc:spChg>
        <pc:spChg chg="add del mod">
          <ac:chgData name="Gellenoncourt, Kevin" userId="83ce2c6d-0bd4-4cd9-955e-dd3efc6a7d5a" providerId="ADAL" clId="{C9839D59-2972-4323-A767-4B90EFEABC06}" dt="2022-11-28T15:03:40.168" v="3488" actId="21"/>
          <ac:spMkLst>
            <pc:docMk/>
            <pc:sldMk cId="2959509629" sldId="1775"/>
            <ac:spMk id="12" creationId="{B783BBCA-BD34-40A3-B07F-89B03C07C44D}"/>
          </ac:spMkLst>
        </pc:spChg>
        <pc:spChg chg="add del mod">
          <ac:chgData name="Gellenoncourt, Kevin" userId="83ce2c6d-0bd4-4cd9-955e-dd3efc6a7d5a" providerId="ADAL" clId="{C9839D59-2972-4323-A767-4B90EFEABC06}" dt="2022-11-28T15:02:18.298" v="3468" actId="21"/>
          <ac:spMkLst>
            <pc:docMk/>
            <pc:sldMk cId="2959509629" sldId="1775"/>
            <ac:spMk id="13" creationId="{FAE35C99-49D7-46AD-A70D-49D01BD9D79C}"/>
          </ac:spMkLst>
        </pc:spChg>
        <pc:spChg chg="add mod">
          <ac:chgData name="Gellenoncourt, Kevin" userId="83ce2c6d-0bd4-4cd9-955e-dd3efc6a7d5a" providerId="ADAL" clId="{C9839D59-2972-4323-A767-4B90EFEABC06}" dt="2023-01-10T11:14:59.830" v="45362" actId="13926"/>
          <ac:spMkLst>
            <pc:docMk/>
            <pc:sldMk cId="2959509629" sldId="1775"/>
            <ac:spMk id="14" creationId="{E1E939C3-9F71-46DC-8AAC-D8502C043667}"/>
          </ac:spMkLst>
        </pc:spChg>
        <pc:spChg chg="add del mod">
          <ac:chgData name="Gellenoncourt, Kevin" userId="83ce2c6d-0bd4-4cd9-955e-dd3efc6a7d5a" providerId="ADAL" clId="{C9839D59-2972-4323-A767-4B90EFEABC06}" dt="2022-11-28T15:03:42.356" v="3489" actId="478"/>
          <ac:spMkLst>
            <pc:docMk/>
            <pc:sldMk cId="2959509629" sldId="1775"/>
            <ac:spMk id="15" creationId="{94A857C4-3DCB-4AE0-BB24-E240AFE7DBEC}"/>
          </ac:spMkLst>
        </pc:spChg>
        <pc:spChg chg="add mod">
          <ac:chgData name="Gellenoncourt, Kevin" userId="83ce2c6d-0bd4-4cd9-955e-dd3efc6a7d5a" providerId="ADAL" clId="{C9839D59-2972-4323-A767-4B90EFEABC06}" dt="2023-01-10T13:15:17.315" v="45597" actId="14100"/>
          <ac:spMkLst>
            <pc:docMk/>
            <pc:sldMk cId="2959509629" sldId="1775"/>
            <ac:spMk id="16" creationId="{0C0A511E-D39D-43CB-8BC0-8677C2E3450E}"/>
          </ac:spMkLst>
        </pc:spChg>
        <pc:spChg chg="add mod">
          <ac:chgData name="Gellenoncourt, Kevin" userId="83ce2c6d-0bd4-4cd9-955e-dd3efc6a7d5a" providerId="ADAL" clId="{C9839D59-2972-4323-A767-4B90EFEABC06}" dt="2023-01-10T13:15:40.639" v="45605" actId="20577"/>
          <ac:spMkLst>
            <pc:docMk/>
            <pc:sldMk cId="2959509629" sldId="1775"/>
            <ac:spMk id="17" creationId="{5A9C0406-E791-4D32-8433-294AD9820610}"/>
          </ac:spMkLst>
        </pc:spChg>
      </pc:sldChg>
      <pc:sldChg chg="delSp modSp del mod">
        <pc:chgData name="Gellenoncourt, Kevin" userId="83ce2c6d-0bd4-4cd9-955e-dd3efc6a7d5a" providerId="ADAL" clId="{C9839D59-2972-4323-A767-4B90EFEABC06}" dt="2022-11-28T14:11:43.822" v="3105" actId="2696"/>
        <pc:sldMkLst>
          <pc:docMk/>
          <pc:sldMk cId="2301090063" sldId="1776"/>
        </pc:sldMkLst>
        <pc:spChg chg="mod">
          <ac:chgData name="Gellenoncourt, Kevin" userId="83ce2c6d-0bd4-4cd9-955e-dd3efc6a7d5a" providerId="ADAL" clId="{C9839D59-2972-4323-A767-4B90EFEABC06}" dt="2022-11-28T10:01:58.146" v="2012" actId="20577"/>
          <ac:spMkLst>
            <pc:docMk/>
            <pc:sldMk cId="2301090063" sldId="1776"/>
            <ac:spMk id="6" creationId="{56340F70-E26D-4AF6-83CC-DF941BF79A84}"/>
          </ac:spMkLst>
        </pc:spChg>
        <pc:spChg chg="del">
          <ac:chgData name="Gellenoncourt, Kevin" userId="83ce2c6d-0bd4-4cd9-955e-dd3efc6a7d5a" providerId="ADAL" clId="{C9839D59-2972-4323-A767-4B90EFEABC06}" dt="2022-11-28T10:52:09.976" v="2274" actId="478"/>
          <ac:spMkLst>
            <pc:docMk/>
            <pc:sldMk cId="2301090063" sldId="1776"/>
            <ac:spMk id="9" creationId="{8F301BFC-2D01-46E5-A880-2760ACAD08EE}"/>
          </ac:spMkLst>
        </pc:spChg>
        <pc:spChg chg="del">
          <ac:chgData name="Gellenoncourt, Kevin" userId="83ce2c6d-0bd4-4cd9-955e-dd3efc6a7d5a" providerId="ADAL" clId="{C9839D59-2972-4323-A767-4B90EFEABC06}" dt="2022-11-28T10:22:30.570" v="2073" actId="478"/>
          <ac:spMkLst>
            <pc:docMk/>
            <pc:sldMk cId="2301090063" sldId="1776"/>
            <ac:spMk id="11" creationId="{E2065B4B-66E0-40E0-BB77-F09A8C72D0AE}"/>
          </ac:spMkLst>
        </pc:spChg>
      </pc:sldChg>
      <pc:sldChg chg="del">
        <pc:chgData name="Gellenoncourt, Kevin" userId="83ce2c6d-0bd4-4cd9-955e-dd3efc6a7d5a" providerId="ADAL" clId="{C9839D59-2972-4323-A767-4B90EFEABC06}" dt="2022-11-25T12:54:29.089" v="733" actId="47"/>
        <pc:sldMkLst>
          <pc:docMk/>
          <pc:sldMk cId="1754905874" sldId="1777"/>
        </pc:sldMkLst>
      </pc:sldChg>
      <pc:sldChg chg="addSp delSp modSp del mod ord">
        <pc:chgData name="Gellenoncourt, Kevin" userId="83ce2c6d-0bd4-4cd9-955e-dd3efc6a7d5a" providerId="ADAL" clId="{C9839D59-2972-4323-A767-4B90EFEABC06}" dt="2022-12-22T15:06:23.988" v="39852" actId="47"/>
        <pc:sldMkLst>
          <pc:docMk/>
          <pc:sldMk cId="2080319407" sldId="1778"/>
        </pc:sldMkLst>
        <pc:spChg chg="mod">
          <ac:chgData name="Gellenoncourt, Kevin" userId="83ce2c6d-0bd4-4cd9-955e-dd3efc6a7d5a" providerId="ADAL" clId="{C9839D59-2972-4323-A767-4B90EFEABC06}" dt="2022-12-14T10:39:32.666" v="30005" actId="20577"/>
          <ac:spMkLst>
            <pc:docMk/>
            <pc:sldMk cId="2080319407" sldId="1778"/>
            <ac:spMk id="2" creationId="{152C8F2F-E00A-4EE0-B902-26D18F08FADE}"/>
          </ac:spMkLst>
        </pc:spChg>
        <pc:spChg chg="del mod">
          <ac:chgData name="Gellenoncourt, Kevin" userId="83ce2c6d-0bd4-4cd9-955e-dd3efc6a7d5a" providerId="ADAL" clId="{C9839D59-2972-4323-A767-4B90EFEABC06}" dt="2022-11-29T14:12:04.783" v="5603" actId="21"/>
          <ac:spMkLst>
            <pc:docMk/>
            <pc:sldMk cId="2080319407" sldId="1778"/>
            <ac:spMk id="5" creationId="{AD7E80A8-F725-4AC8-BE39-B56D47B7B196}"/>
          </ac:spMkLst>
        </pc:spChg>
        <pc:spChg chg="add del mod">
          <ac:chgData name="Gellenoncourt, Kevin" userId="83ce2c6d-0bd4-4cd9-955e-dd3efc6a7d5a" providerId="ADAL" clId="{C9839D59-2972-4323-A767-4B90EFEABC06}" dt="2022-12-05T09:00:24.839" v="9517" actId="478"/>
          <ac:spMkLst>
            <pc:docMk/>
            <pc:sldMk cId="2080319407" sldId="1778"/>
            <ac:spMk id="5" creationId="{BF894909-9ACA-4F12-8797-6FD358E7C3C5}"/>
          </ac:spMkLst>
        </pc:spChg>
        <pc:spChg chg="add del mod">
          <ac:chgData name="Gellenoncourt, Kevin" userId="83ce2c6d-0bd4-4cd9-955e-dd3efc6a7d5a" providerId="ADAL" clId="{C9839D59-2972-4323-A767-4B90EFEABC06}" dt="2022-12-05T09:00:21.198" v="9516" actId="21"/>
          <ac:spMkLst>
            <pc:docMk/>
            <pc:sldMk cId="2080319407" sldId="1778"/>
            <ac:spMk id="6" creationId="{09C537FF-5D86-43D6-95C2-8819587A7867}"/>
          </ac:spMkLst>
        </pc:spChg>
        <pc:spChg chg="add mod">
          <ac:chgData name="Gellenoncourt, Kevin" userId="83ce2c6d-0bd4-4cd9-955e-dd3efc6a7d5a" providerId="ADAL" clId="{C9839D59-2972-4323-A767-4B90EFEABC06}" dt="2022-12-14T13:34:36.823" v="31797" actId="14100"/>
          <ac:spMkLst>
            <pc:docMk/>
            <pc:sldMk cId="2080319407" sldId="1778"/>
            <ac:spMk id="9" creationId="{101E0D61-ED85-4552-91B8-4D31EB4CD5E0}"/>
          </ac:spMkLst>
        </pc:spChg>
        <pc:spChg chg="del mod">
          <ac:chgData name="Gellenoncourt, Kevin" userId="83ce2c6d-0bd4-4cd9-955e-dd3efc6a7d5a" providerId="ADAL" clId="{C9839D59-2972-4323-A767-4B90EFEABC06}" dt="2022-11-29T14:11:52.445" v="5598" actId="21"/>
          <ac:spMkLst>
            <pc:docMk/>
            <pc:sldMk cId="2080319407" sldId="1778"/>
            <ac:spMk id="9" creationId="{ED01F136-7118-434B-AF56-A2D5FB7A174E}"/>
          </ac:spMkLst>
        </pc:spChg>
        <pc:spChg chg="add del mod">
          <ac:chgData name="Gellenoncourt, Kevin" userId="83ce2c6d-0bd4-4cd9-955e-dd3efc6a7d5a" providerId="ADAL" clId="{C9839D59-2972-4323-A767-4B90EFEABC06}" dt="2022-12-07T09:12:50.448" v="17773" actId="478"/>
          <ac:spMkLst>
            <pc:docMk/>
            <pc:sldMk cId="2080319407" sldId="1778"/>
            <ac:spMk id="10" creationId="{76E7CCDA-D2E3-4C15-92D5-4607B04BB8E3}"/>
          </ac:spMkLst>
        </pc:spChg>
        <pc:spChg chg="del mod">
          <ac:chgData name="Gellenoncourt, Kevin" userId="83ce2c6d-0bd4-4cd9-955e-dd3efc6a7d5a" providerId="ADAL" clId="{C9839D59-2972-4323-A767-4B90EFEABC06}" dt="2022-12-05T09:07:44.388" v="9688" actId="478"/>
          <ac:spMkLst>
            <pc:docMk/>
            <pc:sldMk cId="2080319407" sldId="1778"/>
            <ac:spMk id="10" creationId="{AEC118B1-66A1-C6D7-C363-18DEC188458C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2080319407" sldId="1778"/>
            <ac:spMk id="11" creationId="{675EC0F7-5241-4372-BE3E-E60373F76856}"/>
          </ac:spMkLst>
        </pc:spChg>
        <pc:spChg chg="del mod">
          <ac:chgData name="Gellenoncourt, Kevin" userId="83ce2c6d-0bd4-4cd9-955e-dd3efc6a7d5a" providerId="ADAL" clId="{C9839D59-2972-4323-A767-4B90EFEABC06}" dt="2022-11-29T14:35:18.105" v="5811" actId="21"/>
          <ac:spMkLst>
            <pc:docMk/>
            <pc:sldMk cId="2080319407" sldId="1778"/>
            <ac:spMk id="12" creationId="{5D4F40D2-84EF-49E7-94D5-A4586BD5A497}"/>
          </ac:spMkLst>
        </pc:spChg>
        <pc:spChg chg="add mod">
          <ac:chgData name="Gellenoncourt, Kevin" userId="83ce2c6d-0bd4-4cd9-955e-dd3efc6a7d5a" providerId="ADAL" clId="{C9839D59-2972-4323-A767-4B90EFEABC06}" dt="2022-12-14T13:32:05.962" v="31771" actId="14100"/>
          <ac:spMkLst>
            <pc:docMk/>
            <pc:sldMk cId="2080319407" sldId="1778"/>
            <ac:spMk id="12" creationId="{7AF3C731-95EE-40ED-9B25-1E121D006C9A}"/>
          </ac:spMkLst>
        </pc:spChg>
        <pc:spChg chg="add del mod">
          <ac:chgData name="Gellenoncourt, Kevin" userId="83ce2c6d-0bd4-4cd9-955e-dd3efc6a7d5a" providerId="ADAL" clId="{C9839D59-2972-4323-A767-4B90EFEABC06}" dt="2022-12-07T09:12:50.448" v="17773" actId="478"/>
          <ac:spMkLst>
            <pc:docMk/>
            <pc:sldMk cId="2080319407" sldId="1778"/>
            <ac:spMk id="12" creationId="{91EADC8F-1AE9-4571-BEF2-2B3234576341}"/>
          </ac:spMkLst>
        </pc:spChg>
        <pc:spChg chg="del mod">
          <ac:chgData name="Gellenoncourt, Kevin" userId="83ce2c6d-0bd4-4cd9-955e-dd3efc6a7d5a" providerId="ADAL" clId="{C9839D59-2972-4323-A767-4B90EFEABC06}" dt="2022-12-05T13:45:21.511" v="11739" actId="478"/>
          <ac:spMkLst>
            <pc:docMk/>
            <pc:sldMk cId="2080319407" sldId="1778"/>
            <ac:spMk id="13" creationId="{B9AA6BC7-9F2D-475B-822E-D855E4C57585}"/>
          </ac:spMkLst>
        </pc:spChg>
        <pc:spChg chg="add mod">
          <ac:chgData name="Gellenoncourt, Kevin" userId="83ce2c6d-0bd4-4cd9-955e-dd3efc6a7d5a" providerId="ADAL" clId="{C9839D59-2972-4323-A767-4B90EFEABC06}" dt="2022-12-14T14:27:10.459" v="32630" actId="404"/>
          <ac:spMkLst>
            <pc:docMk/>
            <pc:sldMk cId="2080319407" sldId="1778"/>
            <ac:spMk id="13" creationId="{FE2A4178-C52B-492F-83BB-B3EFB6A5B1A7}"/>
          </ac:spMkLst>
        </pc:spChg>
        <pc:spChg chg="add del mod">
          <ac:chgData name="Gellenoncourt, Kevin" userId="83ce2c6d-0bd4-4cd9-955e-dd3efc6a7d5a" providerId="ADAL" clId="{C9839D59-2972-4323-A767-4B90EFEABC06}" dt="2022-11-29T14:13:10.294" v="5645" actId="21"/>
          <ac:spMkLst>
            <pc:docMk/>
            <pc:sldMk cId="2080319407" sldId="1778"/>
            <ac:spMk id="14" creationId="{4A725D45-1D1E-4D21-8F28-B68E37CA52E7}"/>
          </ac:spMkLst>
        </pc:spChg>
        <pc:spChg chg="add mod">
          <ac:chgData name="Gellenoncourt, Kevin" userId="83ce2c6d-0bd4-4cd9-955e-dd3efc6a7d5a" providerId="ADAL" clId="{C9839D59-2972-4323-A767-4B90EFEABC06}" dt="2022-12-14T13:34:38.781" v="31798" actId="14100"/>
          <ac:spMkLst>
            <pc:docMk/>
            <pc:sldMk cId="2080319407" sldId="1778"/>
            <ac:spMk id="14" creationId="{566D1CD7-2AEB-4B53-858D-E33EAE41FD21}"/>
          </ac:spMkLst>
        </pc:spChg>
        <pc:spChg chg="add del mod">
          <ac:chgData name="Gellenoncourt, Kevin" userId="83ce2c6d-0bd4-4cd9-955e-dd3efc6a7d5a" providerId="ADAL" clId="{C9839D59-2972-4323-A767-4B90EFEABC06}" dt="2022-12-14T14:26:40.770" v="32622" actId="21"/>
          <ac:spMkLst>
            <pc:docMk/>
            <pc:sldMk cId="2080319407" sldId="1778"/>
            <ac:spMk id="15" creationId="{556A0F2D-656C-469F-9CDF-18CC8625ABF6}"/>
          </ac:spMkLst>
        </pc:spChg>
        <pc:spChg chg="add del mod">
          <ac:chgData name="Gellenoncourt, Kevin" userId="83ce2c6d-0bd4-4cd9-955e-dd3efc6a7d5a" providerId="ADAL" clId="{C9839D59-2972-4323-A767-4B90EFEABC06}" dt="2022-12-05T09:00:21.198" v="9516" actId="21"/>
          <ac:spMkLst>
            <pc:docMk/>
            <pc:sldMk cId="2080319407" sldId="1778"/>
            <ac:spMk id="15" creationId="{7CB63895-BBCC-42E0-8D09-881B84C655B3}"/>
          </ac:spMkLst>
        </pc:spChg>
        <pc:spChg chg="add del mod">
          <ac:chgData name="Gellenoncourt, Kevin" userId="83ce2c6d-0bd4-4cd9-955e-dd3efc6a7d5a" providerId="ADAL" clId="{C9839D59-2972-4323-A767-4B90EFEABC06}" dt="2022-12-05T09:00:21.198" v="9516" actId="21"/>
          <ac:spMkLst>
            <pc:docMk/>
            <pc:sldMk cId="2080319407" sldId="1778"/>
            <ac:spMk id="16" creationId="{294A3D1A-C374-475D-AB67-FCDB0E37CDDA}"/>
          </ac:spMkLst>
        </pc:spChg>
        <pc:spChg chg="add mod">
          <ac:chgData name="Gellenoncourt, Kevin" userId="83ce2c6d-0bd4-4cd9-955e-dd3efc6a7d5a" providerId="ADAL" clId="{C9839D59-2972-4323-A767-4B90EFEABC06}" dt="2022-12-14T13:32:24.909" v="31778" actId="14100"/>
          <ac:spMkLst>
            <pc:docMk/>
            <pc:sldMk cId="2080319407" sldId="1778"/>
            <ac:spMk id="16" creationId="{C531826D-C741-4B7E-8598-A0A8625F67C1}"/>
          </ac:spMkLst>
        </pc:spChg>
        <pc:spChg chg="add del mod">
          <ac:chgData name="Gellenoncourt, Kevin" userId="83ce2c6d-0bd4-4cd9-955e-dd3efc6a7d5a" providerId="ADAL" clId="{C9839D59-2972-4323-A767-4B90EFEABC06}" dt="2022-12-05T09:00:21.198" v="9516" actId="21"/>
          <ac:spMkLst>
            <pc:docMk/>
            <pc:sldMk cId="2080319407" sldId="1778"/>
            <ac:spMk id="17" creationId="{3B4CE526-1B3D-4221-AE59-DB108931F854}"/>
          </ac:spMkLst>
        </pc:spChg>
        <pc:spChg chg="add mod">
          <ac:chgData name="Gellenoncourt, Kevin" userId="83ce2c6d-0bd4-4cd9-955e-dd3efc6a7d5a" providerId="ADAL" clId="{C9839D59-2972-4323-A767-4B90EFEABC06}" dt="2022-12-14T14:27:00.968" v="32628" actId="14100"/>
          <ac:spMkLst>
            <pc:docMk/>
            <pc:sldMk cId="2080319407" sldId="1778"/>
            <ac:spMk id="17" creationId="{645C5F31-DA3A-4DE5-B8E7-EF520B35FDE0}"/>
          </ac:spMkLst>
        </pc:spChg>
        <pc:spChg chg="add del mod">
          <ac:chgData name="Gellenoncourt, Kevin" userId="83ce2c6d-0bd4-4cd9-955e-dd3efc6a7d5a" providerId="ADAL" clId="{C9839D59-2972-4323-A767-4B90EFEABC06}" dt="2022-12-05T13:44:08.192" v="11703" actId="478"/>
          <ac:spMkLst>
            <pc:docMk/>
            <pc:sldMk cId="2080319407" sldId="1778"/>
            <ac:spMk id="18" creationId="{EDCB14AE-C8E1-42C8-8B21-87D5584DDB56}"/>
          </ac:spMkLst>
        </pc:spChg>
      </pc:sldChg>
      <pc:sldChg chg="modSp del mod">
        <pc:chgData name="Gellenoncourt, Kevin" userId="83ce2c6d-0bd4-4cd9-955e-dd3efc6a7d5a" providerId="ADAL" clId="{C9839D59-2972-4323-A767-4B90EFEABC06}" dt="2022-11-28T14:11:41.917" v="3104" actId="2696"/>
        <pc:sldMkLst>
          <pc:docMk/>
          <pc:sldMk cId="3809153363" sldId="1779"/>
        </pc:sldMkLst>
        <pc:spChg chg="mod">
          <ac:chgData name="Gellenoncourt, Kevin" userId="83ce2c6d-0bd4-4cd9-955e-dd3efc6a7d5a" providerId="ADAL" clId="{C9839D59-2972-4323-A767-4B90EFEABC06}" dt="2022-11-28T11:02:35.150" v="2477" actId="20577"/>
          <ac:spMkLst>
            <pc:docMk/>
            <pc:sldMk cId="3809153363" sldId="1779"/>
            <ac:spMk id="8" creationId="{EF4CE90A-C0B9-4342-BF6C-766D39B37411}"/>
          </ac:spMkLst>
        </pc:spChg>
      </pc:sldChg>
      <pc:sldChg chg="modSp del mod">
        <pc:chgData name="Gellenoncourt, Kevin" userId="83ce2c6d-0bd4-4cd9-955e-dd3efc6a7d5a" providerId="ADAL" clId="{C9839D59-2972-4323-A767-4B90EFEABC06}" dt="2022-12-05T16:02:49.329" v="13263" actId="2696"/>
        <pc:sldMkLst>
          <pc:docMk/>
          <pc:sldMk cId="1394456481" sldId="1780"/>
        </pc:sldMkLst>
        <pc:spChg chg="mod">
          <ac:chgData name="Gellenoncourt, Kevin" userId="83ce2c6d-0bd4-4cd9-955e-dd3efc6a7d5a" providerId="ADAL" clId="{C9839D59-2972-4323-A767-4B90EFEABC06}" dt="2022-11-28T11:01:49.467" v="2468" actId="20577"/>
          <ac:spMkLst>
            <pc:docMk/>
            <pc:sldMk cId="1394456481" sldId="1780"/>
            <ac:spMk id="7" creationId="{E42BCCB4-5ADC-48EF-AB6B-F068147D8558}"/>
          </ac:spMkLst>
        </pc:spChg>
      </pc:sldChg>
      <pc:sldChg chg="modSp mod ord">
        <pc:chgData name="Gellenoncourt, Kevin" userId="83ce2c6d-0bd4-4cd9-955e-dd3efc6a7d5a" providerId="ADAL" clId="{C9839D59-2972-4323-A767-4B90EFEABC06}" dt="2023-02-01T11:21:20.279" v="53062" actId="20577"/>
        <pc:sldMkLst>
          <pc:docMk/>
          <pc:sldMk cId="879564508" sldId="1781"/>
        </pc:sldMkLst>
        <pc:spChg chg="mod">
          <ac:chgData name="Gellenoncourt, Kevin" userId="83ce2c6d-0bd4-4cd9-955e-dd3efc6a7d5a" providerId="ADAL" clId="{C9839D59-2972-4323-A767-4B90EFEABC06}" dt="2022-12-05T17:10:44.383" v="14707" actId="108"/>
          <ac:spMkLst>
            <pc:docMk/>
            <pc:sldMk cId="879564508" sldId="1781"/>
            <ac:spMk id="7" creationId="{E42BCCB4-5ADC-48EF-AB6B-F068147D8558}"/>
          </ac:spMkLst>
        </pc:spChg>
        <pc:spChg chg="mod">
          <ac:chgData name="Gellenoncourt, Kevin" userId="83ce2c6d-0bd4-4cd9-955e-dd3efc6a7d5a" providerId="ADAL" clId="{C9839D59-2972-4323-A767-4B90EFEABC06}" dt="2023-02-01T11:21:20.279" v="53062" actId="20577"/>
          <ac:spMkLst>
            <pc:docMk/>
            <pc:sldMk cId="879564508" sldId="1781"/>
            <ac:spMk id="8" creationId="{EF4CE90A-C0B9-4342-BF6C-766D39B37411}"/>
          </ac:spMkLst>
        </pc:spChg>
      </pc:sldChg>
      <pc:sldChg chg="addSp delSp modSp del mod ord addCm delCm">
        <pc:chgData name="Gellenoncourt, Kevin" userId="83ce2c6d-0bd4-4cd9-955e-dd3efc6a7d5a" providerId="ADAL" clId="{C9839D59-2972-4323-A767-4B90EFEABC06}" dt="2022-12-29T14:36:21.537" v="40576" actId="47"/>
        <pc:sldMkLst>
          <pc:docMk/>
          <pc:sldMk cId="981786815" sldId="1782"/>
        </pc:sldMkLst>
        <pc:spChg chg="add mod">
          <ac:chgData name="Gellenoncourt, Kevin" userId="83ce2c6d-0bd4-4cd9-955e-dd3efc6a7d5a" providerId="ADAL" clId="{C9839D59-2972-4323-A767-4B90EFEABC06}" dt="2022-12-22T11:11:58.583" v="38671" actId="14100"/>
          <ac:spMkLst>
            <pc:docMk/>
            <pc:sldMk cId="981786815" sldId="1782"/>
            <ac:spMk id="2" creationId="{1421853C-D75B-46BD-86EE-00908DF8234E}"/>
          </ac:spMkLst>
        </pc:spChg>
        <pc:spChg chg="add del mod">
          <ac:chgData name="Gellenoncourt, Kevin" userId="83ce2c6d-0bd4-4cd9-955e-dd3efc6a7d5a" providerId="ADAL" clId="{C9839D59-2972-4323-A767-4B90EFEABC06}" dt="2022-12-07T08:58:12.476" v="17471" actId="21"/>
          <ac:spMkLst>
            <pc:docMk/>
            <pc:sldMk cId="981786815" sldId="1782"/>
            <ac:spMk id="3" creationId="{30B79F09-E06F-4EF7-BAB4-0D8E7F4D0F66}"/>
          </ac:spMkLst>
        </pc:spChg>
        <pc:spChg chg="mod">
          <ac:chgData name="Gellenoncourt, Kevin" userId="83ce2c6d-0bd4-4cd9-955e-dd3efc6a7d5a" providerId="ADAL" clId="{C9839D59-2972-4323-A767-4B90EFEABC06}" dt="2022-11-28T14:16:22.274" v="3250" actId="20577"/>
          <ac:spMkLst>
            <pc:docMk/>
            <pc:sldMk cId="981786815" sldId="1782"/>
            <ac:spMk id="7" creationId="{6965AD01-1930-4FD8-A319-92D62E7DEF34}"/>
          </ac:spMkLst>
        </pc:spChg>
        <pc:spChg chg="del">
          <ac:chgData name="Gellenoncourt, Kevin" userId="83ce2c6d-0bd4-4cd9-955e-dd3efc6a7d5a" providerId="ADAL" clId="{C9839D59-2972-4323-A767-4B90EFEABC06}" dt="2022-11-25T16:45:09.155" v="1290" actId="478"/>
          <ac:spMkLst>
            <pc:docMk/>
            <pc:sldMk cId="981786815" sldId="1782"/>
            <ac:spMk id="9" creationId="{24B89FAE-6F0D-4926-840B-BB40321956D2}"/>
          </ac:spMkLst>
        </pc:spChg>
        <pc:spChg chg="add mod">
          <ac:chgData name="Gellenoncourt, Kevin" userId="83ce2c6d-0bd4-4cd9-955e-dd3efc6a7d5a" providerId="ADAL" clId="{C9839D59-2972-4323-A767-4B90EFEABC06}" dt="2022-12-09T10:25:42.066" v="22492" actId="1076"/>
          <ac:spMkLst>
            <pc:docMk/>
            <pc:sldMk cId="981786815" sldId="1782"/>
            <ac:spMk id="19" creationId="{034368AE-817F-45C0-8256-920BD02A429E}"/>
          </ac:spMkLst>
        </pc:spChg>
        <pc:spChg chg="del mod">
          <ac:chgData name="Gellenoncourt, Kevin" userId="83ce2c6d-0bd4-4cd9-955e-dd3efc6a7d5a" providerId="ADAL" clId="{C9839D59-2972-4323-A767-4B90EFEABC06}" dt="2022-11-25T15:50:30.157" v="1172" actId="478"/>
          <ac:spMkLst>
            <pc:docMk/>
            <pc:sldMk cId="981786815" sldId="1782"/>
            <ac:spMk id="28" creationId="{3A606C4A-1008-415E-9634-34343E6498D1}"/>
          </ac:spMkLst>
        </pc:spChg>
        <pc:spChg chg="del mod ord">
          <ac:chgData name="Gellenoncourt, Kevin" userId="83ce2c6d-0bd4-4cd9-955e-dd3efc6a7d5a" providerId="ADAL" clId="{C9839D59-2972-4323-A767-4B90EFEABC06}" dt="2022-12-07T15:50:41.069" v="21531" actId="478"/>
          <ac:spMkLst>
            <pc:docMk/>
            <pc:sldMk cId="981786815" sldId="1782"/>
            <ac:spMk id="29" creationId="{B74600F0-ECAE-4108-B4AB-9E1BC3BA46C4}"/>
          </ac:spMkLst>
        </pc:spChg>
        <pc:spChg chg="del">
          <ac:chgData name="Gellenoncourt, Kevin" userId="83ce2c6d-0bd4-4cd9-955e-dd3efc6a7d5a" providerId="ADAL" clId="{C9839D59-2972-4323-A767-4B90EFEABC06}" dt="2022-11-25T11:07:17.692" v="509" actId="478"/>
          <ac:spMkLst>
            <pc:docMk/>
            <pc:sldMk cId="981786815" sldId="1782"/>
            <ac:spMk id="30" creationId="{249E57E8-BD30-450C-B784-D02392DE5D0C}"/>
          </ac:spMkLst>
        </pc:spChg>
        <pc:spChg chg="del">
          <ac:chgData name="Gellenoncourt, Kevin" userId="83ce2c6d-0bd4-4cd9-955e-dd3efc6a7d5a" providerId="ADAL" clId="{C9839D59-2972-4323-A767-4B90EFEABC06}" dt="2022-11-25T11:07:17.692" v="509" actId="478"/>
          <ac:spMkLst>
            <pc:docMk/>
            <pc:sldMk cId="981786815" sldId="1782"/>
            <ac:spMk id="31" creationId="{8BE3DCF7-438A-4857-99A2-3E844701C7A7}"/>
          </ac:spMkLst>
        </pc:spChg>
        <pc:spChg chg="add mod">
          <ac:chgData name="Gellenoncourt, Kevin" userId="83ce2c6d-0bd4-4cd9-955e-dd3efc6a7d5a" providerId="ADAL" clId="{C9839D59-2972-4323-A767-4B90EFEABC06}" dt="2022-12-14T13:28:07.684" v="31611" actId="14100"/>
          <ac:spMkLst>
            <pc:docMk/>
            <pc:sldMk cId="981786815" sldId="1782"/>
            <ac:spMk id="32" creationId="{F1BB5AD1-0D7D-435A-9EA9-A464B00C670C}"/>
          </ac:spMkLst>
        </pc:spChg>
        <pc:spChg chg="add mod">
          <ac:chgData name="Gellenoncourt, Kevin" userId="83ce2c6d-0bd4-4cd9-955e-dd3efc6a7d5a" providerId="ADAL" clId="{C9839D59-2972-4323-A767-4B90EFEABC06}" dt="2022-11-29T08:50:00.227" v="4845" actId="1038"/>
          <ac:spMkLst>
            <pc:docMk/>
            <pc:sldMk cId="981786815" sldId="1782"/>
            <ac:spMk id="33" creationId="{4308E2B3-FDCE-4702-B541-5B60E86B0A03}"/>
          </ac:spMkLst>
        </pc:spChg>
        <pc:spChg chg="del mod">
          <ac:chgData name="Gellenoncourt, Kevin" userId="83ce2c6d-0bd4-4cd9-955e-dd3efc6a7d5a" providerId="ADAL" clId="{C9839D59-2972-4323-A767-4B90EFEABC06}" dt="2022-11-29T08:46:00.197" v="4724" actId="478"/>
          <ac:spMkLst>
            <pc:docMk/>
            <pc:sldMk cId="981786815" sldId="1782"/>
            <ac:spMk id="34" creationId="{890EC83B-A2E0-4C9B-874A-3D66F883C986}"/>
          </ac:spMkLst>
        </pc:spChg>
        <pc:spChg chg="add mod">
          <ac:chgData name="Gellenoncourt, Kevin" userId="83ce2c6d-0bd4-4cd9-955e-dd3efc6a7d5a" providerId="ADAL" clId="{C9839D59-2972-4323-A767-4B90EFEABC06}" dt="2022-11-29T08:49:44.344" v="4837" actId="1037"/>
          <ac:spMkLst>
            <pc:docMk/>
            <pc:sldMk cId="981786815" sldId="1782"/>
            <ac:spMk id="35" creationId="{6F16841E-B189-46FB-BB97-7BAA2504CFA7}"/>
          </ac:spMkLst>
        </pc:spChg>
        <pc:spChg chg="del mod">
          <ac:chgData name="Gellenoncourt, Kevin" userId="83ce2c6d-0bd4-4cd9-955e-dd3efc6a7d5a" providerId="ADAL" clId="{C9839D59-2972-4323-A767-4B90EFEABC06}" dt="2022-11-25T15:50:30.157" v="1172" actId="478"/>
          <ac:spMkLst>
            <pc:docMk/>
            <pc:sldMk cId="981786815" sldId="1782"/>
            <ac:spMk id="35" creationId="{CB819888-C270-47F5-83AC-10ACDB96A78B}"/>
          </ac:spMkLst>
        </pc:spChg>
        <pc:spChg chg="del mod">
          <ac:chgData name="Gellenoncourt, Kevin" userId="83ce2c6d-0bd4-4cd9-955e-dd3efc6a7d5a" providerId="ADAL" clId="{C9839D59-2972-4323-A767-4B90EFEABC06}" dt="2022-12-23T15:42:53.789" v="40261" actId="478"/>
          <ac:spMkLst>
            <pc:docMk/>
            <pc:sldMk cId="981786815" sldId="1782"/>
            <ac:spMk id="36" creationId="{52B67624-72B4-4A4C-BC3E-59EA06A99A75}"/>
          </ac:spMkLst>
        </pc:spChg>
        <pc:spChg chg="add mod">
          <ac:chgData name="Gellenoncourt, Kevin" userId="83ce2c6d-0bd4-4cd9-955e-dd3efc6a7d5a" providerId="ADAL" clId="{C9839D59-2972-4323-A767-4B90EFEABC06}" dt="2022-11-29T08:49:53.570" v="4842" actId="1037"/>
          <ac:spMkLst>
            <pc:docMk/>
            <pc:sldMk cId="981786815" sldId="1782"/>
            <ac:spMk id="37" creationId="{1F256789-91C8-409F-B606-C45E844E9252}"/>
          </ac:spMkLst>
        </pc:spChg>
        <pc:spChg chg="del">
          <ac:chgData name="Gellenoncourt, Kevin" userId="83ce2c6d-0bd4-4cd9-955e-dd3efc6a7d5a" providerId="ADAL" clId="{C9839D59-2972-4323-A767-4B90EFEABC06}" dt="2022-11-25T11:07:34.239" v="510" actId="478"/>
          <ac:spMkLst>
            <pc:docMk/>
            <pc:sldMk cId="981786815" sldId="1782"/>
            <ac:spMk id="38" creationId="{5B735238-10EF-4477-8249-5EDC0D02ABB3}"/>
          </ac:spMkLst>
        </pc:spChg>
        <pc:spChg chg="add mod">
          <ac:chgData name="Gellenoncourt, Kevin" userId="83ce2c6d-0bd4-4cd9-955e-dd3efc6a7d5a" providerId="ADAL" clId="{C9839D59-2972-4323-A767-4B90EFEABC06}" dt="2022-12-14T13:16:14.575" v="31311" actId="20577"/>
          <ac:spMkLst>
            <pc:docMk/>
            <pc:sldMk cId="981786815" sldId="1782"/>
            <ac:spMk id="38" creationId="{BC87DAD3-8653-4471-A3BD-B5DE667234A1}"/>
          </ac:spMkLst>
        </pc:spChg>
        <pc:spChg chg="add mod">
          <ac:chgData name="Gellenoncourt, Kevin" userId="83ce2c6d-0bd4-4cd9-955e-dd3efc6a7d5a" providerId="ADAL" clId="{C9839D59-2972-4323-A767-4B90EFEABC06}" dt="2022-12-14T13:16:29.233" v="31315" actId="1076"/>
          <ac:spMkLst>
            <pc:docMk/>
            <pc:sldMk cId="981786815" sldId="1782"/>
            <ac:spMk id="39" creationId="{1869A758-F1FA-417A-ADCC-7EF1580E67EE}"/>
          </ac:spMkLst>
        </pc:spChg>
        <pc:spChg chg="add del mod">
          <ac:chgData name="Gellenoncourt, Kevin" userId="83ce2c6d-0bd4-4cd9-955e-dd3efc6a7d5a" providerId="ADAL" clId="{C9839D59-2972-4323-A767-4B90EFEABC06}" dt="2022-12-07T11:09:07.650" v="18819" actId="478"/>
          <ac:spMkLst>
            <pc:docMk/>
            <pc:sldMk cId="981786815" sldId="1782"/>
            <ac:spMk id="40" creationId="{21D15409-D1AB-4948-900D-C39C90539B81}"/>
          </ac:spMkLst>
        </pc:spChg>
        <pc:spChg chg="add mod">
          <ac:chgData name="Gellenoncourt, Kevin" userId="83ce2c6d-0bd4-4cd9-955e-dd3efc6a7d5a" providerId="ADAL" clId="{C9839D59-2972-4323-A767-4B90EFEABC06}" dt="2022-11-29T08:50:00.227" v="4845" actId="1038"/>
          <ac:spMkLst>
            <pc:docMk/>
            <pc:sldMk cId="981786815" sldId="1782"/>
            <ac:spMk id="41" creationId="{43C9BCD0-F99A-47DB-BBFA-5EABAA405599}"/>
          </ac:spMkLst>
        </pc:spChg>
        <pc:spChg chg="del mod">
          <ac:chgData name="Gellenoncourt, Kevin" userId="83ce2c6d-0bd4-4cd9-955e-dd3efc6a7d5a" providerId="ADAL" clId="{C9839D59-2972-4323-A767-4B90EFEABC06}" dt="2022-11-25T15:49:14.572" v="1142" actId="478"/>
          <ac:spMkLst>
            <pc:docMk/>
            <pc:sldMk cId="981786815" sldId="1782"/>
            <ac:spMk id="41" creationId="{B7AACAC4-9DA3-4544-822B-6369E71D64FE}"/>
          </ac:spMkLst>
        </pc:spChg>
        <pc:spChg chg="add del mod">
          <ac:chgData name="Gellenoncourt, Kevin" userId="83ce2c6d-0bd4-4cd9-955e-dd3efc6a7d5a" providerId="ADAL" clId="{C9839D59-2972-4323-A767-4B90EFEABC06}" dt="2022-12-07T15:21:15.675" v="21396" actId="478"/>
          <ac:spMkLst>
            <pc:docMk/>
            <pc:sldMk cId="981786815" sldId="1782"/>
            <ac:spMk id="42" creationId="{F47D416A-3DA3-40DF-AA8F-593582B418C3}"/>
          </ac:spMkLst>
        </pc:spChg>
        <pc:spChg chg="del">
          <ac:chgData name="Gellenoncourt, Kevin" userId="83ce2c6d-0bd4-4cd9-955e-dd3efc6a7d5a" providerId="ADAL" clId="{C9839D59-2972-4323-A767-4B90EFEABC06}" dt="2022-11-25T11:07:17.692" v="509" actId="478"/>
          <ac:spMkLst>
            <pc:docMk/>
            <pc:sldMk cId="981786815" sldId="1782"/>
            <ac:spMk id="42" creationId="{F99E9993-0649-4A60-B6B8-7AF609EFB33D}"/>
          </ac:spMkLst>
        </pc:spChg>
        <pc:spChg chg="del mod ord topLvl">
          <ac:chgData name="Gellenoncourt, Kevin" userId="83ce2c6d-0bd4-4cd9-955e-dd3efc6a7d5a" providerId="ADAL" clId="{C9839D59-2972-4323-A767-4B90EFEABC06}" dt="2022-11-30T17:16:53.680" v="7465" actId="478"/>
          <ac:spMkLst>
            <pc:docMk/>
            <pc:sldMk cId="981786815" sldId="1782"/>
            <ac:spMk id="43" creationId="{1618418C-9B26-4176-BBE4-52764F7FBE54}"/>
          </ac:spMkLst>
        </pc:spChg>
        <pc:spChg chg="add del mod">
          <ac:chgData name="Gellenoncourt, Kevin" userId="83ce2c6d-0bd4-4cd9-955e-dd3efc6a7d5a" providerId="ADAL" clId="{C9839D59-2972-4323-A767-4B90EFEABC06}" dt="2022-12-06T10:07:10.604" v="15717" actId="21"/>
          <ac:spMkLst>
            <pc:docMk/>
            <pc:sldMk cId="981786815" sldId="1782"/>
            <ac:spMk id="43" creationId="{6CA942E8-4C60-46CC-B2D0-F20F2676AEC4}"/>
          </ac:spMkLst>
        </pc:spChg>
        <pc:spChg chg="add del mod">
          <ac:chgData name="Gellenoncourt, Kevin" userId="83ce2c6d-0bd4-4cd9-955e-dd3efc6a7d5a" providerId="ADAL" clId="{C9839D59-2972-4323-A767-4B90EFEABC06}" dt="2022-12-07T15:20:57.347" v="21390" actId="478"/>
          <ac:spMkLst>
            <pc:docMk/>
            <pc:sldMk cId="981786815" sldId="1782"/>
            <ac:spMk id="44" creationId="{1E2CDAE5-E650-4386-A494-DE2AD02A9858}"/>
          </ac:spMkLst>
        </pc:spChg>
        <pc:spChg chg="del">
          <ac:chgData name="Gellenoncourt, Kevin" userId="83ce2c6d-0bd4-4cd9-955e-dd3efc6a7d5a" providerId="ADAL" clId="{C9839D59-2972-4323-A767-4B90EFEABC06}" dt="2022-11-25T11:07:36.451" v="511" actId="478"/>
          <ac:spMkLst>
            <pc:docMk/>
            <pc:sldMk cId="981786815" sldId="1782"/>
            <ac:spMk id="45" creationId="{06E90DA0-9E08-416D-AF3E-2BF20BF83168}"/>
          </ac:spMkLst>
        </pc:spChg>
        <pc:spChg chg="add mod">
          <ac:chgData name="Gellenoncourt, Kevin" userId="83ce2c6d-0bd4-4cd9-955e-dd3efc6a7d5a" providerId="ADAL" clId="{C9839D59-2972-4323-A767-4B90EFEABC06}" dt="2022-12-06T17:25:37.885" v="17370" actId="1076"/>
          <ac:spMkLst>
            <pc:docMk/>
            <pc:sldMk cId="981786815" sldId="1782"/>
            <ac:spMk id="45" creationId="{5078FC53-5249-440B-AA8E-0BD3B872A622}"/>
          </ac:spMkLst>
        </pc:spChg>
        <pc:spChg chg="add mod">
          <ac:chgData name="Gellenoncourt, Kevin" userId="83ce2c6d-0bd4-4cd9-955e-dd3efc6a7d5a" providerId="ADAL" clId="{C9839D59-2972-4323-A767-4B90EFEABC06}" dt="2022-12-06T17:25:43.274" v="17372" actId="1076"/>
          <ac:spMkLst>
            <pc:docMk/>
            <pc:sldMk cId="981786815" sldId="1782"/>
            <ac:spMk id="46" creationId="{25B7F860-F36A-4632-A04B-C89F84A1242E}"/>
          </ac:spMkLst>
        </pc:spChg>
        <pc:spChg chg="del">
          <ac:chgData name="Gellenoncourt, Kevin" userId="83ce2c6d-0bd4-4cd9-955e-dd3efc6a7d5a" providerId="ADAL" clId="{C9839D59-2972-4323-A767-4B90EFEABC06}" dt="2022-11-25T11:07:39.812" v="512" actId="478"/>
          <ac:spMkLst>
            <pc:docMk/>
            <pc:sldMk cId="981786815" sldId="1782"/>
            <ac:spMk id="46" creationId="{784C7C63-3FB0-4B79-BF4C-6911B7A28762}"/>
          </ac:spMkLst>
        </pc:spChg>
        <pc:spChg chg="del">
          <ac:chgData name="Gellenoncourt, Kevin" userId="83ce2c6d-0bd4-4cd9-955e-dd3efc6a7d5a" providerId="ADAL" clId="{C9839D59-2972-4323-A767-4B90EFEABC06}" dt="2022-11-25T11:07:39.812" v="512" actId="478"/>
          <ac:spMkLst>
            <pc:docMk/>
            <pc:sldMk cId="981786815" sldId="1782"/>
            <ac:spMk id="47" creationId="{9520597C-0D37-4BCC-94D1-5240EBF96969}"/>
          </ac:spMkLst>
        </pc:spChg>
        <pc:spChg chg="add mod ord">
          <ac:chgData name="Gellenoncourt, Kevin" userId="83ce2c6d-0bd4-4cd9-955e-dd3efc6a7d5a" providerId="ADAL" clId="{C9839D59-2972-4323-A767-4B90EFEABC06}" dt="2022-11-28T13:39:23.951" v="2544" actId="14100"/>
          <ac:spMkLst>
            <pc:docMk/>
            <pc:sldMk cId="981786815" sldId="1782"/>
            <ac:spMk id="47" creationId="{C8CD6C42-AE72-4D7E-A46A-67FDB6F4C6B0}"/>
          </ac:spMkLst>
        </pc:spChg>
        <pc:spChg chg="mod">
          <ac:chgData name="Gellenoncourt, Kevin" userId="83ce2c6d-0bd4-4cd9-955e-dd3efc6a7d5a" providerId="ADAL" clId="{C9839D59-2972-4323-A767-4B90EFEABC06}" dt="2022-12-23T15:43:33.861" v="40321" actId="1037"/>
          <ac:spMkLst>
            <pc:docMk/>
            <pc:sldMk cId="981786815" sldId="1782"/>
            <ac:spMk id="48" creationId="{696CAD6D-5F5C-45F5-AB47-C56C08067F96}"/>
          </ac:spMkLst>
        </pc:spChg>
        <pc:spChg chg="add mod">
          <ac:chgData name="Gellenoncourt, Kevin" userId="83ce2c6d-0bd4-4cd9-955e-dd3efc6a7d5a" providerId="ADAL" clId="{C9839D59-2972-4323-A767-4B90EFEABC06}" dt="2022-12-22T11:09:07.594" v="38608" actId="1076"/>
          <ac:spMkLst>
            <pc:docMk/>
            <pc:sldMk cId="981786815" sldId="1782"/>
            <ac:spMk id="49" creationId="{1DDFAA27-C149-49AE-9FE6-D68F0F59F187}"/>
          </ac:spMkLst>
        </pc:spChg>
        <pc:spChg chg="add mod">
          <ac:chgData name="Gellenoncourt, Kevin" userId="83ce2c6d-0bd4-4cd9-955e-dd3efc6a7d5a" providerId="ADAL" clId="{C9839D59-2972-4323-A767-4B90EFEABC06}" dt="2022-12-22T11:09:07.594" v="38608" actId="1076"/>
          <ac:spMkLst>
            <pc:docMk/>
            <pc:sldMk cId="981786815" sldId="1782"/>
            <ac:spMk id="50" creationId="{892F4F76-2F31-47B8-AFE9-85B646B1DAC3}"/>
          </ac:spMkLst>
        </pc:spChg>
        <pc:spChg chg="add mod">
          <ac:chgData name="Gellenoncourt, Kevin" userId="83ce2c6d-0bd4-4cd9-955e-dd3efc6a7d5a" providerId="ADAL" clId="{C9839D59-2972-4323-A767-4B90EFEABC06}" dt="2022-12-22T11:11:47.839" v="38670" actId="14100"/>
          <ac:spMkLst>
            <pc:docMk/>
            <pc:sldMk cId="981786815" sldId="1782"/>
            <ac:spMk id="51" creationId="{D546298A-A71A-4C39-80C9-F36340E568C1}"/>
          </ac:spMkLst>
        </pc:spChg>
        <pc:spChg chg="mod ord">
          <ac:chgData name="Gellenoncourt, Kevin" userId="83ce2c6d-0bd4-4cd9-955e-dd3efc6a7d5a" providerId="ADAL" clId="{C9839D59-2972-4323-A767-4B90EFEABC06}" dt="2022-12-14T13:28:42.985" v="31671" actId="14100"/>
          <ac:spMkLst>
            <pc:docMk/>
            <pc:sldMk cId="981786815" sldId="1782"/>
            <ac:spMk id="53" creationId="{B6D25AA5-A9CF-4FD3-9EF3-8568EBC278CF}"/>
          </ac:spMkLst>
        </pc:spChg>
        <pc:spChg chg="del mod ord topLvl">
          <ac:chgData name="Gellenoncourt, Kevin" userId="83ce2c6d-0bd4-4cd9-955e-dd3efc6a7d5a" providerId="ADAL" clId="{C9839D59-2972-4323-A767-4B90EFEABC06}" dt="2022-11-28T15:21:27.911" v="3806" actId="478"/>
          <ac:spMkLst>
            <pc:docMk/>
            <pc:sldMk cId="981786815" sldId="1782"/>
            <ac:spMk id="54" creationId="{776255E9-87FC-4971-A329-B69BEA56AE55}"/>
          </ac:spMkLst>
        </pc:spChg>
        <pc:spChg chg="add mod">
          <ac:chgData name="Gellenoncourt, Kevin" userId="83ce2c6d-0bd4-4cd9-955e-dd3efc6a7d5a" providerId="ADAL" clId="{C9839D59-2972-4323-A767-4B90EFEABC06}" dt="2022-12-22T11:09:07.594" v="38608" actId="1076"/>
          <ac:spMkLst>
            <pc:docMk/>
            <pc:sldMk cId="981786815" sldId="1782"/>
            <ac:spMk id="54" creationId="{A8C00B46-EE7B-4EF1-B515-36160F40471E}"/>
          </ac:spMkLst>
        </pc:spChg>
        <pc:spChg chg="del">
          <ac:chgData name="Gellenoncourt, Kevin" userId="83ce2c6d-0bd4-4cd9-955e-dd3efc6a7d5a" providerId="ADAL" clId="{C9839D59-2972-4323-A767-4B90EFEABC06}" dt="2022-11-25T17:14:27.392" v="1389" actId="21"/>
          <ac:spMkLst>
            <pc:docMk/>
            <pc:sldMk cId="981786815" sldId="1782"/>
            <ac:spMk id="55" creationId="{8C8A2134-8B94-4103-828D-E55B0241A93F}"/>
          </ac:spMkLst>
        </pc:spChg>
        <pc:spChg chg="mod">
          <ac:chgData name="Gellenoncourt, Kevin" userId="83ce2c6d-0bd4-4cd9-955e-dd3efc6a7d5a" providerId="ADAL" clId="{C9839D59-2972-4323-A767-4B90EFEABC06}" dt="2022-12-14T13:16:02.021" v="31309" actId="20577"/>
          <ac:spMkLst>
            <pc:docMk/>
            <pc:sldMk cId="981786815" sldId="1782"/>
            <ac:spMk id="56" creationId="{2B121631-34A7-428A-BFEA-E35803266460}"/>
          </ac:spMkLst>
        </pc:spChg>
        <pc:spChg chg="del">
          <ac:chgData name="Gellenoncourt, Kevin" userId="83ce2c6d-0bd4-4cd9-955e-dd3efc6a7d5a" providerId="ADAL" clId="{C9839D59-2972-4323-A767-4B90EFEABC06}" dt="2022-11-25T11:07:17.692" v="509" actId="478"/>
          <ac:spMkLst>
            <pc:docMk/>
            <pc:sldMk cId="981786815" sldId="1782"/>
            <ac:spMk id="57" creationId="{DACB0B50-78F4-4873-8B91-ED8045CC83B4}"/>
          </ac:spMkLst>
        </pc:spChg>
        <pc:spChg chg="del">
          <ac:chgData name="Gellenoncourt, Kevin" userId="83ce2c6d-0bd4-4cd9-955e-dd3efc6a7d5a" providerId="ADAL" clId="{C9839D59-2972-4323-A767-4B90EFEABC06}" dt="2022-11-25T16:45:09.155" v="1290" actId="478"/>
          <ac:spMkLst>
            <pc:docMk/>
            <pc:sldMk cId="981786815" sldId="1782"/>
            <ac:spMk id="58" creationId="{64A27AEB-C95A-48E1-8975-2FCAD04EA703}"/>
          </ac:spMkLst>
        </pc:spChg>
        <pc:spChg chg="add mod">
          <ac:chgData name="Gellenoncourt, Kevin" userId="83ce2c6d-0bd4-4cd9-955e-dd3efc6a7d5a" providerId="ADAL" clId="{C9839D59-2972-4323-A767-4B90EFEABC06}" dt="2022-12-14T13:16:22.020" v="31314" actId="20577"/>
          <ac:spMkLst>
            <pc:docMk/>
            <pc:sldMk cId="981786815" sldId="1782"/>
            <ac:spMk id="58" creationId="{F981AC14-380B-44EA-BAB5-1A9B80843C72}"/>
          </ac:spMkLst>
        </pc:spChg>
        <pc:spChg chg="add mod ord">
          <ac:chgData name="Gellenoncourt, Kevin" userId="83ce2c6d-0bd4-4cd9-955e-dd3efc6a7d5a" providerId="ADAL" clId="{C9839D59-2972-4323-A767-4B90EFEABC06}" dt="2022-12-22T11:06:32.532" v="38571" actId="14100"/>
          <ac:spMkLst>
            <pc:docMk/>
            <pc:sldMk cId="981786815" sldId="1782"/>
            <ac:spMk id="59" creationId="{54320B1B-D005-4F3B-9700-A830130AE325}"/>
          </ac:spMkLst>
        </pc:spChg>
        <pc:spChg chg="del">
          <ac:chgData name="Gellenoncourt, Kevin" userId="83ce2c6d-0bd4-4cd9-955e-dd3efc6a7d5a" providerId="ADAL" clId="{C9839D59-2972-4323-A767-4B90EFEABC06}" dt="2022-11-25T16:45:09.155" v="1290" actId="478"/>
          <ac:spMkLst>
            <pc:docMk/>
            <pc:sldMk cId="981786815" sldId="1782"/>
            <ac:spMk id="59" creationId="{6A2C5BD9-475F-4314-A09B-61B5D7858172}"/>
          </ac:spMkLst>
        </pc:spChg>
        <pc:spChg chg="del mod">
          <ac:chgData name="Gellenoncourt, Kevin" userId="83ce2c6d-0bd4-4cd9-955e-dd3efc6a7d5a" providerId="ADAL" clId="{C9839D59-2972-4323-A767-4B90EFEABC06}" dt="2022-11-25T17:14:27.392" v="1389" actId="21"/>
          <ac:spMkLst>
            <pc:docMk/>
            <pc:sldMk cId="981786815" sldId="1782"/>
            <ac:spMk id="60" creationId="{63E1A407-6457-4EBB-A6B4-930C558C1196}"/>
          </ac:spMkLst>
        </pc:spChg>
        <pc:spChg chg="add del mod">
          <ac:chgData name="Gellenoncourt, Kevin" userId="83ce2c6d-0bd4-4cd9-955e-dd3efc6a7d5a" providerId="ADAL" clId="{C9839D59-2972-4323-A767-4B90EFEABC06}" dt="2022-12-08T15:24:30.513" v="21999" actId="478"/>
          <ac:spMkLst>
            <pc:docMk/>
            <pc:sldMk cId="981786815" sldId="1782"/>
            <ac:spMk id="60" creationId="{E94792E1-83E6-49D9-9A15-2C68EE46FD3A}"/>
          </ac:spMkLst>
        </pc:spChg>
        <pc:spChg chg="add mod">
          <ac:chgData name="Gellenoncourt, Kevin" userId="83ce2c6d-0bd4-4cd9-955e-dd3efc6a7d5a" providerId="ADAL" clId="{C9839D59-2972-4323-A767-4B90EFEABC06}" dt="2022-12-22T11:06:38.349" v="38573" actId="14100"/>
          <ac:spMkLst>
            <pc:docMk/>
            <pc:sldMk cId="981786815" sldId="1782"/>
            <ac:spMk id="61" creationId="{1D0B47E7-699B-4FDC-A7AA-FB1011C46949}"/>
          </ac:spMkLst>
        </pc:spChg>
        <pc:spChg chg="del">
          <ac:chgData name="Gellenoncourt, Kevin" userId="83ce2c6d-0bd4-4cd9-955e-dd3efc6a7d5a" providerId="ADAL" clId="{C9839D59-2972-4323-A767-4B90EFEABC06}" dt="2022-11-25T17:14:27.392" v="1389" actId="21"/>
          <ac:spMkLst>
            <pc:docMk/>
            <pc:sldMk cId="981786815" sldId="1782"/>
            <ac:spMk id="61" creationId="{C8DF223B-B094-448A-85BF-F33AA07CDD39}"/>
          </ac:spMkLst>
        </pc:spChg>
        <pc:spChg chg="mod">
          <ac:chgData name="Gellenoncourt, Kevin" userId="83ce2c6d-0bd4-4cd9-955e-dd3efc6a7d5a" providerId="ADAL" clId="{C9839D59-2972-4323-A767-4B90EFEABC06}" dt="2022-12-14T13:28:40.563" v="31670" actId="14100"/>
          <ac:spMkLst>
            <pc:docMk/>
            <pc:sldMk cId="981786815" sldId="1782"/>
            <ac:spMk id="62" creationId="{A4EE5134-E364-40F1-8B20-F47B07A3A9AE}"/>
          </ac:spMkLst>
        </pc:spChg>
        <pc:spChg chg="del mod">
          <ac:chgData name="Gellenoncourt, Kevin" userId="83ce2c6d-0bd4-4cd9-955e-dd3efc6a7d5a" providerId="ADAL" clId="{C9839D59-2972-4323-A767-4B90EFEABC06}" dt="2022-12-14T13:15:51.417" v="31290" actId="478"/>
          <ac:spMkLst>
            <pc:docMk/>
            <pc:sldMk cId="981786815" sldId="1782"/>
            <ac:spMk id="63" creationId="{13CC042E-C52B-4877-B867-4575FE9308FB}"/>
          </ac:spMkLst>
        </pc:spChg>
        <pc:spChg chg="add mod">
          <ac:chgData name="Gellenoncourt, Kevin" userId="83ce2c6d-0bd4-4cd9-955e-dd3efc6a7d5a" providerId="ADAL" clId="{C9839D59-2972-4323-A767-4B90EFEABC06}" dt="2022-12-22T11:11:35.545" v="38669" actId="108"/>
          <ac:spMkLst>
            <pc:docMk/>
            <pc:sldMk cId="981786815" sldId="1782"/>
            <ac:spMk id="63" creationId="{459DFAC1-EAF1-4530-B747-36CB8AA90476}"/>
          </ac:spMkLst>
        </pc:spChg>
        <pc:spChg chg="add del mod">
          <ac:chgData name="Gellenoncourt, Kevin" userId="83ce2c6d-0bd4-4cd9-955e-dd3efc6a7d5a" providerId="ADAL" clId="{C9839D59-2972-4323-A767-4B90EFEABC06}" dt="2022-12-22T09:43:37.470" v="38491" actId="478"/>
          <ac:spMkLst>
            <pc:docMk/>
            <pc:sldMk cId="981786815" sldId="1782"/>
            <ac:spMk id="63" creationId="{FB629950-ED39-4BFE-8815-58964DB9E5BD}"/>
          </ac:spMkLst>
        </pc:spChg>
        <pc:spChg chg="del">
          <ac:chgData name="Gellenoncourt, Kevin" userId="83ce2c6d-0bd4-4cd9-955e-dd3efc6a7d5a" providerId="ADAL" clId="{C9839D59-2972-4323-A767-4B90EFEABC06}" dt="2022-11-25T11:07:39.812" v="512" actId="478"/>
          <ac:spMkLst>
            <pc:docMk/>
            <pc:sldMk cId="981786815" sldId="1782"/>
            <ac:spMk id="64" creationId="{31FDDECA-B695-41F5-ADE7-4C3ACACE7830}"/>
          </ac:spMkLst>
        </pc:spChg>
        <pc:spChg chg="del">
          <ac:chgData name="Gellenoncourt, Kevin" userId="83ce2c6d-0bd4-4cd9-955e-dd3efc6a7d5a" providerId="ADAL" clId="{C9839D59-2972-4323-A767-4B90EFEABC06}" dt="2022-11-25T15:42:33.742" v="995" actId="478"/>
          <ac:spMkLst>
            <pc:docMk/>
            <pc:sldMk cId="981786815" sldId="1782"/>
            <ac:spMk id="65" creationId="{0EABF467-4A7E-4B5F-BD50-4FF814A9F768}"/>
          </ac:spMkLst>
        </pc:spChg>
        <pc:spChg chg="add mod">
          <ac:chgData name="Gellenoncourt, Kevin" userId="83ce2c6d-0bd4-4cd9-955e-dd3efc6a7d5a" providerId="ADAL" clId="{C9839D59-2972-4323-A767-4B90EFEABC06}" dt="2022-12-22T11:06:34.431" v="38572" actId="14100"/>
          <ac:spMkLst>
            <pc:docMk/>
            <pc:sldMk cId="981786815" sldId="1782"/>
            <ac:spMk id="65" creationId="{7FA56E5E-8C2D-4B1C-BE6B-C8EBAB47E8D8}"/>
          </ac:spMkLst>
        </pc:spChg>
        <pc:spChg chg="del mod">
          <ac:chgData name="Gellenoncourt, Kevin" userId="83ce2c6d-0bd4-4cd9-955e-dd3efc6a7d5a" providerId="ADAL" clId="{C9839D59-2972-4323-A767-4B90EFEABC06}" dt="2022-11-25T15:54:24.937" v="1233" actId="478"/>
          <ac:spMkLst>
            <pc:docMk/>
            <pc:sldMk cId="981786815" sldId="1782"/>
            <ac:spMk id="66" creationId="{46B25FD8-A65C-4B20-9E91-78F14EB6133B}"/>
          </ac:spMkLst>
        </pc:spChg>
        <pc:spChg chg="mod">
          <ac:chgData name="Gellenoncourt, Kevin" userId="83ce2c6d-0bd4-4cd9-955e-dd3efc6a7d5a" providerId="ADAL" clId="{C9839D59-2972-4323-A767-4B90EFEABC06}" dt="2022-12-06T10:14:16.591" v="15825" actId="1076"/>
          <ac:spMkLst>
            <pc:docMk/>
            <pc:sldMk cId="981786815" sldId="1782"/>
            <ac:spMk id="67" creationId="{529F9236-4CD6-4F51-B7F2-AF088215D6E4}"/>
          </ac:spMkLst>
        </pc:spChg>
        <pc:spChg chg="add mod">
          <ac:chgData name="Gellenoncourt, Kevin" userId="83ce2c6d-0bd4-4cd9-955e-dd3efc6a7d5a" providerId="ADAL" clId="{C9839D59-2972-4323-A767-4B90EFEABC06}" dt="2022-12-22T11:11:07.705" v="38664" actId="1035"/>
          <ac:spMkLst>
            <pc:docMk/>
            <pc:sldMk cId="981786815" sldId="1782"/>
            <ac:spMk id="68" creationId="{0679A1E1-7232-46A2-B3E1-CEE7B4264FF1}"/>
          </ac:spMkLst>
        </pc:spChg>
        <pc:spChg chg="del">
          <ac:chgData name="Gellenoncourt, Kevin" userId="83ce2c6d-0bd4-4cd9-955e-dd3efc6a7d5a" providerId="ADAL" clId="{C9839D59-2972-4323-A767-4B90EFEABC06}" dt="2022-11-25T15:45:10.833" v="1055" actId="478"/>
          <ac:spMkLst>
            <pc:docMk/>
            <pc:sldMk cId="981786815" sldId="1782"/>
            <ac:spMk id="68" creationId="{28A0A7A7-1497-49EA-845F-5F880768183E}"/>
          </ac:spMkLst>
        </pc:spChg>
        <pc:spChg chg="del">
          <ac:chgData name="Gellenoncourt, Kevin" userId="83ce2c6d-0bd4-4cd9-955e-dd3efc6a7d5a" providerId="ADAL" clId="{C9839D59-2972-4323-A767-4B90EFEABC06}" dt="2022-11-25T11:07:34.239" v="510" actId="478"/>
          <ac:spMkLst>
            <pc:docMk/>
            <pc:sldMk cId="981786815" sldId="1782"/>
            <ac:spMk id="69" creationId="{62FE55D2-7506-4215-BE71-9A4700117AF9}"/>
          </ac:spMkLst>
        </pc:spChg>
        <pc:spChg chg="add mod">
          <ac:chgData name="Gellenoncourt, Kevin" userId="83ce2c6d-0bd4-4cd9-955e-dd3efc6a7d5a" providerId="ADAL" clId="{C9839D59-2972-4323-A767-4B90EFEABC06}" dt="2022-12-22T11:09:07.594" v="38608" actId="1076"/>
          <ac:spMkLst>
            <pc:docMk/>
            <pc:sldMk cId="981786815" sldId="1782"/>
            <ac:spMk id="69" creationId="{B244D070-B477-4AA3-AACC-2BE8AA09B95D}"/>
          </ac:spMkLst>
        </pc:spChg>
        <pc:spChg chg="del">
          <ac:chgData name="Gellenoncourt, Kevin" userId="83ce2c6d-0bd4-4cd9-955e-dd3efc6a7d5a" providerId="ADAL" clId="{C9839D59-2972-4323-A767-4B90EFEABC06}" dt="2022-11-25T12:52:16.963" v="728" actId="478"/>
          <ac:spMkLst>
            <pc:docMk/>
            <pc:sldMk cId="981786815" sldId="1782"/>
            <ac:spMk id="70" creationId="{AB35A018-7A33-4F18-8C14-6D8AF4D768D5}"/>
          </ac:spMkLst>
        </pc:spChg>
        <pc:spChg chg="add mod">
          <ac:chgData name="Gellenoncourt, Kevin" userId="83ce2c6d-0bd4-4cd9-955e-dd3efc6a7d5a" providerId="ADAL" clId="{C9839D59-2972-4323-A767-4B90EFEABC06}" dt="2022-12-22T11:10:16.265" v="38623" actId="13926"/>
          <ac:spMkLst>
            <pc:docMk/>
            <pc:sldMk cId="981786815" sldId="1782"/>
            <ac:spMk id="71" creationId="{20D5DB78-02C3-42B7-A0E0-6CA2DD84BEEE}"/>
          </ac:spMkLst>
        </pc:spChg>
        <pc:spChg chg="del">
          <ac:chgData name="Gellenoncourt, Kevin" userId="83ce2c6d-0bd4-4cd9-955e-dd3efc6a7d5a" providerId="ADAL" clId="{C9839D59-2972-4323-A767-4B90EFEABC06}" dt="2022-11-25T12:52:23.508" v="729" actId="478"/>
          <ac:spMkLst>
            <pc:docMk/>
            <pc:sldMk cId="981786815" sldId="1782"/>
            <ac:spMk id="71" creationId="{A05A4C82-EE16-4B1D-9C5B-B940E68A351F}"/>
          </ac:spMkLst>
        </pc:spChg>
        <pc:spChg chg="del">
          <ac:chgData name="Gellenoncourt, Kevin" userId="83ce2c6d-0bd4-4cd9-955e-dd3efc6a7d5a" providerId="ADAL" clId="{C9839D59-2972-4323-A767-4B90EFEABC06}" dt="2022-11-25T11:07:17.692" v="509" actId="478"/>
          <ac:spMkLst>
            <pc:docMk/>
            <pc:sldMk cId="981786815" sldId="1782"/>
            <ac:spMk id="72" creationId="{0468028B-8B5B-4688-B64E-0668B2938F0E}"/>
          </ac:spMkLst>
        </pc:spChg>
        <pc:spChg chg="add mod">
          <ac:chgData name="Gellenoncourt, Kevin" userId="83ce2c6d-0bd4-4cd9-955e-dd3efc6a7d5a" providerId="ADAL" clId="{C9839D59-2972-4323-A767-4B90EFEABC06}" dt="2022-12-07T15:51:14.612" v="21553" actId="1037"/>
          <ac:spMkLst>
            <pc:docMk/>
            <pc:sldMk cId="981786815" sldId="1782"/>
            <ac:spMk id="72" creationId="{66188C68-616B-4228-820F-1FB7A36EE379}"/>
          </ac:spMkLst>
        </pc:spChg>
        <pc:spChg chg="del">
          <ac:chgData name="Gellenoncourt, Kevin" userId="83ce2c6d-0bd4-4cd9-955e-dd3efc6a7d5a" providerId="ADAL" clId="{C9839D59-2972-4323-A767-4B90EFEABC06}" dt="2022-11-25T11:07:17.692" v="509" actId="478"/>
          <ac:spMkLst>
            <pc:docMk/>
            <pc:sldMk cId="981786815" sldId="1782"/>
            <ac:spMk id="73" creationId="{42B06485-8033-4455-B602-C23431505CE7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981786815" sldId="1782"/>
            <ac:spMk id="74" creationId="{8786F22E-3D03-45CB-AE06-BCFA2D7F9ED2}"/>
          </ac:spMkLst>
        </pc:spChg>
        <pc:spChg chg="mod">
          <ac:chgData name="Gellenoncourt, Kevin" userId="83ce2c6d-0bd4-4cd9-955e-dd3efc6a7d5a" providerId="ADAL" clId="{C9839D59-2972-4323-A767-4B90EFEABC06}" dt="2022-12-09T15:58:48.258" v="24883" actId="14100"/>
          <ac:spMkLst>
            <pc:docMk/>
            <pc:sldMk cId="981786815" sldId="1782"/>
            <ac:spMk id="76" creationId="{C4F0F135-E34F-4C63-BC00-E2C517E82DE6}"/>
          </ac:spMkLst>
        </pc:spChg>
        <pc:spChg chg="del">
          <ac:chgData name="Gellenoncourt, Kevin" userId="83ce2c6d-0bd4-4cd9-955e-dd3efc6a7d5a" providerId="ADAL" clId="{C9839D59-2972-4323-A767-4B90EFEABC06}" dt="2022-11-25T12:52:16.963" v="728" actId="478"/>
          <ac:spMkLst>
            <pc:docMk/>
            <pc:sldMk cId="981786815" sldId="1782"/>
            <ac:spMk id="78" creationId="{DDDDF93B-D0BA-4BB1-B21D-59C1B3479BDC}"/>
          </ac:spMkLst>
        </pc:spChg>
        <pc:spChg chg="del">
          <ac:chgData name="Gellenoncourt, Kevin" userId="83ce2c6d-0bd4-4cd9-955e-dd3efc6a7d5a" providerId="ADAL" clId="{C9839D59-2972-4323-A767-4B90EFEABC06}" dt="2022-11-25T12:52:16.963" v="728" actId="478"/>
          <ac:spMkLst>
            <pc:docMk/>
            <pc:sldMk cId="981786815" sldId="1782"/>
            <ac:spMk id="80" creationId="{E2EDB3DE-017B-4C66-A899-A23BF45EA30B}"/>
          </ac:spMkLst>
        </pc:spChg>
        <pc:spChg chg="del">
          <ac:chgData name="Gellenoncourt, Kevin" userId="83ce2c6d-0bd4-4cd9-955e-dd3efc6a7d5a" providerId="ADAL" clId="{C9839D59-2972-4323-A767-4B90EFEABC06}" dt="2022-11-25T12:52:25.837" v="730" actId="478"/>
          <ac:spMkLst>
            <pc:docMk/>
            <pc:sldMk cId="981786815" sldId="1782"/>
            <ac:spMk id="81" creationId="{ABFB9C24-5514-4C5E-8381-213DE91E7A2B}"/>
          </ac:spMkLst>
        </pc:spChg>
        <pc:spChg chg="del">
          <ac:chgData name="Gellenoncourt, Kevin" userId="83ce2c6d-0bd4-4cd9-955e-dd3efc6a7d5a" providerId="ADAL" clId="{C9839D59-2972-4323-A767-4B90EFEABC06}" dt="2022-11-25T11:07:17.692" v="509" actId="478"/>
          <ac:spMkLst>
            <pc:docMk/>
            <pc:sldMk cId="981786815" sldId="1782"/>
            <ac:spMk id="82" creationId="{448C26F3-CCB4-4F00-960F-5BC5A55ED8EE}"/>
          </ac:spMkLst>
        </pc:spChg>
        <pc:spChg chg="mod">
          <ac:chgData name="Gellenoncourt, Kevin" userId="83ce2c6d-0bd4-4cd9-955e-dd3efc6a7d5a" providerId="ADAL" clId="{C9839D59-2972-4323-A767-4B90EFEABC06}" dt="2022-12-05T17:07:49.557" v="14658" actId="20577"/>
          <ac:spMkLst>
            <pc:docMk/>
            <pc:sldMk cId="981786815" sldId="1782"/>
            <ac:spMk id="83" creationId="{DBC00441-79CC-F49A-6D78-B45BBF8238FF}"/>
          </ac:spMkLst>
        </pc:spChg>
        <pc:spChg chg="del">
          <ac:chgData name="Gellenoncourt, Kevin" userId="83ce2c6d-0bd4-4cd9-955e-dd3efc6a7d5a" providerId="ADAL" clId="{C9839D59-2972-4323-A767-4B90EFEABC06}" dt="2022-11-25T11:07:17.692" v="509" actId="478"/>
          <ac:spMkLst>
            <pc:docMk/>
            <pc:sldMk cId="981786815" sldId="1782"/>
            <ac:spMk id="84" creationId="{CDED5271-4DF7-486F-81C8-F3CD3A39F038}"/>
          </ac:spMkLst>
        </pc:spChg>
        <pc:spChg chg="add mod">
          <ac:chgData name="Gellenoncourt, Kevin" userId="83ce2c6d-0bd4-4cd9-955e-dd3efc6a7d5a" providerId="ADAL" clId="{C9839D59-2972-4323-A767-4B90EFEABC06}" dt="2022-12-23T15:43:16.253" v="40316" actId="1035"/>
          <ac:spMkLst>
            <pc:docMk/>
            <pc:sldMk cId="981786815" sldId="1782"/>
            <ac:spMk id="85" creationId="{B55801EA-45AA-4141-AF9A-CB90BA49267E}"/>
          </ac:spMkLst>
        </pc:spChg>
        <pc:spChg chg="del">
          <ac:chgData name="Gellenoncourt, Kevin" userId="83ce2c6d-0bd4-4cd9-955e-dd3efc6a7d5a" providerId="ADAL" clId="{C9839D59-2972-4323-A767-4B90EFEABC06}" dt="2022-11-25T12:52:16.963" v="728" actId="478"/>
          <ac:spMkLst>
            <pc:docMk/>
            <pc:sldMk cId="981786815" sldId="1782"/>
            <ac:spMk id="88" creationId="{ABD19691-23B8-4C65-A910-7F48E68A70B7}"/>
          </ac:spMkLst>
        </pc:spChg>
        <pc:spChg chg="del mod">
          <ac:chgData name="Gellenoncourt, Kevin" userId="83ce2c6d-0bd4-4cd9-955e-dd3efc6a7d5a" providerId="ADAL" clId="{C9839D59-2972-4323-A767-4B90EFEABC06}" dt="2022-11-29T15:49:03.075" v="6209" actId="478"/>
          <ac:spMkLst>
            <pc:docMk/>
            <pc:sldMk cId="981786815" sldId="1782"/>
            <ac:spMk id="89" creationId="{FBFE4D04-FCEE-4A9B-891A-87D52CBD9319}"/>
          </ac:spMkLst>
        </pc:spChg>
        <pc:spChg chg="del">
          <ac:chgData name="Gellenoncourt, Kevin" userId="83ce2c6d-0bd4-4cd9-955e-dd3efc6a7d5a" providerId="ADAL" clId="{C9839D59-2972-4323-A767-4B90EFEABC06}" dt="2022-11-25T15:42:27.518" v="994" actId="478"/>
          <ac:spMkLst>
            <pc:docMk/>
            <pc:sldMk cId="981786815" sldId="1782"/>
            <ac:spMk id="90" creationId="{0E9B8F66-72EC-4262-9B70-FAE3F9291C26}"/>
          </ac:spMkLst>
        </pc:spChg>
        <pc:spChg chg="del">
          <ac:chgData name="Gellenoncourt, Kevin" userId="83ce2c6d-0bd4-4cd9-955e-dd3efc6a7d5a" providerId="ADAL" clId="{C9839D59-2972-4323-A767-4B90EFEABC06}" dt="2022-11-25T15:42:27.518" v="994" actId="478"/>
          <ac:spMkLst>
            <pc:docMk/>
            <pc:sldMk cId="981786815" sldId="1782"/>
            <ac:spMk id="91" creationId="{2512C5F0-A8A0-4B92-BFE3-FEA8CC944890}"/>
          </ac:spMkLst>
        </pc:spChg>
        <pc:spChg chg="del mod">
          <ac:chgData name="Gellenoncourt, Kevin" userId="83ce2c6d-0bd4-4cd9-955e-dd3efc6a7d5a" providerId="ADAL" clId="{C9839D59-2972-4323-A767-4B90EFEABC06}" dt="2022-11-25T15:54:15.901" v="1232" actId="478"/>
          <ac:spMkLst>
            <pc:docMk/>
            <pc:sldMk cId="981786815" sldId="1782"/>
            <ac:spMk id="92" creationId="{B9EB4296-AA0B-4A54-BDC1-206A62BFEA5B}"/>
          </ac:spMkLst>
        </pc:spChg>
        <pc:spChg chg="del">
          <ac:chgData name="Gellenoncourt, Kevin" userId="83ce2c6d-0bd4-4cd9-955e-dd3efc6a7d5a" providerId="ADAL" clId="{C9839D59-2972-4323-A767-4B90EFEABC06}" dt="2022-11-25T15:44:47.905" v="1033" actId="478"/>
          <ac:spMkLst>
            <pc:docMk/>
            <pc:sldMk cId="981786815" sldId="1782"/>
            <ac:spMk id="93" creationId="{6936B178-D13D-408C-A975-7ECF43B4AE77}"/>
          </ac:spMkLst>
        </pc:spChg>
        <pc:spChg chg="del">
          <ac:chgData name="Gellenoncourt, Kevin" userId="83ce2c6d-0bd4-4cd9-955e-dd3efc6a7d5a" providerId="ADAL" clId="{C9839D59-2972-4323-A767-4B90EFEABC06}" dt="2022-11-25T11:07:36.451" v="511" actId="478"/>
          <ac:spMkLst>
            <pc:docMk/>
            <pc:sldMk cId="981786815" sldId="1782"/>
            <ac:spMk id="94" creationId="{6F096DB1-95B3-4A3E-A390-D17AB8679335}"/>
          </ac:spMkLst>
        </pc:spChg>
        <pc:spChg chg="del">
          <ac:chgData name="Gellenoncourt, Kevin" userId="83ce2c6d-0bd4-4cd9-955e-dd3efc6a7d5a" providerId="ADAL" clId="{C9839D59-2972-4323-A767-4B90EFEABC06}" dt="2022-11-25T16:45:09.155" v="1290" actId="478"/>
          <ac:spMkLst>
            <pc:docMk/>
            <pc:sldMk cId="981786815" sldId="1782"/>
            <ac:spMk id="116" creationId="{DC5803D0-5103-4E9D-8BF9-F1681C190CEA}"/>
          </ac:spMkLst>
        </pc:spChg>
        <pc:grpChg chg="add del mod">
          <ac:chgData name="Gellenoncourt, Kevin" userId="83ce2c6d-0bd4-4cd9-955e-dd3efc6a7d5a" providerId="ADAL" clId="{C9839D59-2972-4323-A767-4B90EFEABC06}" dt="2022-11-28T15:21:27.911" v="3806" actId="478"/>
          <ac:grpSpMkLst>
            <pc:docMk/>
            <pc:sldMk cId="981786815" sldId="1782"/>
            <ac:grpSpMk id="3" creationId="{E7B7B6E8-02A2-4561-A1AB-3933657DE11F}"/>
          </ac:grpSpMkLst>
        </pc:grpChg>
        <pc:picChg chg="add mod">
          <ac:chgData name="Gellenoncourt, Kevin" userId="83ce2c6d-0bd4-4cd9-955e-dd3efc6a7d5a" providerId="ADAL" clId="{C9839D59-2972-4323-A767-4B90EFEABC06}" dt="2022-12-14T13:28:35.778" v="31669" actId="1036"/>
          <ac:picMkLst>
            <pc:docMk/>
            <pc:sldMk cId="981786815" sldId="1782"/>
            <ac:picMk id="73" creationId="{159AC5BC-66E6-4671-AC46-9FD7569313AD}"/>
          </ac:picMkLst>
        </pc:picChg>
        <pc:cxnChg chg="del mod">
          <ac:chgData name="Gellenoncourt, Kevin" userId="83ce2c6d-0bd4-4cd9-955e-dd3efc6a7d5a" providerId="ADAL" clId="{C9839D59-2972-4323-A767-4B90EFEABC06}" dt="2022-11-25T15:42:39.358" v="997" actId="478"/>
          <ac:cxnSpMkLst>
            <pc:docMk/>
            <pc:sldMk cId="981786815" sldId="1782"/>
            <ac:cxnSpMk id="5" creationId="{41E1644D-AAA4-41E0-82D8-28E4C63DD6F0}"/>
          </ac:cxnSpMkLst>
        </pc:cxnChg>
        <pc:cxnChg chg="add mod">
          <ac:chgData name="Gellenoncourt, Kevin" userId="83ce2c6d-0bd4-4cd9-955e-dd3efc6a7d5a" providerId="ADAL" clId="{C9839D59-2972-4323-A767-4B90EFEABC06}" dt="2022-12-22T11:11:20.622" v="38667" actId="14100"/>
          <ac:cxnSpMkLst>
            <pc:docMk/>
            <pc:sldMk cId="981786815" sldId="1782"/>
            <ac:cxnSpMk id="52" creationId="{0DB1EAF8-5231-44E9-81D5-9512625E7653}"/>
          </ac:cxnSpMkLst>
        </pc:cxnChg>
        <pc:cxnChg chg="add mod">
          <ac:chgData name="Gellenoncourt, Kevin" userId="83ce2c6d-0bd4-4cd9-955e-dd3efc6a7d5a" providerId="ADAL" clId="{C9839D59-2972-4323-A767-4B90EFEABC06}" dt="2022-12-23T15:43:20.336" v="40317" actId="14100"/>
          <ac:cxnSpMkLst>
            <pc:docMk/>
            <pc:sldMk cId="981786815" sldId="1782"/>
            <ac:cxnSpMk id="55" creationId="{D2CCCC44-9F7B-48FD-AEA4-AF43FF31AD77}"/>
          </ac:cxnSpMkLst>
        </pc:cxnChg>
        <pc:cxnChg chg="add mod">
          <ac:chgData name="Gellenoncourt, Kevin" userId="83ce2c6d-0bd4-4cd9-955e-dd3efc6a7d5a" providerId="ADAL" clId="{C9839D59-2972-4323-A767-4B90EFEABC06}" dt="2022-12-23T15:43:33.861" v="40321" actId="1037"/>
          <ac:cxnSpMkLst>
            <pc:docMk/>
            <pc:sldMk cId="981786815" sldId="1782"/>
            <ac:cxnSpMk id="57" creationId="{2E086329-E21F-476E-9AA6-FE4408304C22}"/>
          </ac:cxnSpMkLst>
        </pc:cxnChg>
        <pc:cxnChg chg="add del mod">
          <ac:chgData name="Gellenoncourt, Kevin" userId="83ce2c6d-0bd4-4cd9-955e-dd3efc6a7d5a" providerId="ADAL" clId="{C9839D59-2972-4323-A767-4B90EFEABC06}" dt="2022-12-06T13:07:29.869" v="16128" actId="478"/>
          <ac:cxnSpMkLst>
            <pc:docMk/>
            <pc:sldMk cId="981786815" sldId="1782"/>
            <ac:cxnSpMk id="57" creationId="{D6AD9B71-2532-47D7-A72E-B5A288BEF5F7}"/>
          </ac:cxnSpMkLst>
        </pc:cxnChg>
        <pc:cxnChg chg="add mod">
          <ac:chgData name="Gellenoncourt, Kevin" userId="83ce2c6d-0bd4-4cd9-955e-dd3efc6a7d5a" providerId="ADAL" clId="{C9839D59-2972-4323-A767-4B90EFEABC06}" dt="2022-12-22T11:11:10.924" v="38665" actId="14100"/>
          <ac:cxnSpMkLst>
            <pc:docMk/>
            <pc:sldMk cId="981786815" sldId="1782"/>
            <ac:cxnSpMk id="60" creationId="{5027D2B3-0D40-4C8D-99D6-9F20746F38C7}"/>
          </ac:cxnSpMkLst>
        </pc:cxnChg>
        <pc:cxnChg chg="add del mod ord">
          <ac:chgData name="Gellenoncourt, Kevin" userId="83ce2c6d-0bd4-4cd9-955e-dd3efc6a7d5a" providerId="ADAL" clId="{C9839D59-2972-4323-A767-4B90EFEABC06}" dt="2022-12-07T15:21:55.842" v="21401" actId="478"/>
          <ac:cxnSpMkLst>
            <pc:docMk/>
            <pc:sldMk cId="981786815" sldId="1782"/>
            <ac:cxnSpMk id="60" creationId="{F9FC85E4-FB99-4F06-83E8-9BC861BDF5F8}"/>
          </ac:cxnSpMkLst>
        </pc:cxnChg>
        <pc:cxnChg chg="add del mod">
          <ac:chgData name="Gellenoncourt, Kevin" userId="83ce2c6d-0bd4-4cd9-955e-dd3efc6a7d5a" providerId="ADAL" clId="{C9839D59-2972-4323-A767-4B90EFEABC06}" dt="2022-11-30T15:45:56.646" v="6348"/>
          <ac:cxnSpMkLst>
            <pc:docMk/>
            <pc:sldMk cId="981786815" sldId="1782"/>
            <ac:cxnSpMk id="61" creationId="{D2DA8C79-A0A0-4142-BCF9-8AE3E2E7F552}"/>
          </ac:cxnSpMkLst>
        </pc:cxnChg>
        <pc:cxnChg chg="add mod">
          <ac:chgData name="Gellenoncourt, Kevin" userId="83ce2c6d-0bd4-4cd9-955e-dd3efc6a7d5a" providerId="ADAL" clId="{C9839D59-2972-4323-A767-4B90EFEABC06}" dt="2022-12-22T11:11:16.942" v="38666" actId="14100"/>
          <ac:cxnSpMkLst>
            <pc:docMk/>
            <pc:sldMk cId="981786815" sldId="1782"/>
            <ac:cxnSpMk id="64" creationId="{A91CC47C-E193-4536-943C-9B1016D2A89B}"/>
          </ac:cxnSpMkLst>
        </pc:cxnChg>
        <pc:cxnChg chg="add mod">
          <ac:chgData name="Gellenoncourt, Kevin" userId="83ce2c6d-0bd4-4cd9-955e-dd3efc6a7d5a" providerId="ADAL" clId="{C9839D59-2972-4323-A767-4B90EFEABC06}" dt="2022-12-23T15:43:33.861" v="40321" actId="1037"/>
          <ac:cxnSpMkLst>
            <pc:docMk/>
            <pc:sldMk cId="981786815" sldId="1782"/>
            <ac:cxnSpMk id="66" creationId="{40DFCE7B-8F89-46F7-9203-097886952AB8}"/>
          </ac:cxnSpMkLst>
        </pc:cxnChg>
        <pc:cxnChg chg="add mod">
          <ac:chgData name="Gellenoncourt, Kevin" userId="83ce2c6d-0bd4-4cd9-955e-dd3efc6a7d5a" providerId="ADAL" clId="{C9839D59-2972-4323-A767-4B90EFEABC06}" dt="2022-12-07T15:51:08.024" v="21537" actId="108"/>
          <ac:cxnSpMkLst>
            <pc:docMk/>
            <pc:sldMk cId="981786815" sldId="1782"/>
            <ac:cxnSpMk id="70" creationId="{A3CEFB2D-C8B9-4356-9B3F-044F10D976FF}"/>
          </ac:cxnSpMkLst>
        </pc:cxnChg>
        <pc:cxnChg chg="add del mod">
          <ac:chgData name="Gellenoncourt, Kevin" userId="83ce2c6d-0bd4-4cd9-955e-dd3efc6a7d5a" providerId="ADAL" clId="{C9839D59-2972-4323-A767-4B90EFEABC06}" dt="2022-12-07T15:22:56.880" v="21405" actId="478"/>
          <ac:cxnSpMkLst>
            <pc:docMk/>
            <pc:sldMk cId="981786815" sldId="1782"/>
            <ac:cxnSpMk id="75" creationId="{5EC0FD0C-74D4-4C62-9667-9579D9337DBE}"/>
          </ac:cxnSpMkLst>
        </pc:cxnChg>
        <pc:cxnChg chg="add mod">
          <ac:chgData name="Gellenoncourt, Kevin" userId="83ce2c6d-0bd4-4cd9-955e-dd3efc6a7d5a" providerId="ADAL" clId="{C9839D59-2972-4323-A767-4B90EFEABC06}" dt="2022-12-09T14:44:15.149" v="24782" actId="14100"/>
          <ac:cxnSpMkLst>
            <pc:docMk/>
            <pc:sldMk cId="981786815" sldId="1782"/>
            <ac:cxnSpMk id="75" creationId="{B0BBA7EE-B702-4537-90D1-A6EABE583073}"/>
          </ac:cxnSpMkLst>
        </pc:cxnChg>
        <pc:cxnChg chg="add mod ord">
          <ac:chgData name="Gellenoncourt, Kevin" userId="83ce2c6d-0bd4-4cd9-955e-dd3efc6a7d5a" providerId="ADAL" clId="{C9839D59-2972-4323-A767-4B90EFEABC06}" dt="2022-12-23T15:43:33.861" v="40321" actId="1037"/>
          <ac:cxnSpMkLst>
            <pc:docMk/>
            <pc:sldMk cId="981786815" sldId="1782"/>
            <ac:cxnSpMk id="77" creationId="{415F55DE-2751-45EA-A587-CAB44CA0E9D1}"/>
          </ac:cxnSpMkLst>
        </pc:cxnChg>
        <pc:cxnChg chg="add mod">
          <ac:chgData name="Gellenoncourt, Kevin" userId="83ce2c6d-0bd4-4cd9-955e-dd3efc6a7d5a" providerId="ADAL" clId="{C9839D59-2972-4323-A767-4B90EFEABC06}" dt="2022-12-09T14:44:10.494" v="24780" actId="14100"/>
          <ac:cxnSpMkLst>
            <pc:docMk/>
            <pc:sldMk cId="981786815" sldId="1782"/>
            <ac:cxnSpMk id="78" creationId="{5A169EBD-558C-4CC5-B33D-4CE4E84D33D1}"/>
          </ac:cxnSpMkLst>
        </pc:cxnChg>
        <pc:cxnChg chg="add mod">
          <ac:chgData name="Gellenoncourt, Kevin" userId="83ce2c6d-0bd4-4cd9-955e-dd3efc6a7d5a" providerId="ADAL" clId="{C9839D59-2972-4323-A767-4B90EFEABC06}" dt="2022-12-14T13:28:35.778" v="31669" actId="1036"/>
          <ac:cxnSpMkLst>
            <pc:docMk/>
            <pc:sldMk cId="981786815" sldId="1782"/>
            <ac:cxnSpMk id="80" creationId="{711E387C-E957-45F0-A3CD-63B67FFE66F0}"/>
          </ac:cxnSpMkLst>
        </pc:cxnChg>
        <pc:cxnChg chg="add mod">
          <ac:chgData name="Gellenoncourt, Kevin" userId="83ce2c6d-0bd4-4cd9-955e-dd3efc6a7d5a" providerId="ADAL" clId="{C9839D59-2972-4323-A767-4B90EFEABC06}" dt="2022-12-23T15:43:16.253" v="40316" actId="1035"/>
          <ac:cxnSpMkLst>
            <pc:docMk/>
            <pc:sldMk cId="981786815" sldId="1782"/>
            <ac:cxnSpMk id="81" creationId="{72F13C6A-862F-46AD-BC84-C29D47ED28D1}"/>
          </ac:cxnSpMkLst>
        </pc:cxnChg>
        <pc:cxnChg chg="add mod">
          <ac:chgData name="Gellenoncourt, Kevin" userId="83ce2c6d-0bd4-4cd9-955e-dd3efc6a7d5a" providerId="ADAL" clId="{C9839D59-2972-4323-A767-4B90EFEABC06}" dt="2022-12-23T15:43:33.861" v="40321" actId="1037"/>
          <ac:cxnSpMkLst>
            <pc:docMk/>
            <pc:sldMk cId="981786815" sldId="1782"/>
            <ac:cxnSpMk id="82" creationId="{658FEEA7-D2F6-4DD8-B435-1EE35AAE633B}"/>
          </ac:cxnSpMkLst>
        </pc:cxnChg>
        <pc:cxnChg chg="add del mod">
          <ac:chgData name="Gellenoncourt, Kevin" userId="83ce2c6d-0bd4-4cd9-955e-dd3efc6a7d5a" providerId="ADAL" clId="{C9839D59-2972-4323-A767-4B90EFEABC06}" dt="2022-12-08T15:24:27.238" v="21998" actId="478"/>
          <ac:cxnSpMkLst>
            <pc:docMk/>
            <pc:sldMk cId="981786815" sldId="1782"/>
            <ac:cxnSpMk id="82" creationId="{CFEBEE38-8A62-4221-8EDF-28FF20487FBF}"/>
          </ac:cxnSpMkLst>
        </pc:cxnChg>
        <pc:cxnChg chg="add mod">
          <ac:chgData name="Gellenoncourt, Kevin" userId="83ce2c6d-0bd4-4cd9-955e-dd3efc6a7d5a" providerId="ADAL" clId="{C9839D59-2972-4323-A767-4B90EFEABC06}" dt="2022-12-22T11:10:55.974" v="38662" actId="14100"/>
          <ac:cxnSpMkLst>
            <pc:docMk/>
            <pc:sldMk cId="981786815" sldId="1782"/>
            <ac:cxnSpMk id="84" creationId="{09982918-E39D-4F95-8DFE-3E6E883A870E}"/>
          </ac:cxnSpMkLst>
        </pc:cxnChg>
        <pc:cxnChg chg="add del mod">
          <ac:chgData name="Gellenoncourt, Kevin" userId="83ce2c6d-0bd4-4cd9-955e-dd3efc6a7d5a" providerId="ADAL" clId="{C9839D59-2972-4323-A767-4B90EFEABC06}" dt="2022-12-07T15:21:04.216" v="21393" actId="478"/>
          <ac:cxnSpMkLst>
            <pc:docMk/>
            <pc:sldMk cId="981786815" sldId="1782"/>
            <ac:cxnSpMk id="84" creationId="{47D1DAC7-56E4-4B1D-92B2-3F987F23BA4F}"/>
          </ac:cxnSpMkLst>
        </pc:cxnChg>
        <pc:cxnChg chg="add mod">
          <ac:chgData name="Gellenoncourt, Kevin" userId="83ce2c6d-0bd4-4cd9-955e-dd3efc6a7d5a" providerId="ADAL" clId="{C9839D59-2972-4323-A767-4B90EFEABC06}" dt="2022-12-23T15:43:33.861" v="40321" actId="1037"/>
          <ac:cxnSpMkLst>
            <pc:docMk/>
            <pc:sldMk cId="981786815" sldId="1782"/>
            <ac:cxnSpMk id="93" creationId="{B404CAC6-EE33-4698-8C7E-BDFCE62BAC99}"/>
          </ac:cxnSpMkLst>
        </pc:cxnChg>
      </pc:sldChg>
      <pc:sldChg chg="addSp delSp modSp add del mod ord addCm delCm modCm">
        <pc:chgData name="Gellenoncourt, Kevin" userId="83ce2c6d-0bd4-4cd9-955e-dd3efc6a7d5a" providerId="ADAL" clId="{C9839D59-2972-4323-A767-4B90EFEABC06}" dt="2023-02-02T17:27:55.402" v="54539" actId="20577"/>
        <pc:sldMkLst>
          <pc:docMk/>
          <pc:sldMk cId="2488885257" sldId="1783"/>
        </pc:sldMkLst>
        <pc:spChg chg="del">
          <ac:chgData name="Gellenoncourt, Kevin" userId="83ce2c6d-0bd4-4cd9-955e-dd3efc6a7d5a" providerId="ADAL" clId="{C9839D59-2972-4323-A767-4B90EFEABC06}" dt="2023-02-02T13:56:48.817" v="54322" actId="478"/>
          <ac:spMkLst>
            <pc:docMk/>
            <pc:sldMk cId="2488885257" sldId="1783"/>
            <ac:spMk id="2" creationId="{188C9A8C-BBFF-A6D7-E2B7-29C4AC2028F3}"/>
          </ac:spMkLst>
        </pc:spChg>
        <pc:spChg chg="mod topLvl">
          <ac:chgData name="Gellenoncourt, Kevin" userId="83ce2c6d-0bd4-4cd9-955e-dd3efc6a7d5a" providerId="ADAL" clId="{C9839D59-2972-4323-A767-4B90EFEABC06}" dt="2022-12-16T11:19:37.956" v="36508" actId="1076"/>
          <ac:spMkLst>
            <pc:docMk/>
            <pc:sldMk cId="2488885257" sldId="1783"/>
            <ac:spMk id="2" creationId="{2DE4EB5F-6745-4C7E-894D-E20DFC03DF98}"/>
          </ac:spMkLst>
        </pc:spChg>
        <pc:spChg chg="add mod">
          <ac:chgData name="Gellenoncourt, Kevin" userId="83ce2c6d-0bd4-4cd9-955e-dd3efc6a7d5a" providerId="ADAL" clId="{C9839D59-2972-4323-A767-4B90EFEABC06}" dt="2023-02-02T17:27:55.402" v="54539" actId="20577"/>
          <ac:spMkLst>
            <pc:docMk/>
            <pc:sldMk cId="2488885257" sldId="1783"/>
            <ac:spMk id="2" creationId="{D8F2F4B2-3B4D-0E03-8C81-7A78F6989D64}"/>
          </ac:spMkLst>
        </pc:spChg>
        <pc:spChg chg="del">
          <ac:chgData name="Gellenoncourt, Kevin" userId="83ce2c6d-0bd4-4cd9-955e-dd3efc6a7d5a" providerId="ADAL" clId="{C9839D59-2972-4323-A767-4B90EFEABC06}" dt="2023-02-02T13:56:52.596" v="54323" actId="478"/>
          <ac:spMkLst>
            <pc:docMk/>
            <pc:sldMk cId="2488885257" sldId="1783"/>
            <ac:spMk id="3" creationId="{99EF170E-B1CF-193F-030B-6A46DADB9972}"/>
          </ac:spMkLst>
        </pc:spChg>
        <pc:spChg chg="del">
          <ac:chgData name="Gellenoncourt, Kevin" userId="83ce2c6d-0bd4-4cd9-955e-dd3efc6a7d5a" providerId="ADAL" clId="{C9839D59-2972-4323-A767-4B90EFEABC06}" dt="2023-02-02T13:56:52.596" v="54323" actId="478"/>
          <ac:spMkLst>
            <pc:docMk/>
            <pc:sldMk cId="2488885257" sldId="1783"/>
            <ac:spMk id="4" creationId="{0F92DE3F-AF88-8E48-8BAB-1CB678A91867}"/>
          </ac:spMkLst>
        </pc:spChg>
        <pc:spChg chg="del">
          <ac:chgData name="Gellenoncourt, Kevin" userId="83ce2c6d-0bd4-4cd9-955e-dd3efc6a7d5a" providerId="ADAL" clId="{C9839D59-2972-4323-A767-4B90EFEABC06}" dt="2023-02-02T13:56:52.596" v="54323" actId="478"/>
          <ac:spMkLst>
            <pc:docMk/>
            <pc:sldMk cId="2488885257" sldId="1783"/>
            <ac:spMk id="5" creationId="{86D97FCD-8E67-9AF8-74C6-FF5482CDB61A}"/>
          </ac:spMkLst>
        </pc:spChg>
        <pc:spChg chg="mod">
          <ac:chgData name="Gellenoncourt, Kevin" userId="83ce2c6d-0bd4-4cd9-955e-dd3efc6a7d5a" providerId="ADAL" clId="{C9839D59-2972-4323-A767-4B90EFEABC06}" dt="2023-02-02T15:46:04.999" v="54479" actId="20577"/>
          <ac:spMkLst>
            <pc:docMk/>
            <pc:sldMk cId="2488885257" sldId="1783"/>
            <ac:spMk id="7" creationId="{6965AD01-1930-4FD8-A319-92D62E7DEF34}"/>
          </ac:spMkLst>
        </pc:spChg>
        <pc:spChg chg="del">
          <ac:chgData name="Gellenoncourt, Kevin" userId="83ce2c6d-0bd4-4cd9-955e-dd3efc6a7d5a" providerId="ADAL" clId="{C9839D59-2972-4323-A767-4B90EFEABC06}" dt="2022-11-30T16:49:27.873" v="6944" actId="478"/>
          <ac:spMkLst>
            <pc:docMk/>
            <pc:sldMk cId="2488885257" sldId="1783"/>
            <ac:spMk id="9" creationId="{24B89FAE-6F0D-4926-840B-BB40321956D2}"/>
          </ac:spMkLst>
        </pc:spChg>
        <pc:spChg chg="del">
          <ac:chgData name="Gellenoncourt, Kevin" userId="83ce2c6d-0bd4-4cd9-955e-dd3efc6a7d5a" providerId="ADAL" clId="{C9839D59-2972-4323-A767-4B90EFEABC06}" dt="2023-02-02T13:57:16.661" v="54328" actId="478"/>
          <ac:spMkLst>
            <pc:docMk/>
            <pc:sldMk cId="2488885257" sldId="1783"/>
            <ac:spMk id="12" creationId="{8AFBEDAC-AA6D-4F3F-AD26-7AF95EE7CAB6}"/>
          </ac:spMkLst>
        </pc:spChg>
        <pc:spChg chg="del">
          <ac:chgData name="Gellenoncourt, Kevin" userId="83ce2c6d-0bd4-4cd9-955e-dd3efc6a7d5a" providerId="ADAL" clId="{C9839D59-2972-4323-A767-4B90EFEABC06}" dt="2023-02-02T13:56:33.034" v="54317" actId="478"/>
          <ac:spMkLst>
            <pc:docMk/>
            <pc:sldMk cId="2488885257" sldId="1783"/>
            <ac:spMk id="13" creationId="{C2DC54A7-8402-4F45-9131-66F8F28300B2}"/>
          </ac:spMkLst>
        </pc:spChg>
        <pc:spChg chg="del">
          <ac:chgData name="Gellenoncourt, Kevin" userId="83ce2c6d-0bd4-4cd9-955e-dd3efc6a7d5a" providerId="ADAL" clId="{C9839D59-2972-4323-A767-4B90EFEABC06}" dt="2023-02-02T13:56:35.028" v="54318" actId="478"/>
          <ac:spMkLst>
            <pc:docMk/>
            <pc:sldMk cId="2488885257" sldId="1783"/>
            <ac:spMk id="14" creationId="{91C11BD2-8699-4B9E-AC69-15D16F22E817}"/>
          </ac:spMkLst>
        </pc:spChg>
        <pc:spChg chg="del">
          <ac:chgData name="Gellenoncourt, Kevin" userId="83ce2c6d-0bd4-4cd9-955e-dd3efc6a7d5a" providerId="ADAL" clId="{C9839D59-2972-4323-A767-4B90EFEABC06}" dt="2023-02-02T13:56:44.924" v="54321" actId="478"/>
          <ac:spMkLst>
            <pc:docMk/>
            <pc:sldMk cId="2488885257" sldId="1783"/>
            <ac:spMk id="16" creationId="{20F5BB9B-17A9-46AE-8514-F372DE7E76C6}"/>
          </ac:spMkLst>
        </pc:spChg>
        <pc:spChg chg="del">
          <ac:chgData name="Gellenoncourt, Kevin" userId="83ce2c6d-0bd4-4cd9-955e-dd3efc6a7d5a" providerId="ADAL" clId="{C9839D59-2972-4323-A767-4B90EFEABC06}" dt="2023-02-02T13:56:33.034" v="54317" actId="478"/>
          <ac:spMkLst>
            <pc:docMk/>
            <pc:sldMk cId="2488885257" sldId="1783"/>
            <ac:spMk id="17" creationId="{C0E760BE-E3C7-4B1B-ACE8-C6F679D1759F}"/>
          </ac:spMkLst>
        </pc:spChg>
        <pc:spChg chg="del">
          <ac:chgData name="Gellenoncourt, Kevin" userId="83ce2c6d-0bd4-4cd9-955e-dd3efc6a7d5a" providerId="ADAL" clId="{C9839D59-2972-4323-A767-4B90EFEABC06}" dt="2023-02-02T13:56:33.034" v="54317" actId="478"/>
          <ac:spMkLst>
            <pc:docMk/>
            <pc:sldMk cId="2488885257" sldId="1783"/>
            <ac:spMk id="18" creationId="{AF615C45-C6B4-4E76-B911-4F1706782A23}"/>
          </ac:spMkLst>
        </pc:spChg>
        <pc:spChg chg="add del mod">
          <ac:chgData name="Gellenoncourt, Kevin" userId="83ce2c6d-0bd4-4cd9-955e-dd3efc6a7d5a" providerId="ADAL" clId="{C9839D59-2972-4323-A767-4B90EFEABC06}" dt="2022-12-05T09:00:13.424" v="9515" actId="478"/>
          <ac:spMkLst>
            <pc:docMk/>
            <pc:sldMk cId="2488885257" sldId="1783"/>
            <ac:spMk id="19" creationId="{A21F89D1-8A49-4CCD-9C54-3CE021EC3E72}"/>
          </ac:spMkLst>
        </pc:spChg>
        <pc:spChg chg="del">
          <ac:chgData name="Gellenoncourt, Kevin" userId="83ce2c6d-0bd4-4cd9-955e-dd3efc6a7d5a" providerId="ADAL" clId="{C9839D59-2972-4323-A767-4B90EFEABC06}" dt="2023-02-02T13:56:33.034" v="54317" actId="478"/>
          <ac:spMkLst>
            <pc:docMk/>
            <pc:sldMk cId="2488885257" sldId="1783"/>
            <ac:spMk id="19" creationId="{B10D3B8E-1337-4CA3-8B00-33C16630C378}"/>
          </ac:spMkLst>
        </pc:spChg>
        <pc:spChg chg="add del mod">
          <ac:chgData name="Gellenoncourt, Kevin" userId="83ce2c6d-0bd4-4cd9-955e-dd3efc6a7d5a" providerId="ADAL" clId="{C9839D59-2972-4323-A767-4B90EFEABC06}" dt="2022-12-05T09:00:13.424" v="9515" actId="478"/>
          <ac:spMkLst>
            <pc:docMk/>
            <pc:sldMk cId="2488885257" sldId="1783"/>
            <ac:spMk id="20" creationId="{BDBA511B-14ED-4FE4-87AE-C369BD3F96F3}"/>
          </ac:spMkLst>
        </pc:spChg>
        <pc:spChg chg="add del mod">
          <ac:chgData name="Gellenoncourt, Kevin" userId="83ce2c6d-0bd4-4cd9-955e-dd3efc6a7d5a" providerId="ADAL" clId="{C9839D59-2972-4323-A767-4B90EFEABC06}" dt="2022-12-05T09:00:13.424" v="9515" actId="478"/>
          <ac:spMkLst>
            <pc:docMk/>
            <pc:sldMk cId="2488885257" sldId="1783"/>
            <ac:spMk id="21" creationId="{BD34151D-B78B-468F-B7BE-E2F50A1AB505}"/>
          </ac:spMkLst>
        </pc:spChg>
        <pc:spChg chg="del">
          <ac:chgData name="Gellenoncourt, Kevin" userId="83ce2c6d-0bd4-4cd9-955e-dd3efc6a7d5a" providerId="ADAL" clId="{C9839D59-2972-4323-A767-4B90EFEABC06}" dt="2023-02-02T13:56:33.034" v="54317" actId="478"/>
          <ac:spMkLst>
            <pc:docMk/>
            <pc:sldMk cId="2488885257" sldId="1783"/>
            <ac:spMk id="22" creationId="{C8444CD9-9924-4365-9CFF-672DCDAEAD32}"/>
          </ac:spMkLst>
        </pc:spChg>
        <pc:spChg chg="add mod">
          <ac:chgData name="Gellenoncourt, Kevin" userId="83ce2c6d-0bd4-4cd9-955e-dd3efc6a7d5a" providerId="ADAL" clId="{C9839D59-2972-4323-A767-4B90EFEABC06}" dt="2022-12-14T14:04:27.550" v="32397" actId="14100"/>
          <ac:spMkLst>
            <pc:docMk/>
            <pc:sldMk cId="2488885257" sldId="1783"/>
            <ac:spMk id="23" creationId="{DA95F13B-FC45-42A8-927C-E6DA94EBDF08}"/>
          </ac:spMkLst>
        </pc:spChg>
        <pc:spChg chg="add mod">
          <ac:chgData name="Gellenoncourt, Kevin" userId="83ce2c6d-0bd4-4cd9-955e-dd3efc6a7d5a" providerId="ADAL" clId="{C9839D59-2972-4323-A767-4B90EFEABC06}" dt="2022-12-14T14:05:07.413" v="32402" actId="207"/>
          <ac:spMkLst>
            <pc:docMk/>
            <pc:sldMk cId="2488885257" sldId="1783"/>
            <ac:spMk id="24" creationId="{5E444952-AB8E-4365-B096-00997792753E}"/>
          </ac:spMkLst>
        </pc:spChg>
        <pc:spChg chg="del">
          <ac:chgData name="Gellenoncourt, Kevin" userId="83ce2c6d-0bd4-4cd9-955e-dd3efc6a7d5a" providerId="ADAL" clId="{C9839D59-2972-4323-A767-4B90EFEABC06}" dt="2023-02-02T13:56:33.034" v="54317" actId="478"/>
          <ac:spMkLst>
            <pc:docMk/>
            <pc:sldMk cId="2488885257" sldId="1783"/>
            <ac:spMk id="24" creationId="{DDE63A48-C354-4850-B17D-60C10003DA75}"/>
          </ac:spMkLst>
        </pc:spChg>
        <pc:spChg chg="add mod">
          <ac:chgData name="Gellenoncourt, Kevin" userId="83ce2c6d-0bd4-4cd9-955e-dd3efc6a7d5a" providerId="ADAL" clId="{C9839D59-2972-4323-A767-4B90EFEABC06}" dt="2022-12-14T14:05:03.491" v="32401" actId="207"/>
          <ac:spMkLst>
            <pc:docMk/>
            <pc:sldMk cId="2488885257" sldId="1783"/>
            <ac:spMk id="25" creationId="{5B2377FA-3E76-46AA-AEFD-25102023EC52}"/>
          </ac:spMkLst>
        </pc:spChg>
        <pc:spChg chg="add mod">
          <ac:chgData name="Gellenoncourt, Kevin" userId="83ce2c6d-0bd4-4cd9-955e-dd3efc6a7d5a" providerId="ADAL" clId="{C9839D59-2972-4323-A767-4B90EFEABC06}" dt="2022-12-15T13:06:30.478" v="34462" actId="14100"/>
          <ac:spMkLst>
            <pc:docMk/>
            <pc:sldMk cId="2488885257" sldId="1783"/>
            <ac:spMk id="26" creationId="{40847DCD-ED9E-45AD-8BFE-E2CA9077F586}"/>
          </ac:spMkLst>
        </pc:spChg>
        <pc:spChg chg="add del mod">
          <ac:chgData name="Gellenoncourt, Kevin" userId="83ce2c6d-0bd4-4cd9-955e-dd3efc6a7d5a" providerId="ADAL" clId="{C9839D59-2972-4323-A767-4B90EFEABC06}" dt="2022-12-05T16:33:24.420" v="14162" actId="478"/>
          <ac:spMkLst>
            <pc:docMk/>
            <pc:sldMk cId="2488885257" sldId="1783"/>
            <ac:spMk id="27" creationId="{B3137D9E-85C4-412D-AF7D-64261228CB7D}"/>
          </ac:spMkLst>
        </pc:spChg>
        <pc:spChg chg="add mod">
          <ac:chgData name="Gellenoncourt, Kevin" userId="83ce2c6d-0bd4-4cd9-955e-dd3efc6a7d5a" providerId="ADAL" clId="{C9839D59-2972-4323-A767-4B90EFEABC06}" dt="2022-12-16T13:44:17.882" v="36713" actId="20577"/>
          <ac:spMkLst>
            <pc:docMk/>
            <pc:sldMk cId="2488885257" sldId="1783"/>
            <ac:spMk id="27" creationId="{D2F9B424-1CFA-426C-8D35-DB2C1463B715}"/>
          </ac:spMkLst>
        </pc:spChg>
        <pc:spChg chg="del">
          <ac:chgData name="Gellenoncourt, Kevin" userId="83ce2c6d-0bd4-4cd9-955e-dd3efc6a7d5a" providerId="ADAL" clId="{C9839D59-2972-4323-A767-4B90EFEABC06}" dt="2023-02-02T13:56:33.034" v="54317" actId="478"/>
          <ac:spMkLst>
            <pc:docMk/>
            <pc:sldMk cId="2488885257" sldId="1783"/>
            <ac:spMk id="28" creationId="{7A991CEA-5B59-424F-BE77-65F217FED917}"/>
          </ac:spMkLst>
        </pc:spChg>
        <pc:spChg chg="add mod ord">
          <ac:chgData name="Gellenoncourt, Kevin" userId="83ce2c6d-0bd4-4cd9-955e-dd3efc6a7d5a" providerId="ADAL" clId="{C9839D59-2972-4323-A767-4B90EFEABC06}" dt="2022-12-14T12:36:31.191" v="30459" actId="1076"/>
          <ac:spMkLst>
            <pc:docMk/>
            <pc:sldMk cId="2488885257" sldId="1783"/>
            <ac:spMk id="28" creationId="{E05092E4-AFA3-4AE8-984A-E440A5B23722}"/>
          </ac:spMkLst>
        </pc:spChg>
        <pc:spChg chg="add mod">
          <ac:chgData name="Gellenoncourt, Kevin" userId="83ce2c6d-0bd4-4cd9-955e-dd3efc6a7d5a" providerId="ADAL" clId="{C9839D59-2972-4323-A767-4B90EFEABC06}" dt="2022-12-14T12:36:30.819" v="30458" actId="14100"/>
          <ac:spMkLst>
            <pc:docMk/>
            <pc:sldMk cId="2488885257" sldId="1783"/>
            <ac:spMk id="29" creationId="{A7258193-9D20-4AB4-98D6-AB8E43BC8528}"/>
          </ac:spMkLst>
        </pc:spChg>
        <pc:spChg chg="add mod">
          <ac:chgData name="Gellenoncourt, Kevin" userId="83ce2c6d-0bd4-4cd9-955e-dd3efc6a7d5a" providerId="ADAL" clId="{C9839D59-2972-4323-A767-4B90EFEABC06}" dt="2022-12-14T12:37:25.852" v="30485" actId="13926"/>
          <ac:spMkLst>
            <pc:docMk/>
            <pc:sldMk cId="2488885257" sldId="1783"/>
            <ac:spMk id="30" creationId="{11DDA34C-F357-4E02-9049-DB5F04861729}"/>
          </ac:spMkLst>
        </pc:spChg>
        <pc:spChg chg="del">
          <ac:chgData name="Gellenoncourt, Kevin" userId="83ce2c6d-0bd4-4cd9-955e-dd3efc6a7d5a" providerId="ADAL" clId="{C9839D59-2972-4323-A767-4B90EFEABC06}" dt="2023-02-02T13:56:33.034" v="54317" actId="478"/>
          <ac:spMkLst>
            <pc:docMk/>
            <pc:sldMk cId="2488885257" sldId="1783"/>
            <ac:spMk id="30" creationId="{3F21E10C-CF57-4084-91FF-6439AC27723A}"/>
          </ac:spMkLst>
        </pc:spChg>
        <pc:spChg chg="add del mod">
          <ac:chgData name="Gellenoncourt, Kevin" userId="83ce2c6d-0bd4-4cd9-955e-dd3efc6a7d5a" providerId="ADAL" clId="{C9839D59-2972-4323-A767-4B90EFEABC06}" dt="2022-12-09T11:44:52.755" v="24115" actId="478"/>
          <ac:spMkLst>
            <pc:docMk/>
            <pc:sldMk cId="2488885257" sldId="1783"/>
            <ac:spMk id="31" creationId="{34BDC490-A087-4823-B5E1-AAE20AE68FC0}"/>
          </ac:spMkLst>
        </pc:spChg>
        <pc:spChg chg="del">
          <ac:chgData name="Gellenoncourt, Kevin" userId="83ce2c6d-0bd4-4cd9-955e-dd3efc6a7d5a" providerId="ADAL" clId="{C9839D59-2972-4323-A767-4B90EFEABC06}" dt="2023-02-02T13:56:33.034" v="54317" actId="478"/>
          <ac:spMkLst>
            <pc:docMk/>
            <pc:sldMk cId="2488885257" sldId="1783"/>
            <ac:spMk id="31" creationId="{6BA16A0B-B2FE-4A16-ABDA-B59A33C9AF99}"/>
          </ac:spMkLst>
        </pc:spChg>
        <pc:spChg chg="add mod">
          <ac:chgData name="Gellenoncourt, Kevin" userId="83ce2c6d-0bd4-4cd9-955e-dd3efc6a7d5a" providerId="ADAL" clId="{C9839D59-2972-4323-A767-4B90EFEABC06}" dt="2022-12-16T11:17:55.900" v="36459" actId="1035"/>
          <ac:spMkLst>
            <pc:docMk/>
            <pc:sldMk cId="2488885257" sldId="1783"/>
            <ac:spMk id="31" creationId="{82C40E47-A523-4BE6-B6C5-7C72D0AFD572}"/>
          </ac:spMkLst>
        </pc:spChg>
        <pc:spChg chg="add mod">
          <ac:chgData name="Gellenoncourt, Kevin" userId="83ce2c6d-0bd4-4cd9-955e-dd3efc6a7d5a" providerId="ADAL" clId="{C9839D59-2972-4323-A767-4B90EFEABC06}" dt="2022-12-16T11:20:29.087" v="36532" actId="108"/>
          <ac:spMkLst>
            <pc:docMk/>
            <pc:sldMk cId="2488885257" sldId="1783"/>
            <ac:spMk id="32" creationId="{52EE3CE1-8FD7-4860-92E8-04B518CBF354}"/>
          </ac:spMkLst>
        </pc:spChg>
        <pc:spChg chg="del">
          <ac:chgData name="Gellenoncourt, Kevin" userId="83ce2c6d-0bd4-4cd9-955e-dd3efc6a7d5a" providerId="ADAL" clId="{C9839D59-2972-4323-A767-4B90EFEABC06}" dt="2023-02-02T13:57:19.591" v="54329" actId="21"/>
          <ac:spMkLst>
            <pc:docMk/>
            <pc:sldMk cId="2488885257" sldId="1783"/>
            <ac:spMk id="32" creationId="{A2B4F125-48E7-4B41-BD13-C263619CD4A1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2488885257" sldId="1783"/>
            <ac:spMk id="33" creationId="{E0DA576C-88F1-46BD-9265-FCAA7910904C}"/>
          </ac:spMkLst>
        </pc:spChg>
        <pc:spChg chg="add mod">
          <ac:chgData name="Gellenoncourt, Kevin" userId="83ce2c6d-0bd4-4cd9-955e-dd3efc6a7d5a" providerId="ADAL" clId="{C9839D59-2972-4323-A767-4B90EFEABC06}" dt="2022-12-16T11:17:51.005" v="36456" actId="14100"/>
          <ac:spMkLst>
            <pc:docMk/>
            <pc:sldMk cId="2488885257" sldId="1783"/>
            <ac:spMk id="34" creationId="{74CCC9DE-5434-4D3E-9E4A-8795E36326B5}"/>
          </ac:spMkLst>
        </pc:spChg>
        <pc:spChg chg="add del mod">
          <ac:chgData name="Gellenoncourt, Kevin" userId="83ce2c6d-0bd4-4cd9-955e-dd3efc6a7d5a" providerId="ADAL" clId="{C9839D59-2972-4323-A767-4B90EFEABC06}" dt="2022-11-30T17:20:16.134" v="7522" actId="478"/>
          <ac:spMkLst>
            <pc:docMk/>
            <pc:sldMk cId="2488885257" sldId="1783"/>
            <ac:spMk id="35" creationId="{DDDE2A19-77AB-49A7-9944-73A38FB1C5D8}"/>
          </ac:spMkLst>
        </pc:spChg>
        <pc:spChg chg="mod">
          <ac:chgData name="Gellenoncourt, Kevin" userId="83ce2c6d-0bd4-4cd9-955e-dd3efc6a7d5a" providerId="ADAL" clId="{C9839D59-2972-4323-A767-4B90EFEABC06}" dt="2023-02-02T14:00:09.049" v="54380" actId="1076"/>
          <ac:spMkLst>
            <pc:docMk/>
            <pc:sldMk cId="2488885257" sldId="1783"/>
            <ac:spMk id="36" creationId="{1911FA51-07D7-4036-83E0-C1642CC05FD2}"/>
          </ac:spMkLst>
        </pc:spChg>
        <pc:spChg chg="del mod">
          <ac:chgData name="Gellenoncourt, Kevin" userId="83ce2c6d-0bd4-4cd9-955e-dd3efc6a7d5a" providerId="ADAL" clId="{C9839D59-2972-4323-A767-4B90EFEABC06}" dt="2022-11-28T16:08:41.932" v="4530" actId="478"/>
          <ac:spMkLst>
            <pc:docMk/>
            <pc:sldMk cId="2488885257" sldId="1783"/>
            <ac:spMk id="36" creationId="{52B67624-72B4-4A4C-BC3E-59EA06A99A75}"/>
          </ac:spMkLst>
        </pc:spChg>
        <pc:spChg chg="del">
          <ac:chgData name="Gellenoncourt, Kevin" userId="83ce2c6d-0bd4-4cd9-955e-dd3efc6a7d5a" providerId="ADAL" clId="{C9839D59-2972-4323-A767-4B90EFEABC06}" dt="2022-11-28T16:08:41.932" v="4530" actId="478"/>
          <ac:spMkLst>
            <pc:docMk/>
            <pc:sldMk cId="2488885257" sldId="1783"/>
            <ac:spMk id="37" creationId="{6FA44B60-EA89-4C1D-B026-E4D9FA845A4F}"/>
          </ac:spMkLst>
        </pc:spChg>
        <pc:spChg chg="del">
          <ac:chgData name="Gellenoncourt, Kevin" userId="83ce2c6d-0bd4-4cd9-955e-dd3efc6a7d5a" providerId="ADAL" clId="{C9839D59-2972-4323-A767-4B90EFEABC06}" dt="2023-02-02T13:57:38.517" v="54342" actId="21"/>
          <ac:spMkLst>
            <pc:docMk/>
            <pc:sldMk cId="2488885257" sldId="1783"/>
            <ac:spMk id="38" creationId="{A20FA69B-383A-4B58-8049-467B6135D6AC}"/>
          </ac:spMkLst>
        </pc:spChg>
        <pc:spChg chg="del mod">
          <ac:chgData name="Gellenoncourt, Kevin" userId="83ce2c6d-0bd4-4cd9-955e-dd3efc6a7d5a" providerId="ADAL" clId="{C9839D59-2972-4323-A767-4B90EFEABC06}" dt="2022-12-05T09:03:52.983" v="9566" actId="478"/>
          <ac:spMkLst>
            <pc:docMk/>
            <pc:sldMk cId="2488885257" sldId="1783"/>
            <ac:spMk id="38" creationId="{EBECEC30-BE96-4748-8618-BC06AD06D03F}"/>
          </ac:spMkLst>
        </pc:spChg>
        <pc:spChg chg="add mod">
          <ac:chgData name="Gellenoncourt, Kevin" userId="83ce2c6d-0bd4-4cd9-955e-dd3efc6a7d5a" providerId="ADAL" clId="{C9839D59-2972-4323-A767-4B90EFEABC06}" dt="2022-12-14T14:05:13.248" v="32403" actId="207"/>
          <ac:spMkLst>
            <pc:docMk/>
            <pc:sldMk cId="2488885257" sldId="1783"/>
            <ac:spMk id="41" creationId="{7711FCAA-577F-4AD7-967C-35BAE4955D1C}"/>
          </ac:spMkLst>
        </pc:spChg>
        <pc:spChg chg="del">
          <ac:chgData name="Gellenoncourt, Kevin" userId="83ce2c6d-0bd4-4cd9-955e-dd3efc6a7d5a" providerId="ADAL" clId="{C9839D59-2972-4323-A767-4B90EFEABC06}" dt="2022-11-28T16:08:41.932" v="4530" actId="478"/>
          <ac:spMkLst>
            <pc:docMk/>
            <pc:sldMk cId="2488885257" sldId="1783"/>
            <ac:spMk id="41" creationId="{7EF7D733-461D-402F-9F36-64971F80CA8D}"/>
          </ac:spMkLst>
        </pc:spChg>
        <pc:spChg chg="mod ord">
          <ac:chgData name="Gellenoncourt, Kevin" userId="83ce2c6d-0bd4-4cd9-955e-dd3efc6a7d5a" providerId="ADAL" clId="{C9839D59-2972-4323-A767-4B90EFEABC06}" dt="2022-12-16T11:15:36.773" v="36409" actId="120"/>
          <ac:spMkLst>
            <pc:docMk/>
            <pc:sldMk cId="2488885257" sldId="1783"/>
            <ac:spMk id="42" creationId="{85781BDB-6427-490D-98F4-4C5F28F1711B}"/>
          </ac:spMkLst>
        </pc:spChg>
        <pc:spChg chg="del">
          <ac:chgData name="Gellenoncourt, Kevin" userId="83ce2c6d-0bd4-4cd9-955e-dd3efc6a7d5a" providerId="ADAL" clId="{C9839D59-2972-4323-A767-4B90EFEABC06}" dt="2022-11-30T16:45:27.469" v="6908" actId="478"/>
          <ac:spMkLst>
            <pc:docMk/>
            <pc:sldMk cId="2488885257" sldId="1783"/>
            <ac:spMk id="43" creationId="{BF67DC4D-1B6B-4A8A-97EE-DBB124950AFE}"/>
          </ac:spMkLst>
        </pc:spChg>
        <pc:spChg chg="del">
          <ac:chgData name="Gellenoncourt, Kevin" userId="83ce2c6d-0bd4-4cd9-955e-dd3efc6a7d5a" providerId="ADAL" clId="{C9839D59-2972-4323-A767-4B90EFEABC06}" dt="2022-11-28T16:08:44.740" v="4531" actId="478"/>
          <ac:spMkLst>
            <pc:docMk/>
            <pc:sldMk cId="2488885257" sldId="1783"/>
            <ac:spMk id="44" creationId="{EF6F2B39-972A-4F80-A2C8-1EA37F466B5C}"/>
          </ac:spMkLst>
        </pc:spChg>
        <pc:spChg chg="mod ord">
          <ac:chgData name="Gellenoncourt, Kevin" userId="83ce2c6d-0bd4-4cd9-955e-dd3efc6a7d5a" providerId="ADAL" clId="{C9839D59-2972-4323-A767-4B90EFEABC06}" dt="2022-12-21T08:40:35.333" v="37481" actId="13926"/>
          <ac:spMkLst>
            <pc:docMk/>
            <pc:sldMk cId="2488885257" sldId="1783"/>
            <ac:spMk id="45" creationId="{41C111F6-DEF9-4EC5-9811-58CBA98E2851}"/>
          </ac:spMkLst>
        </pc:spChg>
        <pc:spChg chg="del mod">
          <ac:chgData name="Gellenoncourt, Kevin" userId="83ce2c6d-0bd4-4cd9-955e-dd3efc6a7d5a" providerId="ADAL" clId="{C9839D59-2972-4323-A767-4B90EFEABC06}" dt="2022-12-14T14:04:30.349" v="32398" actId="478"/>
          <ac:spMkLst>
            <pc:docMk/>
            <pc:sldMk cId="2488885257" sldId="1783"/>
            <ac:spMk id="46" creationId="{C5EDD6F8-E61F-4422-8E90-93C8249CD04A}"/>
          </ac:spMkLst>
        </pc:spChg>
        <pc:spChg chg="mod topLvl">
          <ac:chgData name="Gellenoncourt, Kevin" userId="83ce2c6d-0bd4-4cd9-955e-dd3efc6a7d5a" providerId="ADAL" clId="{C9839D59-2972-4323-A767-4B90EFEABC06}" dt="2022-12-16T11:20:32.303" v="36533" actId="108"/>
          <ac:spMkLst>
            <pc:docMk/>
            <pc:sldMk cId="2488885257" sldId="1783"/>
            <ac:spMk id="47" creationId="{C40CBECC-2999-4A39-8ADD-A65297FBDC38}"/>
          </ac:spMkLst>
        </pc:spChg>
        <pc:spChg chg="del">
          <ac:chgData name="Gellenoncourt, Kevin" userId="83ce2c6d-0bd4-4cd9-955e-dd3efc6a7d5a" providerId="ADAL" clId="{C9839D59-2972-4323-A767-4B90EFEABC06}" dt="2022-11-28T16:08:57.612" v="4536" actId="478"/>
          <ac:spMkLst>
            <pc:docMk/>
            <pc:sldMk cId="2488885257" sldId="1783"/>
            <ac:spMk id="49" creationId="{E8CBEAF2-B426-48C1-91FB-22BD35A46F8B}"/>
          </ac:spMkLst>
        </pc:spChg>
        <pc:spChg chg="mod">
          <ac:chgData name="Gellenoncourt, Kevin" userId="83ce2c6d-0bd4-4cd9-955e-dd3efc6a7d5a" providerId="ADAL" clId="{C9839D59-2972-4323-A767-4B90EFEABC06}" dt="2022-12-16T11:17:58.756" v="36461" actId="1035"/>
          <ac:spMkLst>
            <pc:docMk/>
            <pc:sldMk cId="2488885257" sldId="1783"/>
            <ac:spMk id="50" creationId="{EC51D518-EA03-4A07-8148-BE52CBB75CA4}"/>
          </ac:spMkLst>
        </pc:spChg>
        <pc:spChg chg="del">
          <ac:chgData name="Gellenoncourt, Kevin" userId="83ce2c6d-0bd4-4cd9-955e-dd3efc6a7d5a" providerId="ADAL" clId="{C9839D59-2972-4323-A767-4B90EFEABC06}" dt="2022-11-30T16:50:41.836" v="6976" actId="478"/>
          <ac:spMkLst>
            <pc:docMk/>
            <pc:sldMk cId="2488885257" sldId="1783"/>
            <ac:spMk id="51" creationId="{9C1633F2-B3ED-4D40-9731-82412992001F}"/>
          </ac:spMkLst>
        </pc:spChg>
        <pc:spChg chg="add del mod">
          <ac:chgData name="Gellenoncourt, Kevin" userId="83ce2c6d-0bd4-4cd9-955e-dd3efc6a7d5a" providerId="ADAL" clId="{C9839D59-2972-4323-A767-4B90EFEABC06}" dt="2022-12-15T13:06:15.569" v="34460" actId="478"/>
          <ac:spMkLst>
            <pc:docMk/>
            <pc:sldMk cId="2488885257" sldId="1783"/>
            <ac:spMk id="52" creationId="{92B2F037-B95F-440D-97EE-ADD7E94076A7}"/>
          </ac:spMkLst>
        </pc:spChg>
        <pc:spChg chg="del">
          <ac:chgData name="Gellenoncourt, Kevin" userId="83ce2c6d-0bd4-4cd9-955e-dd3efc6a7d5a" providerId="ADAL" clId="{C9839D59-2972-4323-A767-4B90EFEABC06}" dt="2022-11-30T16:47:31.531" v="6941" actId="478"/>
          <ac:spMkLst>
            <pc:docMk/>
            <pc:sldMk cId="2488885257" sldId="1783"/>
            <ac:spMk id="52" creationId="{B88F5C71-3325-412B-945A-441D118B8A16}"/>
          </ac:spMkLst>
        </pc:spChg>
        <pc:spChg chg="mod">
          <ac:chgData name="Gellenoncourt, Kevin" userId="83ce2c6d-0bd4-4cd9-955e-dd3efc6a7d5a" providerId="ADAL" clId="{C9839D59-2972-4323-A767-4B90EFEABC06}" dt="2022-12-14T12:37:17.881" v="30484" actId="14100"/>
          <ac:spMkLst>
            <pc:docMk/>
            <pc:sldMk cId="2488885257" sldId="1783"/>
            <ac:spMk id="53" creationId="{7F9C9618-1D6B-4B74-B9A5-62317972B116}"/>
          </ac:spMkLst>
        </pc:spChg>
        <pc:spChg chg="del">
          <ac:chgData name="Gellenoncourt, Kevin" userId="83ce2c6d-0bd4-4cd9-955e-dd3efc6a7d5a" providerId="ADAL" clId="{C9839D59-2972-4323-A767-4B90EFEABC06}" dt="2022-11-30T16:50:02.965" v="6957" actId="478"/>
          <ac:spMkLst>
            <pc:docMk/>
            <pc:sldMk cId="2488885257" sldId="1783"/>
            <ac:spMk id="56" creationId="{6E5D3643-670E-42A4-8E9B-2ABCF52CD5AA}"/>
          </ac:spMkLst>
        </pc:spChg>
        <pc:spChg chg="del">
          <ac:chgData name="Gellenoncourt, Kevin" userId="83ce2c6d-0bd4-4cd9-955e-dd3efc6a7d5a" providerId="ADAL" clId="{C9839D59-2972-4323-A767-4B90EFEABC06}" dt="2022-11-28T16:08:22.318" v="4529" actId="478"/>
          <ac:spMkLst>
            <pc:docMk/>
            <pc:sldMk cId="2488885257" sldId="1783"/>
            <ac:spMk id="57" creationId="{77FC5DE4-EA52-4BB0-926F-7F27C10CEFFC}"/>
          </ac:spMkLst>
        </pc:spChg>
        <pc:spChg chg="del">
          <ac:chgData name="Gellenoncourt, Kevin" userId="83ce2c6d-0bd4-4cd9-955e-dd3efc6a7d5a" providerId="ADAL" clId="{C9839D59-2972-4323-A767-4B90EFEABC06}" dt="2022-11-28T10:22:17.578" v="2072" actId="478"/>
          <ac:spMkLst>
            <pc:docMk/>
            <pc:sldMk cId="2488885257" sldId="1783"/>
            <ac:spMk id="59" creationId="{6A2C5BD9-475F-4314-A09B-61B5D7858172}"/>
          </ac:spMkLst>
        </pc:spChg>
        <pc:spChg chg="del">
          <ac:chgData name="Gellenoncourt, Kevin" userId="83ce2c6d-0bd4-4cd9-955e-dd3efc6a7d5a" providerId="ADAL" clId="{C9839D59-2972-4323-A767-4B90EFEABC06}" dt="2022-11-28T16:08:41.932" v="4530" actId="478"/>
          <ac:spMkLst>
            <pc:docMk/>
            <pc:sldMk cId="2488885257" sldId="1783"/>
            <ac:spMk id="62" creationId="{A4EE5134-E364-40F1-8B20-F47B07A3A9AE}"/>
          </ac:spMkLst>
        </pc:spChg>
        <pc:spChg chg="del">
          <ac:chgData name="Gellenoncourt, Kevin" userId="83ce2c6d-0bd4-4cd9-955e-dd3efc6a7d5a" providerId="ADAL" clId="{C9839D59-2972-4323-A767-4B90EFEABC06}" dt="2022-11-28T10:22:17.578" v="2072" actId="478"/>
          <ac:spMkLst>
            <pc:docMk/>
            <pc:sldMk cId="2488885257" sldId="1783"/>
            <ac:spMk id="74" creationId="{DC1AFFB8-D05C-490B-BD8B-F97CEE8100B6}"/>
          </ac:spMkLst>
        </pc:spChg>
        <pc:spChg chg="mod">
          <ac:chgData name="Gellenoncourt, Kevin" userId="83ce2c6d-0bd4-4cd9-955e-dd3efc6a7d5a" providerId="ADAL" clId="{C9839D59-2972-4323-A767-4B90EFEABC06}" dt="2023-02-02T14:07:21.230" v="54395" actId="20577"/>
          <ac:spMkLst>
            <pc:docMk/>
            <pc:sldMk cId="2488885257" sldId="1783"/>
            <ac:spMk id="83" creationId="{DBC00441-79CC-F49A-6D78-B45BBF8238FF}"/>
          </ac:spMkLst>
        </pc:spChg>
        <pc:grpChg chg="add del mod">
          <ac:chgData name="Gellenoncourt, Kevin" userId="83ce2c6d-0bd4-4cd9-955e-dd3efc6a7d5a" providerId="ADAL" clId="{C9839D59-2972-4323-A767-4B90EFEABC06}" dt="2022-11-30T16:47:27.645" v="6940" actId="165"/>
          <ac:grpSpMkLst>
            <pc:docMk/>
            <pc:sldMk cId="2488885257" sldId="1783"/>
            <ac:grpSpMk id="10" creationId="{D7FB25DF-B0CA-41FA-89AB-24CF6FF36EBD}"/>
          </ac:grpSpMkLst>
        </pc:grpChg>
        <pc:grpChg chg="add del mod ord">
          <ac:chgData name="Gellenoncourt, Kevin" userId="83ce2c6d-0bd4-4cd9-955e-dd3efc6a7d5a" providerId="ADAL" clId="{C9839D59-2972-4323-A767-4B90EFEABC06}" dt="2022-12-09T10:40:35.761" v="22798" actId="165"/>
          <ac:grpSpMkLst>
            <pc:docMk/>
            <pc:sldMk cId="2488885257" sldId="1783"/>
            <ac:grpSpMk id="12" creationId="{0BB9E241-2105-4555-9C43-AFAF90178037}"/>
          </ac:grpSpMkLst>
        </pc:grpChg>
        <pc:cxnChg chg="del mod">
          <ac:chgData name="Gellenoncourt, Kevin" userId="83ce2c6d-0bd4-4cd9-955e-dd3efc6a7d5a" providerId="ADAL" clId="{C9839D59-2972-4323-A767-4B90EFEABC06}" dt="2023-02-02T13:56:33.034" v="54317" actId="478"/>
          <ac:cxnSpMkLst>
            <pc:docMk/>
            <pc:sldMk cId="2488885257" sldId="1783"/>
            <ac:cxnSpMk id="15" creationId="{2B846BA4-74F3-4223-8690-77010D0472BB}"/>
          </ac:cxnSpMkLst>
        </pc:cxnChg>
        <pc:cxnChg chg="del mod">
          <ac:chgData name="Gellenoncourt, Kevin" userId="83ce2c6d-0bd4-4cd9-955e-dd3efc6a7d5a" providerId="ADAL" clId="{C9839D59-2972-4323-A767-4B90EFEABC06}" dt="2023-02-02T13:56:33.034" v="54317" actId="478"/>
          <ac:cxnSpMkLst>
            <pc:docMk/>
            <pc:sldMk cId="2488885257" sldId="1783"/>
            <ac:cxnSpMk id="20" creationId="{9EA60CFB-DF1C-4F2C-A789-DF302D327F8F}"/>
          </ac:cxnSpMkLst>
        </pc:cxnChg>
        <pc:cxnChg chg="del mod">
          <ac:chgData name="Gellenoncourt, Kevin" userId="83ce2c6d-0bd4-4cd9-955e-dd3efc6a7d5a" providerId="ADAL" clId="{C9839D59-2972-4323-A767-4B90EFEABC06}" dt="2023-02-02T13:56:33.034" v="54317" actId="478"/>
          <ac:cxnSpMkLst>
            <pc:docMk/>
            <pc:sldMk cId="2488885257" sldId="1783"/>
            <ac:cxnSpMk id="21" creationId="{B2C01547-1241-4291-8766-6565E545799F}"/>
          </ac:cxnSpMkLst>
        </pc:cxnChg>
        <pc:cxnChg chg="add mod topLvl">
          <ac:chgData name="Gellenoncourt, Kevin" userId="83ce2c6d-0bd4-4cd9-955e-dd3efc6a7d5a" providerId="ADAL" clId="{C9839D59-2972-4323-A767-4B90EFEABC06}" dt="2022-12-21T08:40:26.796" v="37460" actId="14100"/>
          <ac:cxnSpMkLst>
            <pc:docMk/>
            <pc:sldMk cId="2488885257" sldId="1783"/>
            <ac:cxnSpMk id="22" creationId="{CE68C465-81E0-4901-9B07-B06BDCDED5EC}"/>
          </ac:cxnSpMkLst>
        </pc:cxnChg>
        <pc:cxnChg chg="del mod">
          <ac:chgData name="Gellenoncourt, Kevin" userId="83ce2c6d-0bd4-4cd9-955e-dd3efc6a7d5a" providerId="ADAL" clId="{C9839D59-2972-4323-A767-4B90EFEABC06}" dt="2023-02-02T13:56:33.034" v="54317" actId="478"/>
          <ac:cxnSpMkLst>
            <pc:docMk/>
            <pc:sldMk cId="2488885257" sldId="1783"/>
            <ac:cxnSpMk id="25" creationId="{89BCF309-B027-45BF-A3D4-B4180ECFEA5C}"/>
          </ac:cxnSpMkLst>
        </pc:cxnChg>
        <pc:cxnChg chg="del mod">
          <ac:chgData name="Gellenoncourt, Kevin" userId="83ce2c6d-0bd4-4cd9-955e-dd3efc6a7d5a" providerId="ADAL" clId="{C9839D59-2972-4323-A767-4B90EFEABC06}" dt="2023-02-02T13:56:33.034" v="54317" actId="478"/>
          <ac:cxnSpMkLst>
            <pc:docMk/>
            <pc:sldMk cId="2488885257" sldId="1783"/>
            <ac:cxnSpMk id="27" creationId="{4783FB91-BFB4-41C8-983F-472971C2817A}"/>
          </ac:cxnSpMkLst>
        </pc:cxnChg>
        <pc:cxnChg chg="del mod">
          <ac:chgData name="Gellenoncourt, Kevin" userId="83ce2c6d-0bd4-4cd9-955e-dd3efc6a7d5a" providerId="ADAL" clId="{C9839D59-2972-4323-A767-4B90EFEABC06}" dt="2023-02-02T13:56:33.034" v="54317" actId="478"/>
          <ac:cxnSpMkLst>
            <pc:docMk/>
            <pc:sldMk cId="2488885257" sldId="1783"/>
            <ac:cxnSpMk id="29" creationId="{665C3D32-862E-4F3F-8024-50B07B8756EA}"/>
          </ac:cxnSpMkLst>
        </pc:cxnChg>
        <pc:cxnChg chg="del mod">
          <ac:chgData name="Gellenoncourt, Kevin" userId="83ce2c6d-0bd4-4cd9-955e-dd3efc6a7d5a" providerId="ADAL" clId="{C9839D59-2972-4323-A767-4B90EFEABC06}" dt="2023-02-02T13:56:33.034" v="54317" actId="478"/>
          <ac:cxnSpMkLst>
            <pc:docMk/>
            <pc:sldMk cId="2488885257" sldId="1783"/>
            <ac:cxnSpMk id="34" creationId="{F51A2C63-2836-470D-893C-23167F1D8283}"/>
          </ac:cxnSpMkLst>
        </pc:cxnChg>
        <pc:cxnChg chg="add del mod">
          <ac:chgData name="Gellenoncourt, Kevin" userId="83ce2c6d-0bd4-4cd9-955e-dd3efc6a7d5a" providerId="ADAL" clId="{C9839D59-2972-4323-A767-4B90EFEABC06}" dt="2022-12-15T16:07:52.720" v="35071" actId="478"/>
          <ac:cxnSpMkLst>
            <pc:docMk/>
            <pc:sldMk cId="2488885257" sldId="1783"/>
            <ac:cxnSpMk id="78" creationId="{979BBBD7-831C-4DEC-9C5D-D0C00702C4B8}"/>
          </ac:cxnSpMkLst>
        </pc:cxnChg>
        <pc:cxnChg chg="add del mod">
          <ac:chgData name="Gellenoncourt, Kevin" userId="83ce2c6d-0bd4-4cd9-955e-dd3efc6a7d5a" providerId="ADAL" clId="{C9839D59-2972-4323-A767-4B90EFEABC06}" dt="2022-12-16T11:15:12.092" v="36403" actId="478"/>
          <ac:cxnSpMkLst>
            <pc:docMk/>
            <pc:sldMk cId="2488885257" sldId="1783"/>
            <ac:cxnSpMk id="94" creationId="{C22F42E6-666F-495F-AF51-67E3DD31D234}"/>
          </ac:cxnSpMkLst>
        </pc:cxnChg>
      </pc:sldChg>
      <pc:sldChg chg="del">
        <pc:chgData name="Gellenoncourt, Kevin" userId="83ce2c6d-0bd4-4cd9-955e-dd3efc6a7d5a" providerId="ADAL" clId="{C9839D59-2972-4323-A767-4B90EFEABC06}" dt="2022-11-25T11:09:20.365" v="535" actId="47"/>
        <pc:sldMkLst>
          <pc:docMk/>
          <pc:sldMk cId="3275780239" sldId="1784"/>
        </pc:sldMkLst>
      </pc:sldChg>
      <pc:sldChg chg="addSp delSp modSp del mod">
        <pc:chgData name="Gellenoncourt, Kevin" userId="83ce2c6d-0bd4-4cd9-955e-dd3efc6a7d5a" providerId="ADAL" clId="{C9839D59-2972-4323-A767-4B90EFEABC06}" dt="2022-11-30T17:11:50.081" v="7329" actId="47"/>
        <pc:sldMkLst>
          <pc:docMk/>
          <pc:sldMk cId="2214954604" sldId="1785"/>
        </pc:sldMkLst>
        <pc:spChg chg="mod">
          <ac:chgData name="Gellenoncourt, Kevin" userId="83ce2c6d-0bd4-4cd9-955e-dd3efc6a7d5a" providerId="ADAL" clId="{C9839D59-2972-4323-A767-4B90EFEABC06}" dt="2022-11-28T11:02:18.366" v="2475" actId="20577"/>
          <ac:spMkLst>
            <pc:docMk/>
            <pc:sldMk cId="2214954604" sldId="1785"/>
            <ac:spMk id="7" creationId="{6965AD01-1930-4FD8-A319-92D62E7DEF34}"/>
          </ac:spMkLst>
        </pc:spChg>
        <pc:spChg chg="del">
          <ac:chgData name="Gellenoncourt, Kevin" userId="83ce2c6d-0bd4-4cd9-955e-dd3efc6a7d5a" providerId="ADAL" clId="{C9839D59-2972-4323-A767-4B90EFEABC06}" dt="2022-11-28T10:51:31.664" v="2270" actId="478"/>
          <ac:spMkLst>
            <pc:docMk/>
            <pc:sldMk cId="2214954604" sldId="1785"/>
            <ac:spMk id="9" creationId="{24B89FAE-6F0D-4926-840B-BB40321956D2}"/>
          </ac:spMkLst>
        </pc:spChg>
        <pc:spChg chg="del">
          <ac:chgData name="Gellenoncourt, Kevin" userId="83ce2c6d-0bd4-4cd9-955e-dd3efc6a7d5a" providerId="ADAL" clId="{C9839D59-2972-4323-A767-4B90EFEABC06}" dt="2022-11-25T12:54:45.737" v="735" actId="478"/>
          <ac:spMkLst>
            <pc:docMk/>
            <pc:sldMk cId="2214954604" sldId="1785"/>
            <ac:spMk id="31" creationId="{EF3FFA45-EEBD-42C5-B3F2-CD3D3DF3BBDB}"/>
          </ac:spMkLst>
        </pc:spChg>
        <pc:spChg chg="del">
          <ac:chgData name="Gellenoncourt, Kevin" userId="83ce2c6d-0bd4-4cd9-955e-dd3efc6a7d5a" providerId="ADAL" clId="{C9839D59-2972-4323-A767-4B90EFEABC06}" dt="2022-11-25T12:54:45.737" v="735" actId="478"/>
          <ac:spMkLst>
            <pc:docMk/>
            <pc:sldMk cId="2214954604" sldId="1785"/>
            <ac:spMk id="33" creationId="{A5E6FCD5-60EC-4C08-A364-210B7C339DA4}"/>
          </ac:spMkLst>
        </pc:spChg>
        <pc:spChg chg="del">
          <ac:chgData name="Gellenoncourt, Kevin" userId="83ce2c6d-0bd4-4cd9-955e-dd3efc6a7d5a" providerId="ADAL" clId="{C9839D59-2972-4323-A767-4B90EFEABC06}" dt="2022-11-28T10:21:02.563" v="2039" actId="478"/>
          <ac:spMkLst>
            <pc:docMk/>
            <pc:sldMk cId="2214954604" sldId="1785"/>
            <ac:spMk id="35" creationId="{CB819888-C270-47F5-83AC-10ACDB96A78B}"/>
          </ac:spMkLst>
        </pc:spChg>
        <pc:spChg chg="add mod">
          <ac:chgData name="Gellenoncourt, Kevin" userId="83ce2c6d-0bd4-4cd9-955e-dd3efc6a7d5a" providerId="ADAL" clId="{C9839D59-2972-4323-A767-4B90EFEABC06}" dt="2022-11-28T16:12:51.009" v="4585"/>
          <ac:spMkLst>
            <pc:docMk/>
            <pc:sldMk cId="2214954604" sldId="1785"/>
            <ac:spMk id="35" creationId="{E8A4783C-7039-4503-88A6-8AA781D5C4F0}"/>
          </ac:spMkLst>
        </pc:spChg>
        <pc:spChg chg="mod">
          <ac:chgData name="Gellenoncourt, Kevin" userId="83ce2c6d-0bd4-4cd9-955e-dd3efc6a7d5a" providerId="ADAL" clId="{C9839D59-2972-4323-A767-4B90EFEABC06}" dt="2022-11-28T16:14:00.566" v="4597" actId="14100"/>
          <ac:spMkLst>
            <pc:docMk/>
            <pc:sldMk cId="2214954604" sldId="1785"/>
            <ac:spMk id="37" creationId="{6FA44B60-EA89-4C1D-B026-E4D9FA845A4F}"/>
          </ac:spMkLst>
        </pc:spChg>
        <pc:spChg chg="mod">
          <ac:chgData name="Gellenoncourt, Kevin" userId="83ce2c6d-0bd4-4cd9-955e-dd3efc6a7d5a" providerId="ADAL" clId="{C9839D59-2972-4323-A767-4B90EFEABC06}" dt="2022-11-28T16:12:39.857" v="4584" actId="1076"/>
          <ac:spMkLst>
            <pc:docMk/>
            <pc:sldMk cId="2214954604" sldId="1785"/>
            <ac:spMk id="38" creationId="{EBECEC30-BE96-4748-8618-BC06AD06D03F}"/>
          </ac:spMkLst>
        </pc:spChg>
        <pc:spChg chg="mod">
          <ac:chgData name="Gellenoncourt, Kevin" userId="83ce2c6d-0bd4-4cd9-955e-dd3efc6a7d5a" providerId="ADAL" clId="{C9839D59-2972-4323-A767-4B90EFEABC06}" dt="2022-11-28T16:13:12.283" v="4591" actId="14100"/>
          <ac:spMkLst>
            <pc:docMk/>
            <pc:sldMk cId="2214954604" sldId="1785"/>
            <ac:spMk id="39" creationId="{6B5E4943-C096-4301-8019-8E703BF7546D}"/>
          </ac:spMkLst>
        </pc:spChg>
        <pc:spChg chg="mod">
          <ac:chgData name="Gellenoncourt, Kevin" userId="83ce2c6d-0bd4-4cd9-955e-dd3efc6a7d5a" providerId="ADAL" clId="{C9839D59-2972-4323-A767-4B90EFEABC06}" dt="2022-11-28T16:13:10.277" v="4590" actId="14100"/>
          <ac:spMkLst>
            <pc:docMk/>
            <pc:sldMk cId="2214954604" sldId="1785"/>
            <ac:spMk id="40" creationId="{4EDAAB06-404A-42C6-8662-9AE979B9C67B}"/>
          </ac:spMkLst>
        </pc:spChg>
        <pc:spChg chg="mod">
          <ac:chgData name="Gellenoncourt, Kevin" userId="83ce2c6d-0bd4-4cd9-955e-dd3efc6a7d5a" providerId="ADAL" clId="{C9839D59-2972-4323-A767-4B90EFEABC06}" dt="2022-11-28T16:13:55.333" v="4596" actId="14100"/>
          <ac:spMkLst>
            <pc:docMk/>
            <pc:sldMk cId="2214954604" sldId="1785"/>
            <ac:spMk id="41" creationId="{9053148A-0D45-42C9-A5E2-D7038151996F}"/>
          </ac:spMkLst>
        </pc:spChg>
        <pc:spChg chg="del mod">
          <ac:chgData name="Gellenoncourt, Kevin" userId="83ce2c6d-0bd4-4cd9-955e-dd3efc6a7d5a" providerId="ADAL" clId="{C9839D59-2972-4323-A767-4B90EFEABC06}" dt="2022-11-28T16:12:36.980" v="4583" actId="478"/>
          <ac:spMkLst>
            <pc:docMk/>
            <pc:sldMk cId="2214954604" sldId="1785"/>
            <ac:spMk id="42" creationId="{A8987A6E-E658-4ABD-B885-B740F9A93A5B}"/>
          </ac:spMkLst>
        </pc:spChg>
        <pc:spChg chg="mod">
          <ac:chgData name="Gellenoncourt, Kevin" userId="83ce2c6d-0bd4-4cd9-955e-dd3efc6a7d5a" providerId="ADAL" clId="{C9839D59-2972-4323-A767-4B90EFEABC06}" dt="2022-11-28T16:13:44.831" v="4595" actId="14100"/>
          <ac:spMkLst>
            <pc:docMk/>
            <pc:sldMk cId="2214954604" sldId="1785"/>
            <ac:spMk id="43" creationId="{5E7251B2-59EF-4E63-978D-31B6E78DD38E}"/>
          </ac:spMkLst>
        </pc:spChg>
        <pc:spChg chg="add mod">
          <ac:chgData name="Gellenoncourt, Kevin" userId="83ce2c6d-0bd4-4cd9-955e-dd3efc6a7d5a" providerId="ADAL" clId="{C9839D59-2972-4323-A767-4B90EFEABC06}" dt="2022-11-28T10:51:32.041" v="2271"/>
          <ac:spMkLst>
            <pc:docMk/>
            <pc:sldMk cId="2214954604" sldId="1785"/>
            <ac:spMk id="45" creationId="{A4F9A540-FA2E-4C65-A537-D0B05D73F4F9}"/>
          </ac:spMkLst>
        </pc:spChg>
        <pc:spChg chg="add mod">
          <ac:chgData name="Gellenoncourt, Kevin" userId="83ce2c6d-0bd4-4cd9-955e-dd3efc6a7d5a" providerId="ADAL" clId="{C9839D59-2972-4323-A767-4B90EFEABC06}" dt="2022-11-28T10:51:32.041" v="2271"/>
          <ac:spMkLst>
            <pc:docMk/>
            <pc:sldMk cId="2214954604" sldId="1785"/>
            <ac:spMk id="46" creationId="{A0486DCD-3CAB-44F2-BCEC-83506FA3A740}"/>
          </ac:spMkLst>
        </pc:spChg>
        <pc:spChg chg="add mod">
          <ac:chgData name="Gellenoncourt, Kevin" userId="83ce2c6d-0bd4-4cd9-955e-dd3efc6a7d5a" providerId="ADAL" clId="{C9839D59-2972-4323-A767-4B90EFEABC06}" dt="2022-11-28T10:51:32.041" v="2271"/>
          <ac:spMkLst>
            <pc:docMk/>
            <pc:sldMk cId="2214954604" sldId="1785"/>
            <ac:spMk id="47" creationId="{79D461D8-78C3-4C20-9BED-85ECC7ACD815}"/>
          </ac:spMkLst>
        </pc:spChg>
        <pc:spChg chg="add mod">
          <ac:chgData name="Gellenoncourt, Kevin" userId="83ce2c6d-0bd4-4cd9-955e-dd3efc6a7d5a" providerId="ADAL" clId="{C9839D59-2972-4323-A767-4B90EFEABC06}" dt="2022-11-28T10:51:32.041" v="2271"/>
          <ac:spMkLst>
            <pc:docMk/>
            <pc:sldMk cId="2214954604" sldId="1785"/>
            <ac:spMk id="48" creationId="{57E66182-606B-49DF-88F4-E8B07975953F}"/>
          </ac:spMkLst>
        </pc:spChg>
        <pc:spChg chg="mod">
          <ac:chgData name="Gellenoncourt, Kevin" userId="83ce2c6d-0bd4-4cd9-955e-dd3efc6a7d5a" providerId="ADAL" clId="{C9839D59-2972-4323-A767-4B90EFEABC06}" dt="2022-11-28T16:14:02.606" v="4598" actId="14100"/>
          <ac:spMkLst>
            <pc:docMk/>
            <pc:sldMk cId="2214954604" sldId="1785"/>
            <ac:spMk id="49" creationId="{0862ADBD-BDA4-4EDC-9876-6040FF5A6192}"/>
          </ac:spMkLst>
        </pc:spChg>
        <pc:spChg chg="mod">
          <ac:chgData name="Gellenoncourt, Kevin" userId="83ce2c6d-0bd4-4cd9-955e-dd3efc6a7d5a" providerId="ADAL" clId="{C9839D59-2972-4323-A767-4B90EFEABC06}" dt="2022-11-28T10:21:37.770" v="2062" actId="14100"/>
          <ac:spMkLst>
            <pc:docMk/>
            <pc:sldMk cId="2214954604" sldId="1785"/>
            <ac:spMk id="50" creationId="{A7EBBB7B-D335-4F16-9F2B-AC9534EDDC83}"/>
          </ac:spMkLst>
        </pc:spChg>
        <pc:spChg chg="del">
          <ac:chgData name="Gellenoncourt, Kevin" userId="83ce2c6d-0bd4-4cd9-955e-dd3efc6a7d5a" providerId="ADAL" clId="{C9839D59-2972-4323-A767-4B90EFEABC06}" dt="2022-11-25T12:54:45.737" v="735" actId="478"/>
          <ac:spMkLst>
            <pc:docMk/>
            <pc:sldMk cId="2214954604" sldId="1785"/>
            <ac:spMk id="51" creationId="{570EB3A9-3A4E-4879-B8D8-F655B55F159C}"/>
          </ac:spMkLst>
        </pc:spChg>
        <pc:spChg chg="add mod">
          <ac:chgData name="Gellenoncourt, Kevin" userId="83ce2c6d-0bd4-4cd9-955e-dd3efc6a7d5a" providerId="ADAL" clId="{C9839D59-2972-4323-A767-4B90EFEABC06}" dt="2022-11-28T10:51:32.041" v="2271"/>
          <ac:spMkLst>
            <pc:docMk/>
            <pc:sldMk cId="2214954604" sldId="1785"/>
            <ac:spMk id="51" creationId="{D073A4E1-BA19-4EA8-A73F-B9768801BC8B}"/>
          </ac:spMkLst>
        </pc:spChg>
        <pc:spChg chg="add mod">
          <ac:chgData name="Gellenoncourt, Kevin" userId="83ce2c6d-0bd4-4cd9-955e-dd3efc6a7d5a" providerId="ADAL" clId="{C9839D59-2972-4323-A767-4B90EFEABC06}" dt="2022-11-28T10:51:32.041" v="2271"/>
          <ac:spMkLst>
            <pc:docMk/>
            <pc:sldMk cId="2214954604" sldId="1785"/>
            <ac:spMk id="52" creationId="{4BFAFB91-698E-428F-A464-6772B3F963B1}"/>
          </ac:spMkLst>
        </pc:spChg>
        <pc:spChg chg="del">
          <ac:chgData name="Gellenoncourt, Kevin" userId="83ce2c6d-0bd4-4cd9-955e-dd3efc6a7d5a" providerId="ADAL" clId="{C9839D59-2972-4323-A767-4B90EFEABC06}" dt="2022-11-25T12:54:45.737" v="735" actId="478"/>
          <ac:spMkLst>
            <pc:docMk/>
            <pc:sldMk cId="2214954604" sldId="1785"/>
            <ac:spMk id="52" creationId="{E1D6AE3E-1812-4455-8D32-667348C48AAF}"/>
          </ac:spMkLst>
        </pc:spChg>
        <pc:spChg chg="mod">
          <ac:chgData name="Gellenoncourt, Kevin" userId="83ce2c6d-0bd4-4cd9-955e-dd3efc6a7d5a" providerId="ADAL" clId="{C9839D59-2972-4323-A767-4B90EFEABC06}" dt="2022-11-28T16:13:08.214" v="4589" actId="1076"/>
          <ac:spMkLst>
            <pc:docMk/>
            <pc:sldMk cId="2214954604" sldId="1785"/>
            <ac:spMk id="54" creationId="{0FF15386-AA03-4343-9360-990938A3F3BE}"/>
          </ac:spMkLst>
        </pc:spChg>
        <pc:spChg chg="del">
          <ac:chgData name="Gellenoncourt, Kevin" userId="83ce2c6d-0bd4-4cd9-955e-dd3efc6a7d5a" providerId="ADAL" clId="{C9839D59-2972-4323-A767-4B90EFEABC06}" dt="2022-11-25T12:54:45.737" v="735" actId="478"/>
          <ac:spMkLst>
            <pc:docMk/>
            <pc:sldMk cId="2214954604" sldId="1785"/>
            <ac:spMk id="55" creationId="{017901EC-9820-4125-9518-5E6D9C7AB550}"/>
          </ac:spMkLst>
        </pc:spChg>
        <pc:spChg chg="add mod">
          <ac:chgData name="Gellenoncourt, Kevin" userId="83ce2c6d-0bd4-4cd9-955e-dd3efc6a7d5a" providerId="ADAL" clId="{C9839D59-2972-4323-A767-4B90EFEABC06}" dt="2022-11-28T10:51:32.041" v="2271"/>
          <ac:spMkLst>
            <pc:docMk/>
            <pc:sldMk cId="2214954604" sldId="1785"/>
            <ac:spMk id="55" creationId="{C5B3866D-1A1C-4E06-AA53-C05102A2B53B}"/>
          </ac:spMkLst>
        </pc:spChg>
        <pc:spChg chg="del">
          <ac:chgData name="Gellenoncourt, Kevin" userId="83ce2c6d-0bd4-4cd9-955e-dd3efc6a7d5a" providerId="ADAL" clId="{C9839D59-2972-4323-A767-4B90EFEABC06}" dt="2022-11-28T10:51:31.664" v="2270" actId="478"/>
          <ac:spMkLst>
            <pc:docMk/>
            <pc:sldMk cId="2214954604" sldId="1785"/>
            <ac:spMk id="58" creationId="{64A27AEB-C95A-48E1-8975-2FCAD04EA703}"/>
          </ac:spMkLst>
        </pc:spChg>
        <pc:spChg chg="del">
          <ac:chgData name="Gellenoncourt, Kevin" userId="83ce2c6d-0bd4-4cd9-955e-dd3efc6a7d5a" providerId="ADAL" clId="{C9839D59-2972-4323-A767-4B90EFEABC06}" dt="2022-11-28T10:51:31.664" v="2270" actId="478"/>
          <ac:spMkLst>
            <pc:docMk/>
            <pc:sldMk cId="2214954604" sldId="1785"/>
            <ac:spMk id="59" creationId="{6A2C5BD9-475F-4314-A09B-61B5D7858172}"/>
          </ac:spMkLst>
        </pc:spChg>
        <pc:spChg chg="mod">
          <ac:chgData name="Gellenoncourt, Kevin" userId="83ce2c6d-0bd4-4cd9-955e-dd3efc6a7d5a" providerId="ADAL" clId="{C9839D59-2972-4323-A767-4B90EFEABC06}" dt="2022-11-28T16:13:08.214" v="4589" actId="1076"/>
          <ac:spMkLst>
            <pc:docMk/>
            <pc:sldMk cId="2214954604" sldId="1785"/>
            <ac:spMk id="60" creationId="{C91B4403-8AAF-4B4E-A300-C2802E67329A}"/>
          </ac:spMkLst>
        </pc:spChg>
        <pc:spChg chg="mod">
          <ac:chgData name="Gellenoncourt, Kevin" userId="83ce2c6d-0bd4-4cd9-955e-dd3efc6a7d5a" providerId="ADAL" clId="{C9839D59-2972-4323-A767-4B90EFEABC06}" dt="2022-11-28T16:13:08.214" v="4589" actId="1076"/>
          <ac:spMkLst>
            <pc:docMk/>
            <pc:sldMk cId="2214954604" sldId="1785"/>
            <ac:spMk id="61" creationId="{B1C3312C-4CC6-41B8-8E39-0ADD5C1AD2F8}"/>
          </ac:spMkLst>
        </pc:spChg>
        <pc:spChg chg="mod">
          <ac:chgData name="Gellenoncourt, Kevin" userId="83ce2c6d-0bd4-4cd9-955e-dd3efc6a7d5a" providerId="ADAL" clId="{C9839D59-2972-4323-A767-4B90EFEABC06}" dt="2022-11-28T10:52:41.030" v="2285" actId="242"/>
          <ac:spMkLst>
            <pc:docMk/>
            <pc:sldMk cId="2214954604" sldId="1785"/>
            <ac:spMk id="62" creationId="{A4EE5134-E364-40F1-8B20-F47B07A3A9AE}"/>
          </ac:spMkLst>
        </pc:spChg>
        <pc:spChg chg="del mod">
          <ac:chgData name="Gellenoncourt, Kevin" userId="83ce2c6d-0bd4-4cd9-955e-dd3efc6a7d5a" providerId="ADAL" clId="{C9839D59-2972-4323-A767-4B90EFEABC06}" dt="2022-11-28T15:25:55.647" v="3909" actId="478"/>
          <ac:spMkLst>
            <pc:docMk/>
            <pc:sldMk cId="2214954604" sldId="1785"/>
            <ac:spMk id="64" creationId="{47EC6F68-ABD6-466D-981E-94A28E6C49B9}"/>
          </ac:spMkLst>
        </pc:spChg>
        <pc:spChg chg="del mod">
          <ac:chgData name="Gellenoncourt, Kevin" userId="83ce2c6d-0bd4-4cd9-955e-dd3efc6a7d5a" providerId="ADAL" clId="{C9839D59-2972-4323-A767-4B90EFEABC06}" dt="2022-11-28T15:25:55.647" v="3909" actId="478"/>
          <ac:spMkLst>
            <pc:docMk/>
            <pc:sldMk cId="2214954604" sldId="1785"/>
            <ac:spMk id="65" creationId="{BCA06015-2627-48E4-9BCE-951CCA6AE378}"/>
          </ac:spMkLst>
        </pc:spChg>
        <pc:spChg chg="del mod">
          <ac:chgData name="Gellenoncourt, Kevin" userId="83ce2c6d-0bd4-4cd9-955e-dd3efc6a7d5a" providerId="ADAL" clId="{C9839D59-2972-4323-A767-4B90EFEABC06}" dt="2022-11-28T15:25:55.647" v="3909" actId="478"/>
          <ac:spMkLst>
            <pc:docMk/>
            <pc:sldMk cId="2214954604" sldId="1785"/>
            <ac:spMk id="66" creationId="{99269A60-EF9C-44FC-B148-E0CBCD36F21B}"/>
          </ac:spMkLst>
        </pc:spChg>
        <pc:spChg chg="mod">
          <ac:chgData name="Gellenoncourt, Kevin" userId="83ce2c6d-0bd4-4cd9-955e-dd3efc6a7d5a" providerId="ADAL" clId="{C9839D59-2972-4323-A767-4B90EFEABC06}" dt="2022-11-28T16:13:23.221" v="4593" actId="14100"/>
          <ac:spMkLst>
            <pc:docMk/>
            <pc:sldMk cId="2214954604" sldId="1785"/>
            <ac:spMk id="67" creationId="{C3C535D3-EB4D-4D24-BA15-20DE65B7F528}"/>
          </ac:spMkLst>
        </pc:spChg>
        <pc:spChg chg="del">
          <ac:chgData name="Gellenoncourt, Kevin" userId="83ce2c6d-0bd4-4cd9-955e-dd3efc6a7d5a" providerId="ADAL" clId="{C9839D59-2972-4323-A767-4B90EFEABC06}" dt="2022-11-28T10:51:31.664" v="2270" actId="478"/>
          <ac:spMkLst>
            <pc:docMk/>
            <pc:sldMk cId="2214954604" sldId="1785"/>
            <ac:spMk id="74" creationId="{DC1AFFB8-D05C-490B-BD8B-F97CEE8100B6}"/>
          </ac:spMkLst>
        </pc:spChg>
        <pc:spChg chg="del">
          <ac:chgData name="Gellenoncourt, Kevin" userId="83ce2c6d-0bd4-4cd9-955e-dd3efc6a7d5a" providerId="ADAL" clId="{C9839D59-2972-4323-A767-4B90EFEABC06}" dt="2022-11-25T12:54:45.737" v="735" actId="478"/>
          <ac:spMkLst>
            <pc:docMk/>
            <pc:sldMk cId="2214954604" sldId="1785"/>
            <ac:spMk id="80" creationId="{407D7256-BC7B-4BF1-874F-66FA5B364512}"/>
          </ac:spMkLst>
        </pc:spChg>
        <pc:spChg chg="mod">
          <ac:chgData name="Gellenoncourt, Kevin" userId="83ce2c6d-0bd4-4cd9-955e-dd3efc6a7d5a" providerId="ADAL" clId="{C9839D59-2972-4323-A767-4B90EFEABC06}" dt="2022-11-28T16:13:15.679" v="4592" actId="14100"/>
          <ac:spMkLst>
            <pc:docMk/>
            <pc:sldMk cId="2214954604" sldId="1785"/>
            <ac:spMk id="94" creationId="{50334352-F9CA-4B90-B3D9-F28F533398ED}"/>
          </ac:spMkLst>
        </pc:spChg>
        <pc:spChg chg="mod">
          <ac:chgData name="Gellenoncourt, Kevin" userId="83ce2c6d-0bd4-4cd9-955e-dd3efc6a7d5a" providerId="ADAL" clId="{C9839D59-2972-4323-A767-4B90EFEABC06}" dt="2022-11-28T10:52:49.290" v="2286" actId="1076"/>
          <ac:spMkLst>
            <pc:docMk/>
            <pc:sldMk cId="2214954604" sldId="1785"/>
            <ac:spMk id="95" creationId="{600A3087-B46F-46D5-AD63-4F81DA157509}"/>
          </ac:spMkLst>
        </pc:spChg>
        <pc:spChg chg="del">
          <ac:chgData name="Gellenoncourt, Kevin" userId="83ce2c6d-0bd4-4cd9-955e-dd3efc6a7d5a" providerId="ADAL" clId="{C9839D59-2972-4323-A767-4B90EFEABC06}" dt="2022-11-28T10:51:31.664" v="2270" actId="478"/>
          <ac:spMkLst>
            <pc:docMk/>
            <pc:sldMk cId="2214954604" sldId="1785"/>
            <ac:spMk id="99" creationId="{6699A0E2-F3D2-4CA6-90F9-920CF1705393}"/>
          </ac:spMkLst>
        </pc:spChg>
        <pc:spChg chg="del">
          <ac:chgData name="Gellenoncourt, Kevin" userId="83ce2c6d-0bd4-4cd9-955e-dd3efc6a7d5a" providerId="ADAL" clId="{C9839D59-2972-4323-A767-4B90EFEABC06}" dt="2022-11-28T10:51:31.664" v="2270" actId="478"/>
          <ac:spMkLst>
            <pc:docMk/>
            <pc:sldMk cId="2214954604" sldId="1785"/>
            <ac:spMk id="116" creationId="{DC5803D0-5103-4E9D-8BF9-F1681C190CEA}"/>
          </ac:spMkLst>
        </pc:spChg>
        <pc:cxnChg chg="del mod">
          <ac:chgData name="Gellenoncourt, Kevin" userId="83ce2c6d-0bd4-4cd9-955e-dd3efc6a7d5a" providerId="ADAL" clId="{C9839D59-2972-4323-A767-4B90EFEABC06}" dt="2022-11-28T10:20:58.460" v="2038" actId="478"/>
          <ac:cxnSpMkLst>
            <pc:docMk/>
            <pc:sldMk cId="2214954604" sldId="1785"/>
            <ac:cxnSpMk id="44" creationId="{18B21FD7-1224-44CF-A938-7F78D749AF47}"/>
          </ac:cxnSpMkLst>
        </pc:cxnChg>
        <pc:cxnChg chg="mod">
          <ac:chgData name="Gellenoncourt, Kevin" userId="83ce2c6d-0bd4-4cd9-955e-dd3efc6a7d5a" providerId="ADAL" clId="{C9839D59-2972-4323-A767-4B90EFEABC06}" dt="2022-11-28T10:21:37.770" v="2062" actId="14100"/>
          <ac:cxnSpMkLst>
            <pc:docMk/>
            <pc:sldMk cId="2214954604" sldId="1785"/>
            <ac:cxnSpMk id="56" creationId="{E388977F-0ECB-4984-B4DB-435E5E3EA452}"/>
          </ac:cxnSpMkLst>
        </pc:cxnChg>
        <pc:cxnChg chg="del mod">
          <ac:chgData name="Gellenoncourt, Kevin" userId="83ce2c6d-0bd4-4cd9-955e-dd3efc6a7d5a" providerId="ADAL" clId="{C9839D59-2972-4323-A767-4B90EFEABC06}" dt="2022-11-25T17:13:07.248" v="1381" actId="478"/>
          <ac:cxnSpMkLst>
            <pc:docMk/>
            <pc:sldMk cId="2214954604" sldId="1785"/>
            <ac:cxnSpMk id="57" creationId="{502AA3DC-AF80-4AB3-894D-2F2C6F879B1C}"/>
          </ac:cxnSpMkLst>
        </pc:cxnChg>
        <pc:cxnChg chg="mod">
          <ac:chgData name="Gellenoncourt, Kevin" userId="83ce2c6d-0bd4-4cd9-955e-dd3efc6a7d5a" providerId="ADAL" clId="{C9839D59-2972-4323-A767-4B90EFEABC06}" dt="2022-11-28T16:12:39.857" v="4584" actId="1076"/>
          <ac:cxnSpMkLst>
            <pc:docMk/>
            <pc:sldMk cId="2214954604" sldId="1785"/>
            <ac:cxnSpMk id="75" creationId="{C6BA1B6E-129C-4370-80F9-3BCEDB251A1B}"/>
          </ac:cxnSpMkLst>
        </pc:cxnChg>
        <pc:cxnChg chg="mod">
          <ac:chgData name="Gellenoncourt, Kevin" userId="83ce2c6d-0bd4-4cd9-955e-dd3efc6a7d5a" providerId="ADAL" clId="{C9839D59-2972-4323-A767-4B90EFEABC06}" dt="2022-11-28T16:13:33.409" v="4594" actId="14100"/>
          <ac:cxnSpMkLst>
            <pc:docMk/>
            <pc:sldMk cId="2214954604" sldId="1785"/>
            <ac:cxnSpMk id="81" creationId="{3A8D3FB3-6C16-4E0B-A53C-FE9BD3053BEF}"/>
          </ac:cxnSpMkLst>
        </pc:cxnChg>
        <pc:cxnChg chg="del mod">
          <ac:chgData name="Gellenoncourt, Kevin" userId="83ce2c6d-0bd4-4cd9-955e-dd3efc6a7d5a" providerId="ADAL" clId="{C9839D59-2972-4323-A767-4B90EFEABC06}" dt="2022-11-28T15:25:51.687" v="3908" actId="478"/>
          <ac:cxnSpMkLst>
            <pc:docMk/>
            <pc:sldMk cId="2214954604" sldId="1785"/>
            <ac:cxnSpMk id="96" creationId="{2EC4654F-EB4E-4755-8D65-EB508B0D0BE9}"/>
          </ac:cxnSpMkLst>
        </pc:cxnChg>
        <pc:cxnChg chg="del mod">
          <ac:chgData name="Gellenoncourt, Kevin" userId="83ce2c6d-0bd4-4cd9-955e-dd3efc6a7d5a" providerId="ADAL" clId="{C9839D59-2972-4323-A767-4B90EFEABC06}" dt="2022-11-28T15:25:46.951" v="3907" actId="478"/>
          <ac:cxnSpMkLst>
            <pc:docMk/>
            <pc:sldMk cId="2214954604" sldId="1785"/>
            <ac:cxnSpMk id="97" creationId="{7ED28912-7DF1-4208-8A49-AE2B3D77C41D}"/>
          </ac:cxnSpMkLst>
        </pc:cxnChg>
      </pc:sldChg>
      <pc:sldChg chg="del">
        <pc:chgData name="Gellenoncourt, Kevin" userId="83ce2c6d-0bd4-4cd9-955e-dd3efc6a7d5a" providerId="ADAL" clId="{C9839D59-2972-4323-A767-4B90EFEABC06}" dt="2022-11-25T11:09:18.176" v="534" actId="47"/>
        <pc:sldMkLst>
          <pc:docMk/>
          <pc:sldMk cId="4165378332" sldId="1786"/>
        </pc:sldMkLst>
      </pc:sldChg>
      <pc:sldChg chg="modSp del mod">
        <pc:chgData name="Gellenoncourt, Kevin" userId="83ce2c6d-0bd4-4cd9-955e-dd3efc6a7d5a" providerId="ADAL" clId="{C9839D59-2972-4323-A767-4B90EFEABC06}" dt="2022-11-28T10:21:53.014" v="2071" actId="2696"/>
        <pc:sldMkLst>
          <pc:docMk/>
          <pc:sldMk cId="2213408317" sldId="1787"/>
        </pc:sldMkLst>
        <pc:spChg chg="mod">
          <ac:chgData name="Gellenoncourt, Kevin" userId="83ce2c6d-0bd4-4cd9-955e-dd3efc6a7d5a" providerId="ADAL" clId="{C9839D59-2972-4323-A767-4B90EFEABC06}" dt="2022-11-25T11:08:52.093" v="532" actId="20577"/>
          <ac:spMkLst>
            <pc:docMk/>
            <pc:sldMk cId="2213408317" sldId="1787"/>
            <ac:spMk id="7" creationId="{6965AD01-1930-4FD8-A319-92D62E7DEF34}"/>
          </ac:spMkLst>
        </pc:spChg>
      </pc:sldChg>
      <pc:sldChg chg="addSp delSp modSp add mod ord">
        <pc:chgData name="Gellenoncourt, Kevin" userId="83ce2c6d-0bd4-4cd9-955e-dd3efc6a7d5a" providerId="ADAL" clId="{C9839D59-2972-4323-A767-4B90EFEABC06}" dt="2023-02-01T11:28:05.468" v="53100"/>
        <pc:sldMkLst>
          <pc:docMk/>
          <pc:sldMk cId="4070581333" sldId="1788"/>
        </pc:sldMkLst>
        <pc:spChg chg="mod">
          <ac:chgData name="Gellenoncourt, Kevin" userId="83ce2c6d-0bd4-4cd9-955e-dd3efc6a7d5a" providerId="ADAL" clId="{C9839D59-2972-4323-A767-4B90EFEABC06}" dt="2022-11-25T10:45:53.997" v="80" actId="20577"/>
          <ac:spMkLst>
            <pc:docMk/>
            <pc:sldMk cId="4070581333" sldId="1788"/>
            <ac:spMk id="2" creationId="{D580E4BD-056B-45AD-BA88-16B8BC982371}"/>
          </ac:spMkLst>
        </pc:spChg>
        <pc:spChg chg="add del mod">
          <ac:chgData name="Gellenoncourt, Kevin" userId="83ce2c6d-0bd4-4cd9-955e-dd3efc6a7d5a" providerId="ADAL" clId="{C9839D59-2972-4323-A767-4B90EFEABC06}" dt="2023-01-23T15:28:31.100" v="48449" actId="478"/>
          <ac:spMkLst>
            <pc:docMk/>
            <pc:sldMk cId="4070581333" sldId="1788"/>
            <ac:spMk id="4" creationId="{1A785984-5B20-4D56-8EEB-D45F66DEC151}"/>
          </ac:spMkLst>
        </pc:spChg>
        <pc:spChg chg="add del mod">
          <ac:chgData name="Gellenoncourt, Kevin" userId="83ce2c6d-0bd4-4cd9-955e-dd3efc6a7d5a" providerId="ADAL" clId="{C9839D59-2972-4323-A767-4B90EFEABC06}" dt="2022-11-28T13:54:04.630" v="2696" actId="478"/>
          <ac:spMkLst>
            <pc:docMk/>
            <pc:sldMk cId="4070581333" sldId="1788"/>
            <ac:spMk id="4" creationId="{3271B281-B808-4856-9E6B-6976C309206B}"/>
          </ac:spMkLst>
        </pc:spChg>
        <pc:spChg chg="mod">
          <ac:chgData name="Gellenoncourt, Kevin" userId="83ce2c6d-0bd4-4cd9-955e-dd3efc6a7d5a" providerId="ADAL" clId="{C9839D59-2972-4323-A767-4B90EFEABC06}" dt="2022-11-28T14:15:24.680" v="3218"/>
          <ac:spMkLst>
            <pc:docMk/>
            <pc:sldMk cId="4070581333" sldId="1788"/>
            <ac:spMk id="7" creationId="{7B3EAB02-0676-4837-99AC-5B7D294E8E7E}"/>
          </ac:spMkLst>
        </pc:spChg>
        <pc:spChg chg="add del mod">
          <ac:chgData name="Gellenoncourt, Kevin" userId="83ce2c6d-0bd4-4cd9-955e-dd3efc6a7d5a" providerId="ADAL" clId="{C9839D59-2972-4323-A767-4B90EFEABC06}" dt="2022-11-28T14:15:06.261" v="3205" actId="478"/>
          <ac:spMkLst>
            <pc:docMk/>
            <pc:sldMk cId="4070581333" sldId="1788"/>
            <ac:spMk id="8" creationId="{BC347054-2998-4DC5-97D2-8631D3F7D053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4070581333" sldId="1788"/>
            <ac:spMk id="10" creationId="{1A6ED77C-72CB-49C4-B66D-C195DE8FB5DF}"/>
          </ac:spMkLst>
        </pc:spChg>
        <pc:spChg chg="del mod">
          <ac:chgData name="Gellenoncourt, Kevin" userId="83ce2c6d-0bd4-4cd9-955e-dd3efc6a7d5a" providerId="ADAL" clId="{C9839D59-2972-4323-A767-4B90EFEABC06}" dt="2023-01-23T15:34:28.195" v="48603" actId="21"/>
          <ac:spMkLst>
            <pc:docMk/>
            <pc:sldMk cId="4070581333" sldId="1788"/>
            <ac:spMk id="11" creationId="{E8B9B1ED-D66A-45B8-A86A-E82DE4F9F7EB}"/>
          </ac:spMkLst>
        </pc:spChg>
        <pc:spChg chg="add mod">
          <ac:chgData name="Gellenoncourt, Kevin" userId="83ce2c6d-0bd4-4cd9-955e-dd3efc6a7d5a" providerId="ADAL" clId="{C9839D59-2972-4323-A767-4B90EFEABC06}" dt="2023-01-23T16:14:11.861" v="48741" actId="14100"/>
          <ac:spMkLst>
            <pc:docMk/>
            <pc:sldMk cId="4070581333" sldId="1788"/>
            <ac:spMk id="11" creationId="{F54E4B68-2E07-429D-822A-FFE1F7E4AC92}"/>
          </ac:spMkLst>
        </pc:spChg>
        <pc:spChg chg="add del mod">
          <ac:chgData name="Gellenoncourt, Kevin" userId="83ce2c6d-0bd4-4cd9-955e-dd3efc6a7d5a" providerId="ADAL" clId="{C9839D59-2972-4323-A767-4B90EFEABC06}" dt="2022-11-28T13:37:38.634" v="2510" actId="21"/>
          <ac:spMkLst>
            <pc:docMk/>
            <pc:sldMk cId="4070581333" sldId="1788"/>
            <ac:spMk id="12" creationId="{BCEA06F4-3BD0-441B-88BE-4EBDF6F2F00A}"/>
          </ac:spMkLst>
        </pc:spChg>
        <pc:spChg chg="add del mod">
          <ac:chgData name="Gellenoncourt, Kevin" userId="83ce2c6d-0bd4-4cd9-955e-dd3efc6a7d5a" providerId="ADAL" clId="{C9839D59-2972-4323-A767-4B90EFEABC06}" dt="2023-01-23T15:29:46.134" v="48456" actId="21"/>
          <ac:spMkLst>
            <pc:docMk/>
            <pc:sldMk cId="4070581333" sldId="1788"/>
            <ac:spMk id="12" creationId="{FE6CBBCC-054F-475A-B2E3-D2597891FAFE}"/>
          </ac:spMkLst>
        </pc:spChg>
        <pc:spChg chg="add del mod">
          <ac:chgData name="Gellenoncourt, Kevin" userId="83ce2c6d-0bd4-4cd9-955e-dd3efc6a7d5a" providerId="ADAL" clId="{C9839D59-2972-4323-A767-4B90EFEABC06}" dt="2022-11-28T13:52:13.435" v="2650" actId="478"/>
          <ac:spMkLst>
            <pc:docMk/>
            <pc:sldMk cId="4070581333" sldId="1788"/>
            <ac:spMk id="13" creationId="{5D5B84F8-81A4-4F4E-BFBF-B10522C24E2F}"/>
          </ac:spMkLst>
        </pc:spChg>
        <pc:spChg chg="add del mod">
          <ac:chgData name="Gellenoncourt, Kevin" userId="83ce2c6d-0bd4-4cd9-955e-dd3efc6a7d5a" providerId="ADAL" clId="{C9839D59-2972-4323-A767-4B90EFEABC06}" dt="2023-01-23T15:32:10.852" v="48555" actId="478"/>
          <ac:spMkLst>
            <pc:docMk/>
            <pc:sldMk cId="4070581333" sldId="1788"/>
            <ac:spMk id="13" creationId="{C0984551-DCCB-4048-AFD5-985818550EEF}"/>
          </ac:spMkLst>
        </pc:spChg>
        <pc:spChg chg="add del mod">
          <ac:chgData name="Gellenoncourt, Kevin" userId="83ce2c6d-0bd4-4cd9-955e-dd3efc6a7d5a" providerId="ADAL" clId="{C9839D59-2972-4323-A767-4B90EFEABC06}" dt="2022-11-28T13:57:17.343" v="2793" actId="21"/>
          <ac:spMkLst>
            <pc:docMk/>
            <pc:sldMk cId="4070581333" sldId="1788"/>
            <ac:spMk id="14" creationId="{194437A1-98B8-48A1-804E-CCA40DAC0229}"/>
          </ac:spMkLst>
        </pc:spChg>
        <pc:spChg chg="add mod">
          <ac:chgData name="Gellenoncourt, Kevin" userId="83ce2c6d-0bd4-4cd9-955e-dd3efc6a7d5a" providerId="ADAL" clId="{C9839D59-2972-4323-A767-4B90EFEABC06}" dt="2023-01-23T16:12:53.532" v="48724" actId="14100"/>
          <ac:spMkLst>
            <pc:docMk/>
            <pc:sldMk cId="4070581333" sldId="1788"/>
            <ac:spMk id="14" creationId="{72AEC391-4BC2-499D-9A35-A3D912AC5383}"/>
          </ac:spMkLst>
        </pc:spChg>
        <pc:spChg chg="add del mod">
          <ac:chgData name="Gellenoncourt, Kevin" userId="83ce2c6d-0bd4-4cd9-955e-dd3efc6a7d5a" providerId="ADAL" clId="{C9839D59-2972-4323-A767-4B90EFEABC06}" dt="2023-01-23T15:28:19.559" v="48447" actId="478"/>
          <ac:spMkLst>
            <pc:docMk/>
            <pc:sldMk cId="4070581333" sldId="1788"/>
            <ac:spMk id="15" creationId="{E68F3B3D-27AC-4585-8550-95DF875CDF40}"/>
          </ac:spMkLst>
        </pc:spChg>
        <pc:spChg chg="add del mod">
          <ac:chgData name="Gellenoncourt, Kevin" userId="83ce2c6d-0bd4-4cd9-955e-dd3efc6a7d5a" providerId="ADAL" clId="{C9839D59-2972-4323-A767-4B90EFEABC06}" dt="2023-01-23T15:29:53.739" v="48458" actId="21"/>
          <ac:spMkLst>
            <pc:docMk/>
            <pc:sldMk cId="4070581333" sldId="1788"/>
            <ac:spMk id="16" creationId="{C484F097-0CD5-49B6-847E-EDC3054B2A68}"/>
          </ac:spMkLst>
        </pc:spChg>
        <pc:spChg chg="add mod">
          <ac:chgData name="Gellenoncourt, Kevin" userId="83ce2c6d-0bd4-4cd9-955e-dd3efc6a7d5a" providerId="ADAL" clId="{C9839D59-2972-4323-A767-4B90EFEABC06}" dt="2023-01-23T16:14:17.276" v="48742" actId="14100"/>
          <ac:spMkLst>
            <pc:docMk/>
            <pc:sldMk cId="4070581333" sldId="1788"/>
            <ac:spMk id="17" creationId="{5CAB74ED-604B-4EDB-805E-65ABC11F0B4D}"/>
          </ac:spMkLst>
        </pc:spChg>
        <pc:spChg chg="add del mod">
          <ac:chgData name="Gellenoncourt, Kevin" userId="83ce2c6d-0bd4-4cd9-955e-dd3efc6a7d5a" providerId="ADAL" clId="{C9839D59-2972-4323-A767-4B90EFEABC06}" dt="2022-11-29T15:32:28.970" v="6068" actId="21"/>
          <ac:spMkLst>
            <pc:docMk/>
            <pc:sldMk cId="4070581333" sldId="1788"/>
            <ac:spMk id="17" creationId="{DB1747D4-240C-455F-BAAC-D17DDC0B4A8C}"/>
          </ac:spMkLst>
        </pc:spChg>
        <pc:spChg chg="add mod">
          <ac:chgData name="Gellenoncourt, Kevin" userId="83ce2c6d-0bd4-4cd9-955e-dd3efc6a7d5a" providerId="ADAL" clId="{C9839D59-2972-4323-A767-4B90EFEABC06}" dt="2023-01-23T16:14:19.500" v="48743" actId="14100"/>
          <ac:spMkLst>
            <pc:docMk/>
            <pc:sldMk cId="4070581333" sldId="1788"/>
            <ac:spMk id="18" creationId="{EED1D12D-F487-4A7E-AC3D-77E596027680}"/>
          </ac:spMkLst>
        </pc:spChg>
        <pc:spChg chg="add mod">
          <ac:chgData name="Gellenoncourt, Kevin" userId="83ce2c6d-0bd4-4cd9-955e-dd3efc6a7d5a" providerId="ADAL" clId="{C9839D59-2972-4323-A767-4B90EFEABC06}" dt="2023-01-23T16:12:30.655" v="48717" actId="14100"/>
          <ac:spMkLst>
            <pc:docMk/>
            <pc:sldMk cId="4070581333" sldId="1788"/>
            <ac:spMk id="19" creationId="{B3E24D58-8FE9-49B8-A7B8-8BBF39F9F7F2}"/>
          </ac:spMkLst>
        </pc:spChg>
        <pc:spChg chg="del mod">
          <ac:chgData name="Gellenoncourt, Kevin" userId="83ce2c6d-0bd4-4cd9-955e-dd3efc6a7d5a" providerId="ADAL" clId="{C9839D59-2972-4323-A767-4B90EFEABC06}" dt="2022-11-28T13:54:02.376" v="2695" actId="21"/>
          <ac:spMkLst>
            <pc:docMk/>
            <pc:sldMk cId="4070581333" sldId="1788"/>
            <ac:spMk id="21" creationId="{8C04C22E-3046-405B-9139-AB70D61E5679}"/>
          </ac:spMkLst>
        </pc:spChg>
        <pc:spChg chg="del mod">
          <ac:chgData name="Gellenoncourt, Kevin" userId="83ce2c6d-0bd4-4cd9-955e-dd3efc6a7d5a" providerId="ADAL" clId="{C9839D59-2972-4323-A767-4B90EFEABC06}" dt="2022-11-28T14:14:46.355" v="3198" actId="21"/>
          <ac:spMkLst>
            <pc:docMk/>
            <pc:sldMk cId="4070581333" sldId="1788"/>
            <ac:spMk id="29" creationId="{0F098DF2-C167-4A19-94A4-7F8BCB64105C}"/>
          </ac:spMkLst>
        </pc:spChg>
        <pc:spChg chg="del mod">
          <ac:chgData name="Gellenoncourt, Kevin" userId="83ce2c6d-0bd4-4cd9-955e-dd3efc6a7d5a" providerId="ADAL" clId="{C9839D59-2972-4323-A767-4B90EFEABC06}" dt="2022-11-28T14:07:22.510" v="3073" actId="478"/>
          <ac:spMkLst>
            <pc:docMk/>
            <pc:sldMk cId="4070581333" sldId="1788"/>
            <ac:spMk id="30" creationId="{C879E068-57CB-4DB1-8815-22D6F9B14D11}"/>
          </ac:spMkLst>
        </pc:spChg>
      </pc:sldChg>
      <pc:sldChg chg="add ord">
        <pc:chgData name="Gellenoncourt, Kevin" userId="83ce2c6d-0bd4-4cd9-955e-dd3efc6a7d5a" providerId="ADAL" clId="{C9839D59-2972-4323-A767-4B90EFEABC06}" dt="2022-12-05T17:07:06.753" v="14635"/>
        <pc:sldMkLst>
          <pc:docMk/>
          <pc:sldMk cId="2833669000" sldId="1789"/>
        </pc:sldMkLst>
      </pc:sldChg>
      <pc:sldChg chg="addSp delSp modSp new del mod addCm delCm modCm">
        <pc:chgData name="Gellenoncourt, Kevin" userId="83ce2c6d-0bd4-4cd9-955e-dd3efc6a7d5a" providerId="ADAL" clId="{C9839D59-2972-4323-A767-4B90EFEABC06}" dt="2022-12-22T15:16:02.720" v="39897" actId="47"/>
        <pc:sldMkLst>
          <pc:docMk/>
          <pc:sldMk cId="3559434001" sldId="1790"/>
        </pc:sldMkLst>
        <pc:spChg chg="add del mod">
          <ac:chgData name="Gellenoncourt, Kevin" userId="83ce2c6d-0bd4-4cd9-955e-dd3efc6a7d5a" providerId="ADAL" clId="{C9839D59-2972-4323-A767-4B90EFEABC06}" dt="2022-11-28T16:38:10.915" v="4621" actId="21"/>
          <ac:spMkLst>
            <pc:docMk/>
            <pc:sldMk cId="3559434001" sldId="1790"/>
            <ac:spMk id="3" creationId="{29B1BCB5-2F1C-41FF-920D-89D74B1C4F74}"/>
          </ac:spMkLst>
        </pc:spChg>
        <pc:spChg chg="mod">
          <ac:chgData name="Gellenoncourt, Kevin" userId="83ce2c6d-0bd4-4cd9-955e-dd3efc6a7d5a" providerId="ADAL" clId="{C9839D59-2972-4323-A767-4B90EFEABC06}" dt="2022-12-05T17:13:38.290" v="14795" actId="20577"/>
          <ac:spMkLst>
            <pc:docMk/>
            <pc:sldMk cId="3559434001" sldId="1790"/>
            <ac:spMk id="4" creationId="{788C10F9-9657-4893-A226-57D7E22F102D}"/>
          </ac:spMkLst>
        </pc:spChg>
        <pc:spChg chg="mod">
          <ac:chgData name="Gellenoncourt, Kevin" userId="83ce2c6d-0bd4-4cd9-955e-dd3efc6a7d5a" providerId="ADAL" clId="{C9839D59-2972-4323-A767-4B90EFEABC06}" dt="2022-12-22T14:05:07.403" v="39742" actId="242"/>
          <ac:spMkLst>
            <pc:docMk/>
            <pc:sldMk cId="3559434001" sldId="1790"/>
            <ac:spMk id="5" creationId="{0DF1388A-C9BB-4BFC-B3D5-D147691E7B57}"/>
          </ac:spMkLst>
        </pc:spChg>
        <pc:spChg chg="mod">
          <ac:chgData name="Gellenoncourt, Kevin" userId="83ce2c6d-0bd4-4cd9-955e-dd3efc6a7d5a" providerId="ADAL" clId="{C9839D59-2972-4323-A767-4B90EFEABC06}" dt="2022-12-07T11:20:59.384" v="19049" actId="20577"/>
          <ac:spMkLst>
            <pc:docMk/>
            <pc:sldMk cId="3559434001" sldId="1790"/>
            <ac:spMk id="6" creationId="{20A4A119-D40C-40B2-B276-9D6CFC6EC5F7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3559434001" sldId="1790"/>
            <ac:spMk id="7" creationId="{1FA95A47-B172-42B0-98AF-1DC6864D1F74}"/>
          </ac:spMkLst>
        </pc:spChg>
        <pc:spChg chg="add del mod">
          <ac:chgData name="Gellenoncourt, Kevin" userId="83ce2c6d-0bd4-4cd9-955e-dd3efc6a7d5a" providerId="ADAL" clId="{C9839D59-2972-4323-A767-4B90EFEABC06}" dt="2022-11-28T16:40:40.585" v="4663" actId="21"/>
          <ac:spMkLst>
            <pc:docMk/>
            <pc:sldMk cId="3559434001" sldId="1790"/>
            <ac:spMk id="8" creationId="{C4642ABF-F2B1-4BA6-B83D-5C427E707C26}"/>
          </ac:spMkLst>
        </pc:spChg>
        <pc:spChg chg="add del mod">
          <ac:chgData name="Gellenoncourt, Kevin" userId="83ce2c6d-0bd4-4cd9-955e-dd3efc6a7d5a" providerId="ADAL" clId="{C9839D59-2972-4323-A767-4B90EFEABC06}" dt="2022-11-25T17:12:19.961" v="1369"/>
          <ac:spMkLst>
            <pc:docMk/>
            <pc:sldMk cId="3559434001" sldId="1790"/>
            <ac:spMk id="9" creationId="{2C52714F-EED5-47EF-A494-39FC921F63C1}"/>
          </ac:spMkLst>
        </pc:spChg>
        <pc:spChg chg="add mod">
          <ac:chgData name="Gellenoncourt, Kevin" userId="83ce2c6d-0bd4-4cd9-955e-dd3efc6a7d5a" providerId="ADAL" clId="{C9839D59-2972-4323-A767-4B90EFEABC06}" dt="2022-12-22T14:05:00.529" v="39740" actId="108"/>
          <ac:spMkLst>
            <pc:docMk/>
            <pc:sldMk cId="3559434001" sldId="1790"/>
            <ac:spMk id="9" creationId="{BA99E3C9-6E33-4FBA-BAE9-F51FC428304A}"/>
          </ac:spMkLst>
        </pc:spChg>
        <pc:spChg chg="add del mod">
          <ac:chgData name="Gellenoncourt, Kevin" userId="83ce2c6d-0bd4-4cd9-955e-dd3efc6a7d5a" providerId="ADAL" clId="{C9839D59-2972-4323-A767-4B90EFEABC06}" dt="2022-11-25T17:12:24.413" v="1371"/>
          <ac:spMkLst>
            <pc:docMk/>
            <pc:sldMk cId="3559434001" sldId="1790"/>
            <ac:spMk id="10" creationId="{E34B7A0A-B94A-4FDB-A4A3-BE1BF24D4D58}"/>
          </ac:spMkLst>
        </pc:spChg>
        <pc:spChg chg="add del mod">
          <ac:chgData name="Gellenoncourt, Kevin" userId="83ce2c6d-0bd4-4cd9-955e-dd3efc6a7d5a" providerId="ADAL" clId="{C9839D59-2972-4323-A767-4B90EFEABC06}" dt="2022-12-01T17:00:48.788" v="8050" actId="478"/>
          <ac:spMkLst>
            <pc:docMk/>
            <pc:sldMk cId="3559434001" sldId="1790"/>
            <ac:spMk id="10" creationId="{E72B28E4-8A4A-46B5-9A3D-BFA71B94A3B6}"/>
          </ac:spMkLst>
        </pc:spChg>
        <pc:spChg chg="add del mod">
          <ac:chgData name="Gellenoncourt, Kevin" userId="83ce2c6d-0bd4-4cd9-955e-dd3efc6a7d5a" providerId="ADAL" clId="{C9839D59-2972-4323-A767-4B90EFEABC06}" dt="2022-12-22T14:04:39.746" v="39733" actId="404"/>
          <ac:spMkLst>
            <pc:docMk/>
            <pc:sldMk cId="3559434001" sldId="1790"/>
            <ac:spMk id="11" creationId="{5337E2BB-6C13-45D2-8966-C9AB9225F9E3}"/>
          </ac:spMkLst>
        </pc:spChg>
        <pc:spChg chg="add del mod">
          <ac:chgData name="Gellenoncourt, Kevin" userId="83ce2c6d-0bd4-4cd9-955e-dd3efc6a7d5a" providerId="ADAL" clId="{C9839D59-2972-4323-A767-4B90EFEABC06}" dt="2022-12-05T16:38:40.406" v="14303" actId="21"/>
          <ac:spMkLst>
            <pc:docMk/>
            <pc:sldMk cId="3559434001" sldId="1790"/>
            <ac:spMk id="12" creationId="{34C851CD-F2B0-459A-A235-B87C9858C9F2}"/>
          </ac:spMkLst>
        </pc:spChg>
        <pc:spChg chg="add mod">
          <ac:chgData name="Gellenoncourt, Kevin" userId="83ce2c6d-0bd4-4cd9-955e-dd3efc6a7d5a" providerId="ADAL" clId="{C9839D59-2972-4323-A767-4B90EFEABC06}" dt="2022-12-22T14:04:57.471" v="39739" actId="108"/>
          <ac:spMkLst>
            <pc:docMk/>
            <pc:sldMk cId="3559434001" sldId="1790"/>
            <ac:spMk id="12" creationId="{E111296B-4CF0-4382-AA2F-07B64D9384A6}"/>
          </ac:spMkLst>
        </pc:spChg>
        <pc:spChg chg="add del mod">
          <ac:chgData name="Gellenoncourt, Kevin" userId="83ce2c6d-0bd4-4cd9-955e-dd3efc6a7d5a" providerId="ADAL" clId="{C9839D59-2972-4323-A767-4B90EFEABC06}" dt="2022-12-05T16:38:40.406" v="14303" actId="21"/>
          <ac:spMkLst>
            <pc:docMk/>
            <pc:sldMk cId="3559434001" sldId="1790"/>
            <ac:spMk id="13" creationId="{2AC7A864-3BF1-42C7-B401-2C75D2EB8399}"/>
          </ac:spMkLst>
        </pc:spChg>
        <pc:spChg chg="add del mod">
          <ac:chgData name="Gellenoncourt, Kevin" userId="83ce2c6d-0bd4-4cd9-955e-dd3efc6a7d5a" providerId="ADAL" clId="{C9839D59-2972-4323-A767-4B90EFEABC06}" dt="2022-12-05T08:45:42.475" v="9164" actId="21"/>
          <ac:spMkLst>
            <pc:docMk/>
            <pc:sldMk cId="3559434001" sldId="1790"/>
            <ac:spMk id="13" creationId="{7BD85584-461A-4E4C-9D88-CB11F8A33EC3}"/>
          </ac:spMkLst>
        </pc:spChg>
        <pc:spChg chg="add del mod">
          <ac:chgData name="Gellenoncourt, Kevin" userId="83ce2c6d-0bd4-4cd9-955e-dd3efc6a7d5a" providerId="ADAL" clId="{C9839D59-2972-4323-A767-4B90EFEABC06}" dt="2022-12-06T10:03:00.347" v="15576"/>
          <ac:spMkLst>
            <pc:docMk/>
            <pc:sldMk cId="3559434001" sldId="1790"/>
            <ac:spMk id="13" creationId="{8617772D-5648-430E-9C0D-D0A32B35064D}"/>
          </ac:spMkLst>
        </pc:spChg>
        <pc:spChg chg="add del mod">
          <ac:chgData name="Gellenoncourt, Kevin" userId="83ce2c6d-0bd4-4cd9-955e-dd3efc6a7d5a" providerId="ADAL" clId="{C9839D59-2972-4323-A767-4B90EFEABC06}" dt="2022-11-28T16:38:13.279" v="4622" actId="478"/>
          <ac:spMkLst>
            <pc:docMk/>
            <pc:sldMk cId="3559434001" sldId="1790"/>
            <ac:spMk id="13" creationId="{AE157011-09F8-46B8-83B1-748A42BAE563}"/>
          </ac:spMkLst>
        </pc:spChg>
        <pc:spChg chg="add mod">
          <ac:chgData name="Gellenoncourt, Kevin" userId="83ce2c6d-0bd4-4cd9-955e-dd3efc6a7d5a" providerId="ADAL" clId="{C9839D59-2972-4323-A767-4B90EFEABC06}" dt="2022-12-22T14:04:52.010" v="39737" actId="108"/>
          <ac:spMkLst>
            <pc:docMk/>
            <pc:sldMk cId="3559434001" sldId="1790"/>
            <ac:spMk id="14" creationId="{CB1E06A2-D58B-4D3A-A638-082191C60F85}"/>
          </ac:spMkLst>
        </pc:spChg>
        <pc:spChg chg="add del mod">
          <ac:chgData name="Gellenoncourt, Kevin" userId="83ce2c6d-0bd4-4cd9-955e-dd3efc6a7d5a" providerId="ADAL" clId="{C9839D59-2972-4323-A767-4B90EFEABC06}" dt="2022-12-05T08:44:53.518" v="9113" actId="21"/>
          <ac:spMkLst>
            <pc:docMk/>
            <pc:sldMk cId="3559434001" sldId="1790"/>
            <ac:spMk id="15" creationId="{0578EAEE-6071-45DC-A2D3-B4481DF4D443}"/>
          </ac:spMkLst>
        </pc:spChg>
        <pc:spChg chg="add del mod">
          <ac:chgData name="Gellenoncourt, Kevin" userId="83ce2c6d-0bd4-4cd9-955e-dd3efc6a7d5a" providerId="ADAL" clId="{C9839D59-2972-4323-A767-4B90EFEABC06}" dt="2022-12-06T10:03:00.347" v="15576"/>
          <ac:spMkLst>
            <pc:docMk/>
            <pc:sldMk cId="3559434001" sldId="1790"/>
            <ac:spMk id="15" creationId="{0C8E4308-3570-43B2-8EB1-A051AEA45BE5}"/>
          </ac:spMkLst>
        </pc:spChg>
        <pc:spChg chg="add del mod">
          <ac:chgData name="Gellenoncourt, Kevin" userId="83ce2c6d-0bd4-4cd9-955e-dd3efc6a7d5a" providerId="ADAL" clId="{C9839D59-2972-4323-A767-4B90EFEABC06}" dt="2022-12-05T16:38:40.406" v="14303" actId="21"/>
          <ac:spMkLst>
            <pc:docMk/>
            <pc:sldMk cId="3559434001" sldId="1790"/>
            <ac:spMk id="15" creationId="{AB18076F-B151-4201-AD16-BF23EBB2676D}"/>
          </ac:spMkLst>
        </pc:spChg>
        <pc:spChg chg="add del mod">
          <ac:chgData name="Gellenoncourt, Kevin" userId="83ce2c6d-0bd4-4cd9-955e-dd3efc6a7d5a" providerId="ADAL" clId="{C9839D59-2972-4323-A767-4B90EFEABC06}" dt="2022-12-05T16:38:40.406" v="14303" actId="21"/>
          <ac:spMkLst>
            <pc:docMk/>
            <pc:sldMk cId="3559434001" sldId="1790"/>
            <ac:spMk id="16" creationId="{450EEDFF-A7E9-4BC8-AFDE-4C1C43711AA0}"/>
          </ac:spMkLst>
        </pc:spChg>
        <pc:spChg chg="add del mod">
          <ac:chgData name="Gellenoncourt, Kevin" userId="83ce2c6d-0bd4-4cd9-955e-dd3efc6a7d5a" providerId="ADAL" clId="{C9839D59-2972-4323-A767-4B90EFEABC06}" dt="2022-12-06T10:03:00.347" v="15576"/>
          <ac:spMkLst>
            <pc:docMk/>
            <pc:sldMk cId="3559434001" sldId="1790"/>
            <ac:spMk id="16" creationId="{60A9FA3A-015B-4F7F-8882-E10BE4080746}"/>
          </ac:spMkLst>
        </pc:spChg>
        <pc:spChg chg="add del mod">
          <ac:chgData name="Gellenoncourt, Kevin" userId="83ce2c6d-0bd4-4cd9-955e-dd3efc6a7d5a" providerId="ADAL" clId="{C9839D59-2972-4323-A767-4B90EFEABC06}" dt="2022-12-06T14:07:10.050" v="16697" actId="478"/>
          <ac:spMkLst>
            <pc:docMk/>
            <pc:sldMk cId="3559434001" sldId="1790"/>
            <ac:spMk id="17" creationId="{11E8797E-2EA1-4B50-8052-39443A4CFB14}"/>
          </ac:spMkLst>
        </pc:spChg>
        <pc:spChg chg="add del mod">
          <ac:chgData name="Gellenoncourt, Kevin" userId="83ce2c6d-0bd4-4cd9-955e-dd3efc6a7d5a" providerId="ADAL" clId="{C9839D59-2972-4323-A767-4B90EFEABC06}" dt="2022-12-05T16:38:40.406" v="14303" actId="21"/>
          <ac:spMkLst>
            <pc:docMk/>
            <pc:sldMk cId="3559434001" sldId="1790"/>
            <ac:spMk id="18" creationId="{29B592FD-914B-4D61-99D1-3F3B7124C225}"/>
          </ac:spMkLst>
        </pc:spChg>
        <pc:spChg chg="add del mod">
          <ac:chgData name="Gellenoncourt, Kevin" userId="83ce2c6d-0bd4-4cd9-955e-dd3efc6a7d5a" providerId="ADAL" clId="{C9839D59-2972-4323-A767-4B90EFEABC06}" dt="2022-12-06T10:03:00.347" v="15576"/>
          <ac:spMkLst>
            <pc:docMk/>
            <pc:sldMk cId="3559434001" sldId="1790"/>
            <ac:spMk id="18" creationId="{737DB7A6-2A6E-4399-81C4-24DC7569640F}"/>
          </ac:spMkLst>
        </pc:spChg>
        <pc:spChg chg="add mod">
          <ac:chgData name="Gellenoncourt, Kevin" userId="83ce2c6d-0bd4-4cd9-955e-dd3efc6a7d5a" providerId="ADAL" clId="{C9839D59-2972-4323-A767-4B90EFEABC06}" dt="2022-12-22T14:04:54.628" v="39738" actId="108"/>
          <ac:spMkLst>
            <pc:docMk/>
            <pc:sldMk cId="3559434001" sldId="1790"/>
            <ac:spMk id="19" creationId="{7190FB82-38AF-464B-A540-E8BA0532655E}"/>
          </ac:spMkLst>
        </pc:spChg>
        <pc:spChg chg="add mod">
          <ac:chgData name="Gellenoncourt, Kevin" userId="83ce2c6d-0bd4-4cd9-955e-dd3efc6a7d5a" providerId="ADAL" clId="{C9839D59-2972-4323-A767-4B90EFEABC06}" dt="2022-12-06T10:03:30.671" v="15615" actId="1038"/>
          <ac:spMkLst>
            <pc:docMk/>
            <pc:sldMk cId="3559434001" sldId="1790"/>
            <ac:spMk id="20" creationId="{248F0F90-0FFF-4BC3-8F29-5F9E20B8876D}"/>
          </ac:spMkLst>
        </pc:spChg>
        <pc:spChg chg="add mod">
          <ac:chgData name="Gellenoncourt, Kevin" userId="83ce2c6d-0bd4-4cd9-955e-dd3efc6a7d5a" providerId="ADAL" clId="{C9839D59-2972-4323-A767-4B90EFEABC06}" dt="2022-12-06T10:03:30.671" v="15615" actId="1038"/>
          <ac:spMkLst>
            <pc:docMk/>
            <pc:sldMk cId="3559434001" sldId="1790"/>
            <ac:spMk id="21" creationId="{5F857372-7FC7-4263-9A68-E9CFA49267C0}"/>
          </ac:spMkLst>
        </pc:spChg>
        <pc:spChg chg="add mod">
          <ac:chgData name="Gellenoncourt, Kevin" userId="83ce2c6d-0bd4-4cd9-955e-dd3efc6a7d5a" providerId="ADAL" clId="{C9839D59-2972-4323-A767-4B90EFEABC06}" dt="2022-12-06T10:03:30.671" v="15615" actId="1038"/>
          <ac:spMkLst>
            <pc:docMk/>
            <pc:sldMk cId="3559434001" sldId="1790"/>
            <ac:spMk id="22" creationId="{E0234C59-F915-4DFB-BB62-CBDAF141ED5E}"/>
          </ac:spMkLst>
        </pc:spChg>
        <pc:spChg chg="add mod">
          <ac:chgData name="Gellenoncourt, Kevin" userId="83ce2c6d-0bd4-4cd9-955e-dd3efc6a7d5a" providerId="ADAL" clId="{C9839D59-2972-4323-A767-4B90EFEABC06}" dt="2022-12-06T10:03:30.671" v="15615" actId="1038"/>
          <ac:spMkLst>
            <pc:docMk/>
            <pc:sldMk cId="3559434001" sldId="1790"/>
            <ac:spMk id="23" creationId="{33A2A0B8-43FC-4B75-9730-BBAA10C3AFBD}"/>
          </ac:spMkLst>
        </pc:spChg>
      </pc:sldChg>
      <pc:sldChg chg="addSp delSp modSp add del mod ord">
        <pc:chgData name="Gellenoncourt, Kevin" userId="83ce2c6d-0bd4-4cd9-955e-dd3efc6a7d5a" providerId="ADAL" clId="{C9839D59-2972-4323-A767-4B90EFEABC06}" dt="2022-11-28T14:19:40.348" v="3320" actId="2696"/>
        <pc:sldMkLst>
          <pc:docMk/>
          <pc:sldMk cId="1712215780" sldId="1791"/>
        </pc:sldMkLst>
        <pc:spChg chg="mod">
          <ac:chgData name="Gellenoncourt, Kevin" userId="83ce2c6d-0bd4-4cd9-955e-dd3efc6a7d5a" providerId="ADAL" clId="{C9839D59-2972-4323-A767-4B90EFEABC06}" dt="2022-11-28T10:28:25.303" v="2189" actId="20577"/>
          <ac:spMkLst>
            <pc:docMk/>
            <pc:sldMk cId="1712215780" sldId="1791"/>
            <ac:spMk id="2" creationId="{81B4020D-2DE6-4B6C-822C-676A9E68ECFA}"/>
          </ac:spMkLst>
        </pc:spChg>
        <pc:spChg chg="del mod">
          <ac:chgData name="Gellenoncourt, Kevin" userId="83ce2c6d-0bd4-4cd9-955e-dd3efc6a7d5a" providerId="ADAL" clId="{C9839D59-2972-4323-A767-4B90EFEABC06}" dt="2022-11-28T14:19:27.304" v="3317" actId="21"/>
          <ac:spMkLst>
            <pc:docMk/>
            <pc:sldMk cId="1712215780" sldId="1791"/>
            <ac:spMk id="4" creationId="{AE7AF101-B834-4B05-99A3-B4C8D043B6E1}"/>
          </ac:spMkLst>
        </pc:spChg>
        <pc:spChg chg="add mod">
          <ac:chgData name="Gellenoncourt, Kevin" userId="83ce2c6d-0bd4-4cd9-955e-dd3efc6a7d5a" providerId="ADAL" clId="{C9839D59-2972-4323-A767-4B90EFEABC06}" dt="2022-11-28T14:19:27.304" v="3317" actId="21"/>
          <ac:spMkLst>
            <pc:docMk/>
            <pc:sldMk cId="1712215780" sldId="1791"/>
            <ac:spMk id="5" creationId="{8EF40D83-2428-457A-9BCB-E2F49CAD5B66}"/>
          </ac:spMkLst>
        </pc:spChg>
        <pc:spChg chg="mod">
          <ac:chgData name="Gellenoncourt, Kevin" userId="83ce2c6d-0bd4-4cd9-955e-dd3efc6a7d5a" providerId="ADAL" clId="{C9839D59-2972-4323-A767-4B90EFEABC06}" dt="2022-11-28T14:05:39.748" v="3035" actId="20577"/>
          <ac:spMkLst>
            <pc:docMk/>
            <pc:sldMk cId="1712215780" sldId="1791"/>
            <ac:spMk id="7" creationId="{92F87223-3247-43AA-997B-71B533465805}"/>
          </ac:spMkLst>
        </pc:spChg>
        <pc:spChg chg="mod">
          <ac:chgData name="Gellenoncourt, Kevin" userId="83ce2c6d-0bd4-4cd9-955e-dd3efc6a7d5a" providerId="ADAL" clId="{C9839D59-2972-4323-A767-4B90EFEABC06}" dt="2022-11-28T10:57:00.313" v="2393" actId="14100"/>
          <ac:spMkLst>
            <pc:docMk/>
            <pc:sldMk cId="1712215780" sldId="1791"/>
            <ac:spMk id="8" creationId="{B83ACEE6-7D37-4A7B-83F5-B1E35E3DFFA2}"/>
          </ac:spMkLst>
        </pc:spChg>
        <pc:spChg chg="mod">
          <ac:chgData name="Gellenoncourt, Kevin" userId="83ce2c6d-0bd4-4cd9-955e-dd3efc6a7d5a" providerId="ADAL" clId="{C9839D59-2972-4323-A767-4B90EFEABC06}" dt="2022-11-28T10:56:49.733" v="2386" actId="14100"/>
          <ac:spMkLst>
            <pc:docMk/>
            <pc:sldMk cId="1712215780" sldId="1791"/>
            <ac:spMk id="10" creationId="{5FE8E838-5A41-47E2-A1EB-775C05268CCE}"/>
          </ac:spMkLst>
        </pc:spChg>
        <pc:spChg chg="add mod">
          <ac:chgData name="Gellenoncourt, Kevin" userId="83ce2c6d-0bd4-4cd9-955e-dd3efc6a7d5a" providerId="ADAL" clId="{C9839D59-2972-4323-A767-4B90EFEABC06}" dt="2022-11-28T10:57:02.537" v="2394" actId="1076"/>
          <ac:spMkLst>
            <pc:docMk/>
            <pc:sldMk cId="1712215780" sldId="1791"/>
            <ac:spMk id="11" creationId="{8D9ECBDB-E79A-42B5-9621-BB387734F308}"/>
          </ac:spMkLst>
        </pc:spChg>
        <pc:spChg chg="add del mod">
          <ac:chgData name="Gellenoncourt, Kevin" userId="83ce2c6d-0bd4-4cd9-955e-dd3efc6a7d5a" providerId="ADAL" clId="{C9839D59-2972-4323-A767-4B90EFEABC06}" dt="2022-11-28T14:19:27.304" v="3317" actId="21"/>
          <ac:spMkLst>
            <pc:docMk/>
            <pc:sldMk cId="1712215780" sldId="1791"/>
            <ac:spMk id="12" creationId="{E7CD5317-1E0A-4E95-84D3-98CF02BBC9B7}"/>
          </ac:spMkLst>
        </pc:spChg>
      </pc:sldChg>
      <pc:sldChg chg="modSp add del mod">
        <pc:chgData name="Gellenoncourt, Kevin" userId="83ce2c6d-0bd4-4cd9-955e-dd3efc6a7d5a" providerId="ADAL" clId="{C9839D59-2972-4323-A767-4B90EFEABC06}" dt="2022-12-22T15:06:22.975" v="39851" actId="47"/>
        <pc:sldMkLst>
          <pc:docMk/>
          <pc:sldMk cId="60790379" sldId="1792"/>
        </pc:sldMkLst>
        <pc:spChg chg="mod">
          <ac:chgData name="Gellenoncourt, Kevin" userId="83ce2c6d-0bd4-4cd9-955e-dd3efc6a7d5a" providerId="ADAL" clId="{C9839D59-2972-4323-A767-4B90EFEABC06}" dt="2022-11-28T11:01:54.660" v="2470" actId="20577"/>
          <ac:spMkLst>
            <pc:docMk/>
            <pc:sldMk cId="60790379" sldId="1792"/>
            <ac:spMk id="8" creationId="{EF4CE90A-C0B9-4342-BF6C-766D39B37411}"/>
          </ac:spMkLst>
        </pc:spChg>
      </pc:sldChg>
      <pc:sldChg chg="addSp delSp modSp add del mod ord">
        <pc:chgData name="Gellenoncourt, Kevin" userId="83ce2c6d-0bd4-4cd9-955e-dd3efc6a7d5a" providerId="ADAL" clId="{C9839D59-2972-4323-A767-4B90EFEABC06}" dt="2022-12-05T16:02:47.262" v="13262" actId="2696"/>
        <pc:sldMkLst>
          <pc:docMk/>
          <pc:sldMk cId="1628070593" sldId="1793"/>
        </pc:sldMkLst>
        <pc:spChg chg="mod">
          <ac:chgData name="Gellenoncourt, Kevin" userId="83ce2c6d-0bd4-4cd9-955e-dd3efc6a7d5a" providerId="ADAL" clId="{C9839D59-2972-4323-A767-4B90EFEABC06}" dt="2022-12-05T15:57:23.140" v="13209" actId="20577"/>
          <ac:spMkLst>
            <pc:docMk/>
            <pc:sldMk cId="1628070593" sldId="1793"/>
            <ac:spMk id="4" creationId="{C09FEEAD-F56B-4D9B-918A-C2D6515B2FE5}"/>
          </ac:spMkLst>
        </pc:spChg>
        <pc:spChg chg="add del mod">
          <ac:chgData name="Gellenoncourt, Kevin" userId="83ce2c6d-0bd4-4cd9-955e-dd3efc6a7d5a" providerId="ADAL" clId="{C9839D59-2972-4323-A767-4B90EFEABC06}" dt="2022-11-28T14:08:05.052" v="3079" actId="478"/>
          <ac:spMkLst>
            <pc:docMk/>
            <pc:sldMk cId="1628070593" sldId="1793"/>
            <ac:spMk id="5" creationId="{32F618E6-A9CA-4E57-838D-4D15B183C347}"/>
          </ac:spMkLst>
        </pc:spChg>
        <pc:spChg chg="mod">
          <ac:chgData name="Gellenoncourt, Kevin" userId="83ce2c6d-0bd4-4cd9-955e-dd3efc6a7d5a" providerId="ADAL" clId="{C9839D59-2972-4323-A767-4B90EFEABC06}" dt="2022-11-28T14:19:45.927" v="3327" actId="20577"/>
          <ac:spMkLst>
            <pc:docMk/>
            <pc:sldMk cId="1628070593" sldId="1793"/>
            <ac:spMk id="7" creationId="{7B3EAB02-0676-4837-99AC-5B7D294E8E7E}"/>
          </ac:spMkLst>
        </pc:spChg>
        <pc:spChg chg="del">
          <ac:chgData name="Gellenoncourt, Kevin" userId="83ce2c6d-0bd4-4cd9-955e-dd3efc6a7d5a" providerId="ADAL" clId="{C9839D59-2972-4323-A767-4B90EFEABC06}" dt="2022-11-28T14:08:01.565" v="3078" actId="478"/>
          <ac:spMkLst>
            <pc:docMk/>
            <pc:sldMk cId="1628070593" sldId="1793"/>
            <ac:spMk id="8" creationId="{D3DAAA7F-2605-45D1-9A44-8EECEAC0BA80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1628070593" sldId="1793"/>
            <ac:spMk id="10" creationId="{93BD9E5C-4F27-4850-8F84-3F37E9452F82}"/>
          </ac:spMkLst>
        </pc:spChg>
        <pc:spChg chg="del">
          <ac:chgData name="Gellenoncourt, Kevin" userId="83ce2c6d-0bd4-4cd9-955e-dd3efc6a7d5a" providerId="ADAL" clId="{C9839D59-2972-4323-A767-4B90EFEABC06}" dt="2022-11-28T14:08:01.565" v="3078" actId="478"/>
          <ac:spMkLst>
            <pc:docMk/>
            <pc:sldMk cId="1628070593" sldId="1793"/>
            <ac:spMk id="11" creationId="{DED9EB65-79D2-48F6-86A7-435BEF6AED9C}"/>
          </ac:spMkLst>
        </pc:spChg>
        <pc:spChg chg="add mod">
          <ac:chgData name="Gellenoncourt, Kevin" userId="83ce2c6d-0bd4-4cd9-955e-dd3efc6a7d5a" providerId="ADAL" clId="{C9839D59-2972-4323-A767-4B90EFEABC06}" dt="2022-12-05T13:34:42.674" v="11563" actId="20577"/>
          <ac:spMkLst>
            <pc:docMk/>
            <pc:sldMk cId="1628070593" sldId="1793"/>
            <ac:spMk id="12" creationId="{AFA9A918-BF45-4932-9D5E-346F2C555E10}"/>
          </ac:spMkLst>
        </pc:spChg>
        <pc:spChg chg="del">
          <ac:chgData name="Gellenoncourt, Kevin" userId="83ce2c6d-0bd4-4cd9-955e-dd3efc6a7d5a" providerId="ADAL" clId="{C9839D59-2972-4323-A767-4B90EFEABC06}" dt="2022-11-28T14:08:01.565" v="3078" actId="478"/>
          <ac:spMkLst>
            <pc:docMk/>
            <pc:sldMk cId="1628070593" sldId="1793"/>
            <ac:spMk id="13" creationId="{7385E2A2-4031-4E42-A917-02EF61DA7F1A}"/>
          </ac:spMkLst>
        </pc:spChg>
        <pc:spChg chg="add mod">
          <ac:chgData name="Gellenoncourt, Kevin" userId="83ce2c6d-0bd4-4cd9-955e-dd3efc6a7d5a" providerId="ADAL" clId="{C9839D59-2972-4323-A767-4B90EFEABC06}" dt="2022-11-29T10:17:08.441" v="5124" actId="108"/>
          <ac:spMkLst>
            <pc:docMk/>
            <pc:sldMk cId="1628070593" sldId="1793"/>
            <ac:spMk id="14" creationId="{72E26B19-0DC0-4E97-9CD9-0558DAEDD46F}"/>
          </ac:spMkLst>
        </pc:spChg>
      </pc:sldChg>
      <pc:sldChg chg="modSp add del mod ord">
        <pc:chgData name="Gellenoncourt, Kevin" userId="83ce2c6d-0bd4-4cd9-955e-dd3efc6a7d5a" providerId="ADAL" clId="{C9839D59-2972-4323-A767-4B90EFEABC06}" dt="2022-12-05T11:27:29.279" v="10258" actId="47"/>
        <pc:sldMkLst>
          <pc:docMk/>
          <pc:sldMk cId="1545219864" sldId="1794"/>
        </pc:sldMkLst>
        <pc:spChg chg="mod">
          <ac:chgData name="Gellenoncourt, Kevin" userId="83ce2c6d-0bd4-4cd9-955e-dd3efc6a7d5a" providerId="ADAL" clId="{C9839D59-2972-4323-A767-4B90EFEABC06}" dt="2022-11-28T14:12:11.977" v="3120" actId="20577"/>
          <ac:spMkLst>
            <pc:docMk/>
            <pc:sldMk cId="1545219864" sldId="1794"/>
            <ac:spMk id="7" creationId="{E42BCCB4-5ADC-48EF-AB6B-F068147D8558}"/>
          </ac:spMkLst>
        </pc:spChg>
        <pc:spChg chg="mod">
          <ac:chgData name="Gellenoncourt, Kevin" userId="83ce2c6d-0bd4-4cd9-955e-dd3efc6a7d5a" providerId="ADAL" clId="{C9839D59-2972-4323-A767-4B90EFEABC06}" dt="2022-11-28T14:12:03.995" v="3110" actId="20577"/>
          <ac:spMkLst>
            <pc:docMk/>
            <pc:sldMk cId="1545219864" sldId="1794"/>
            <ac:spMk id="8" creationId="{EF4CE90A-C0B9-4342-BF6C-766D39B37411}"/>
          </ac:spMkLst>
        </pc:spChg>
      </pc:sldChg>
      <pc:sldChg chg="addSp delSp modSp add mod ord">
        <pc:chgData name="Gellenoncourt, Kevin" userId="83ce2c6d-0bd4-4cd9-955e-dd3efc6a7d5a" providerId="ADAL" clId="{C9839D59-2972-4323-A767-4B90EFEABC06}" dt="2023-02-13T08:14:08.974" v="54662" actId="20577"/>
        <pc:sldMkLst>
          <pc:docMk/>
          <pc:sldMk cId="810205662" sldId="1795"/>
        </pc:sldMkLst>
        <pc:spChg chg="mod">
          <ac:chgData name="Gellenoncourt, Kevin" userId="83ce2c6d-0bd4-4cd9-955e-dd3efc6a7d5a" providerId="ADAL" clId="{C9839D59-2972-4323-A767-4B90EFEABC06}" dt="2023-02-01T11:18:18.304" v="53031" actId="20577"/>
          <ac:spMkLst>
            <pc:docMk/>
            <pc:sldMk cId="810205662" sldId="1795"/>
            <ac:spMk id="2" creationId="{81B4020D-2DE6-4B6C-822C-676A9E68ECFA}"/>
          </ac:spMkLst>
        </pc:spChg>
        <pc:spChg chg="add mod">
          <ac:chgData name="Gellenoncourt, Kevin" userId="83ce2c6d-0bd4-4cd9-955e-dd3efc6a7d5a" providerId="ADAL" clId="{C9839D59-2972-4323-A767-4B90EFEABC06}" dt="2023-02-01T11:11:46.147" v="52921" actId="1076"/>
          <ac:spMkLst>
            <pc:docMk/>
            <pc:sldMk cId="810205662" sldId="1795"/>
            <ac:spMk id="3" creationId="{49D2FD43-3A2B-69DD-2D50-185ECD7591A8}"/>
          </ac:spMkLst>
        </pc:spChg>
        <pc:spChg chg="add mod">
          <ac:chgData name="Gellenoncourt, Kevin" userId="83ce2c6d-0bd4-4cd9-955e-dd3efc6a7d5a" providerId="ADAL" clId="{C9839D59-2972-4323-A767-4B90EFEABC06}" dt="2023-02-01T11:11:46.147" v="52921" actId="1076"/>
          <ac:spMkLst>
            <pc:docMk/>
            <pc:sldMk cId="810205662" sldId="1795"/>
            <ac:spMk id="4" creationId="{1FEEBCB0-6FA4-ADDE-D8FD-075895E1D530}"/>
          </ac:spMkLst>
        </pc:spChg>
        <pc:spChg chg="del">
          <ac:chgData name="Gellenoncourt, Kevin" userId="83ce2c6d-0bd4-4cd9-955e-dd3efc6a7d5a" providerId="ADAL" clId="{C9839D59-2972-4323-A767-4B90EFEABC06}" dt="2022-11-28T14:58:45.217" v="3368" actId="478"/>
          <ac:spMkLst>
            <pc:docMk/>
            <pc:sldMk cId="810205662" sldId="1795"/>
            <ac:spMk id="4" creationId="{AE7AF101-B834-4B05-99A3-B4C8D043B6E1}"/>
          </ac:spMkLst>
        </pc:spChg>
        <pc:spChg chg="add del mod">
          <ac:chgData name="Gellenoncourt, Kevin" userId="83ce2c6d-0bd4-4cd9-955e-dd3efc6a7d5a" providerId="ADAL" clId="{C9839D59-2972-4323-A767-4B90EFEABC06}" dt="2022-11-28T15:03:49.250" v="3490" actId="478"/>
          <ac:spMkLst>
            <pc:docMk/>
            <pc:sldMk cId="810205662" sldId="1795"/>
            <ac:spMk id="5" creationId="{03144126-1964-44BD-8D27-255C3872B0F9}"/>
          </ac:spMkLst>
        </pc:spChg>
        <pc:spChg chg="add mod">
          <ac:chgData name="Gellenoncourt, Kevin" userId="83ce2c6d-0bd4-4cd9-955e-dd3efc6a7d5a" providerId="ADAL" clId="{C9839D59-2972-4323-A767-4B90EFEABC06}" dt="2023-02-01T11:11:46.147" v="52921" actId="1076"/>
          <ac:spMkLst>
            <pc:docMk/>
            <pc:sldMk cId="810205662" sldId="1795"/>
            <ac:spMk id="5" creationId="{33287E6E-7470-F987-6E39-62CE6EADE5FA}"/>
          </ac:spMkLst>
        </pc:spChg>
        <pc:spChg chg="mod">
          <ac:chgData name="Gellenoncourt, Kevin" userId="83ce2c6d-0bd4-4cd9-955e-dd3efc6a7d5a" providerId="ADAL" clId="{C9839D59-2972-4323-A767-4B90EFEABC06}" dt="2023-02-01T10:47:31.584" v="52601" actId="20577"/>
          <ac:spMkLst>
            <pc:docMk/>
            <pc:sldMk cId="810205662" sldId="1795"/>
            <ac:spMk id="7" creationId="{BC9C685F-33E7-44F5-9E08-33C92172C97D}"/>
          </ac:spMkLst>
        </pc:spChg>
        <pc:spChg chg="add del mod">
          <ac:chgData name="Gellenoncourt, Kevin" userId="83ce2c6d-0bd4-4cd9-955e-dd3efc6a7d5a" providerId="ADAL" clId="{C9839D59-2972-4323-A767-4B90EFEABC06}" dt="2022-11-28T15:05:49.596" v="3548" actId="478"/>
          <ac:spMkLst>
            <pc:docMk/>
            <pc:sldMk cId="810205662" sldId="1795"/>
            <ac:spMk id="9" creationId="{9654B3A7-0D46-4BFC-90BB-4E07DBA1FD29}"/>
          </ac:spMkLst>
        </pc:spChg>
        <pc:spChg chg="add mod">
          <ac:chgData name="Gellenoncourt, Kevin" userId="83ce2c6d-0bd4-4cd9-955e-dd3efc6a7d5a" providerId="ADAL" clId="{C9839D59-2972-4323-A767-4B90EFEABC06}" dt="2023-02-01T11:11:12.176" v="52916" actId="14100"/>
          <ac:spMkLst>
            <pc:docMk/>
            <pc:sldMk cId="810205662" sldId="1795"/>
            <ac:spMk id="10" creationId="{0AA9753C-898E-43C6-9CF3-0B013FBEF7A9}"/>
          </ac:spMkLst>
        </pc:spChg>
        <pc:spChg chg="add mod">
          <ac:chgData name="Gellenoncourt, Kevin" userId="83ce2c6d-0bd4-4cd9-955e-dd3efc6a7d5a" providerId="ADAL" clId="{C9839D59-2972-4323-A767-4B90EFEABC06}" dt="2023-02-13T08:14:08.974" v="54662" actId="20577"/>
          <ac:spMkLst>
            <pc:docMk/>
            <pc:sldMk cId="810205662" sldId="1795"/>
            <ac:spMk id="11" creationId="{2465017E-9027-48E7-8371-14CBF17D2DC0}"/>
          </ac:spMkLst>
        </pc:spChg>
        <pc:spChg chg="add mod">
          <ac:chgData name="Gellenoncourt, Kevin" userId="83ce2c6d-0bd4-4cd9-955e-dd3efc6a7d5a" providerId="ADAL" clId="{C9839D59-2972-4323-A767-4B90EFEABC06}" dt="2023-02-01T11:11:38.318" v="52918" actId="1076"/>
          <ac:spMkLst>
            <pc:docMk/>
            <pc:sldMk cId="810205662" sldId="1795"/>
            <ac:spMk id="12" creationId="{A5BCD49F-A75B-4CE7-B94F-D28E5C93C2B9}"/>
          </ac:spMkLst>
        </pc:spChg>
        <pc:spChg chg="del">
          <ac:chgData name="Gellenoncourt, Kevin" userId="83ce2c6d-0bd4-4cd9-955e-dd3efc6a7d5a" providerId="ADAL" clId="{C9839D59-2972-4323-A767-4B90EFEABC06}" dt="2022-11-28T14:58:45.217" v="3368" actId="478"/>
          <ac:spMkLst>
            <pc:docMk/>
            <pc:sldMk cId="810205662" sldId="1795"/>
            <ac:spMk id="13" creationId="{492D8603-FB45-4122-A5F9-D3A952C82D13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810205662" sldId="1795"/>
            <ac:spMk id="14" creationId="{70578D5F-6465-4780-BC67-4A5616A81F4F}"/>
          </ac:spMkLst>
        </pc:spChg>
        <pc:spChg chg="del">
          <ac:chgData name="Gellenoncourt, Kevin" userId="83ce2c6d-0bd4-4cd9-955e-dd3efc6a7d5a" providerId="ADAL" clId="{C9839D59-2972-4323-A767-4B90EFEABC06}" dt="2022-11-28T14:58:45.217" v="3368" actId="478"/>
          <ac:spMkLst>
            <pc:docMk/>
            <pc:sldMk cId="810205662" sldId="1795"/>
            <ac:spMk id="15" creationId="{DACBC955-C6EE-4496-BA52-8FB4850ED121}"/>
          </ac:spMkLst>
        </pc:spChg>
        <pc:spChg chg="del">
          <ac:chgData name="Gellenoncourt, Kevin" userId="83ce2c6d-0bd4-4cd9-955e-dd3efc6a7d5a" providerId="ADAL" clId="{C9839D59-2972-4323-A767-4B90EFEABC06}" dt="2022-11-28T14:58:45.217" v="3368" actId="478"/>
          <ac:spMkLst>
            <pc:docMk/>
            <pc:sldMk cId="810205662" sldId="1795"/>
            <ac:spMk id="16" creationId="{54A54C3C-9E27-4F96-B428-1F95DDF3502B}"/>
          </ac:spMkLst>
        </pc:spChg>
        <pc:spChg chg="add del mod">
          <ac:chgData name="Gellenoncourt, Kevin" userId="83ce2c6d-0bd4-4cd9-955e-dd3efc6a7d5a" providerId="ADAL" clId="{C9839D59-2972-4323-A767-4B90EFEABC06}" dt="2022-11-28T15:05:38.698" v="3544" actId="21"/>
          <ac:spMkLst>
            <pc:docMk/>
            <pc:sldMk cId="810205662" sldId="1795"/>
            <ac:spMk id="17" creationId="{7F429B04-48ED-4B8D-9BD3-C2F57738F1B9}"/>
          </ac:spMkLst>
        </pc:spChg>
        <pc:spChg chg="add del mod">
          <ac:chgData name="Gellenoncourt, Kevin" userId="83ce2c6d-0bd4-4cd9-955e-dd3efc6a7d5a" providerId="ADAL" clId="{C9839D59-2972-4323-A767-4B90EFEABC06}" dt="2022-11-28T15:05:38.698" v="3544" actId="21"/>
          <ac:spMkLst>
            <pc:docMk/>
            <pc:sldMk cId="810205662" sldId="1795"/>
            <ac:spMk id="18" creationId="{5055ACDB-2712-4990-9959-2EF2AC708E63}"/>
          </ac:spMkLst>
        </pc:spChg>
        <pc:spChg chg="mod">
          <ac:chgData name="Gellenoncourt, Kevin" userId="83ce2c6d-0bd4-4cd9-955e-dd3efc6a7d5a" providerId="ADAL" clId="{C9839D59-2972-4323-A767-4B90EFEABC06}" dt="2023-02-01T11:10:55.678" v="52913" actId="20577"/>
          <ac:spMkLst>
            <pc:docMk/>
            <pc:sldMk cId="810205662" sldId="1795"/>
            <ac:spMk id="19" creationId="{D46EDD11-1EE5-499D-A4FC-29F62E480118}"/>
          </ac:spMkLst>
        </pc:spChg>
        <pc:spChg chg="del mod">
          <ac:chgData name="Gellenoncourt, Kevin" userId="83ce2c6d-0bd4-4cd9-955e-dd3efc6a7d5a" providerId="ADAL" clId="{C9839D59-2972-4323-A767-4B90EFEABC06}" dt="2022-12-05T13:33:59.526" v="11544" actId="478"/>
          <ac:spMkLst>
            <pc:docMk/>
            <pc:sldMk cId="810205662" sldId="1795"/>
            <ac:spMk id="20" creationId="{9994C255-284F-4AD2-B398-1778F0BD53D6}"/>
          </ac:spMkLst>
        </pc:spChg>
        <pc:spChg chg="add del mod">
          <ac:chgData name="Gellenoncourt, Kevin" userId="83ce2c6d-0bd4-4cd9-955e-dd3efc6a7d5a" providerId="ADAL" clId="{C9839D59-2972-4323-A767-4B90EFEABC06}" dt="2022-11-28T15:05:47.506" v="3547" actId="21"/>
          <ac:spMkLst>
            <pc:docMk/>
            <pc:sldMk cId="810205662" sldId="1795"/>
            <ac:spMk id="21" creationId="{C85A71DC-8591-4943-864F-8EA22FF14245}"/>
          </ac:spMkLst>
        </pc:spChg>
        <pc:spChg chg="mod">
          <ac:chgData name="Gellenoncourt, Kevin" userId="83ce2c6d-0bd4-4cd9-955e-dd3efc6a7d5a" providerId="ADAL" clId="{C9839D59-2972-4323-A767-4B90EFEABC06}" dt="2023-02-01T11:11:41.775" v="52919" actId="1076"/>
          <ac:spMkLst>
            <pc:docMk/>
            <pc:sldMk cId="810205662" sldId="1795"/>
            <ac:spMk id="22" creationId="{F0187733-D6F5-41A3-B75B-DB5DD17DDA2D}"/>
          </ac:spMkLst>
        </pc:spChg>
        <pc:spChg chg="del">
          <ac:chgData name="Gellenoncourt, Kevin" userId="83ce2c6d-0bd4-4cd9-955e-dd3efc6a7d5a" providerId="ADAL" clId="{C9839D59-2972-4323-A767-4B90EFEABC06}" dt="2022-12-05T13:33:13.123" v="11501" actId="478"/>
          <ac:spMkLst>
            <pc:docMk/>
            <pc:sldMk cId="810205662" sldId="1795"/>
            <ac:spMk id="23" creationId="{DE969014-A2C0-496B-B864-62DB13D73AA6}"/>
          </ac:spMkLst>
        </pc:spChg>
        <pc:spChg chg="add del mod">
          <ac:chgData name="Gellenoncourt, Kevin" userId="83ce2c6d-0bd4-4cd9-955e-dd3efc6a7d5a" providerId="ADAL" clId="{C9839D59-2972-4323-A767-4B90EFEABC06}" dt="2023-01-17T09:05:49.741" v="47806" actId="21"/>
          <ac:spMkLst>
            <pc:docMk/>
            <pc:sldMk cId="810205662" sldId="1795"/>
            <ac:spMk id="24" creationId="{87F7A2DF-1373-483C-BF31-8D1617E191E0}"/>
          </ac:spMkLst>
        </pc:spChg>
      </pc:sldChg>
      <pc:sldChg chg="addSp delSp modSp new add del mod ord">
        <pc:chgData name="Gellenoncourt, Kevin" userId="83ce2c6d-0bd4-4cd9-955e-dd3efc6a7d5a" providerId="ADAL" clId="{C9839D59-2972-4323-A767-4B90EFEABC06}" dt="2023-01-05T15:12:07.442" v="43720" actId="2696"/>
        <pc:sldMkLst>
          <pc:docMk/>
          <pc:sldMk cId="3523531628" sldId="1796"/>
        </pc:sldMkLst>
        <pc:spChg chg="mod">
          <ac:chgData name="Gellenoncourt, Kevin" userId="83ce2c6d-0bd4-4cd9-955e-dd3efc6a7d5a" providerId="ADAL" clId="{C9839D59-2972-4323-A767-4B90EFEABC06}" dt="2022-12-16T10:08:18.445" v="36012" actId="20577"/>
          <ac:spMkLst>
            <pc:docMk/>
            <pc:sldMk cId="3523531628" sldId="1796"/>
            <ac:spMk id="2" creationId="{4242C8CD-711C-4CAB-9647-7CAFAA452DFF}"/>
          </ac:spMkLst>
        </pc:spChg>
        <pc:spChg chg="mod">
          <ac:chgData name="Gellenoncourt, Kevin" userId="83ce2c6d-0bd4-4cd9-955e-dd3efc6a7d5a" providerId="ADAL" clId="{C9839D59-2972-4323-A767-4B90EFEABC06}" dt="2022-12-16T13:55:15.429" v="36725" actId="20577"/>
          <ac:spMkLst>
            <pc:docMk/>
            <pc:sldMk cId="3523531628" sldId="1796"/>
            <ac:spMk id="3" creationId="{C12C0C3B-FFB7-4598-B767-B36F03749834}"/>
          </ac:spMkLst>
        </pc:spChg>
        <pc:spChg chg="mod">
          <ac:chgData name="Gellenoncourt, Kevin" userId="83ce2c6d-0bd4-4cd9-955e-dd3efc6a7d5a" providerId="ADAL" clId="{C9839D59-2972-4323-A767-4B90EFEABC06}" dt="2022-12-22T14:03:58.432" v="39731" actId="20577"/>
          <ac:spMkLst>
            <pc:docMk/>
            <pc:sldMk cId="3523531628" sldId="1796"/>
            <ac:spMk id="4" creationId="{43161ED7-EA65-45DF-9B18-F280DEF42760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3523531628" sldId="1796"/>
            <ac:spMk id="6" creationId="{8AFD9980-498E-4933-B55A-BC0EDCAB77C3}"/>
          </ac:spMkLst>
        </pc:spChg>
        <pc:spChg chg="add mod">
          <ac:chgData name="Gellenoncourt, Kevin" userId="83ce2c6d-0bd4-4cd9-955e-dd3efc6a7d5a" providerId="ADAL" clId="{C9839D59-2972-4323-A767-4B90EFEABC06}" dt="2022-12-22T14:04:12.866" v="39732" actId="20577"/>
          <ac:spMkLst>
            <pc:docMk/>
            <pc:sldMk cId="3523531628" sldId="1796"/>
            <ac:spMk id="7" creationId="{8AE6487F-2DCE-406E-A9CB-B35D8E41CC9B}"/>
          </ac:spMkLst>
        </pc:spChg>
        <pc:spChg chg="add mod">
          <ac:chgData name="Gellenoncourt, Kevin" userId="83ce2c6d-0bd4-4cd9-955e-dd3efc6a7d5a" providerId="ADAL" clId="{C9839D59-2972-4323-A767-4B90EFEABC06}" dt="2022-12-22T13:23:34.934" v="38915" actId="14100"/>
          <ac:spMkLst>
            <pc:docMk/>
            <pc:sldMk cId="3523531628" sldId="1796"/>
            <ac:spMk id="8" creationId="{A4F32DD5-F036-4A74-A71B-23E7A72592D3}"/>
          </ac:spMkLst>
        </pc:spChg>
        <pc:spChg chg="add mod">
          <ac:chgData name="Gellenoncourt, Kevin" userId="83ce2c6d-0bd4-4cd9-955e-dd3efc6a7d5a" providerId="ADAL" clId="{C9839D59-2972-4323-A767-4B90EFEABC06}" dt="2022-12-22T13:23:43.456" v="38917" actId="108"/>
          <ac:spMkLst>
            <pc:docMk/>
            <pc:sldMk cId="3523531628" sldId="1796"/>
            <ac:spMk id="9" creationId="{2DF03223-6B01-4AC1-9A38-97F1A8F4FFD5}"/>
          </ac:spMkLst>
        </pc:spChg>
        <pc:spChg chg="add del mod">
          <ac:chgData name="Gellenoncourt, Kevin" userId="83ce2c6d-0bd4-4cd9-955e-dd3efc6a7d5a" providerId="ADAL" clId="{C9839D59-2972-4323-A767-4B90EFEABC06}" dt="2022-12-06T15:24:49.530" v="16919" actId="478"/>
          <ac:spMkLst>
            <pc:docMk/>
            <pc:sldMk cId="3523531628" sldId="1796"/>
            <ac:spMk id="9" creationId="{3E7BD724-137A-42E3-8BD3-67EA93F2A754}"/>
          </ac:spMkLst>
        </pc:spChg>
        <pc:spChg chg="add del mod">
          <ac:chgData name="Gellenoncourt, Kevin" userId="83ce2c6d-0bd4-4cd9-955e-dd3efc6a7d5a" providerId="ADAL" clId="{C9839D59-2972-4323-A767-4B90EFEABC06}" dt="2022-12-06T10:00:35.252" v="15548" actId="21"/>
          <ac:spMkLst>
            <pc:docMk/>
            <pc:sldMk cId="3523531628" sldId="1796"/>
            <ac:spMk id="10" creationId="{9C6BC1A6-AA64-4316-8795-FAB9B5A304A0}"/>
          </ac:spMkLst>
        </pc:spChg>
        <pc:spChg chg="add del mod">
          <ac:chgData name="Gellenoncourt, Kevin" userId="83ce2c6d-0bd4-4cd9-955e-dd3efc6a7d5a" providerId="ADAL" clId="{C9839D59-2972-4323-A767-4B90EFEABC06}" dt="2022-12-06T10:03:49.632" v="15620" actId="478"/>
          <ac:spMkLst>
            <pc:docMk/>
            <pc:sldMk cId="3523531628" sldId="1796"/>
            <ac:spMk id="11" creationId="{398F3A69-6FA2-41F2-9E88-3A9779BE4A49}"/>
          </ac:spMkLst>
        </pc:spChg>
        <pc:spChg chg="add del mod">
          <ac:chgData name="Gellenoncourt, Kevin" userId="83ce2c6d-0bd4-4cd9-955e-dd3efc6a7d5a" providerId="ADAL" clId="{C9839D59-2972-4323-A767-4B90EFEABC06}" dt="2022-12-06T10:03:49.632" v="15620" actId="478"/>
          <ac:spMkLst>
            <pc:docMk/>
            <pc:sldMk cId="3523531628" sldId="1796"/>
            <ac:spMk id="12" creationId="{FD74931A-CAD8-494A-A5DF-189A29B8AE69}"/>
          </ac:spMkLst>
        </pc:spChg>
        <pc:spChg chg="add del mod">
          <ac:chgData name="Gellenoncourt, Kevin" userId="83ce2c6d-0bd4-4cd9-955e-dd3efc6a7d5a" providerId="ADAL" clId="{C9839D59-2972-4323-A767-4B90EFEABC06}" dt="2022-12-06T10:03:49.632" v="15620" actId="478"/>
          <ac:spMkLst>
            <pc:docMk/>
            <pc:sldMk cId="3523531628" sldId="1796"/>
            <ac:spMk id="13" creationId="{AF650F1A-4D8A-4B1A-949F-3E0D3A3F067A}"/>
          </ac:spMkLst>
        </pc:spChg>
        <pc:spChg chg="add del mod">
          <ac:chgData name="Gellenoncourt, Kevin" userId="83ce2c6d-0bd4-4cd9-955e-dd3efc6a7d5a" providerId="ADAL" clId="{C9839D59-2972-4323-A767-4B90EFEABC06}" dt="2022-12-06T10:03:49.632" v="15620" actId="478"/>
          <ac:spMkLst>
            <pc:docMk/>
            <pc:sldMk cId="3523531628" sldId="1796"/>
            <ac:spMk id="14" creationId="{0F22C5F4-BC85-48A4-ABCD-CE9802BE11E9}"/>
          </ac:spMkLst>
        </pc:spChg>
      </pc:sldChg>
      <pc:sldChg chg="addSp delSp modSp add del mod ord">
        <pc:chgData name="Gellenoncourt, Kevin" userId="83ce2c6d-0bd4-4cd9-955e-dd3efc6a7d5a" providerId="ADAL" clId="{C9839D59-2972-4323-A767-4B90EFEABC06}" dt="2022-12-22T15:06:56.731" v="39857" actId="47"/>
        <pc:sldMkLst>
          <pc:docMk/>
          <pc:sldMk cId="1323545518" sldId="1797"/>
        </pc:sldMkLst>
        <pc:spChg chg="del topLvl">
          <ac:chgData name="Gellenoncourt, Kevin" userId="83ce2c6d-0bd4-4cd9-955e-dd3efc6a7d5a" providerId="ADAL" clId="{C9839D59-2972-4323-A767-4B90EFEABC06}" dt="2022-11-30T17:35:05.431" v="7734" actId="478"/>
          <ac:spMkLst>
            <pc:docMk/>
            <pc:sldMk cId="1323545518" sldId="1797"/>
            <ac:spMk id="2" creationId="{2DE4EB5F-6745-4C7E-894D-E20DFC03DF98}"/>
          </ac:spMkLst>
        </pc:spChg>
        <pc:spChg chg="add del mod">
          <ac:chgData name="Gellenoncourt, Kevin" userId="83ce2c6d-0bd4-4cd9-955e-dd3efc6a7d5a" providerId="ADAL" clId="{C9839D59-2972-4323-A767-4B90EFEABC06}" dt="2022-12-05T13:40:53.354" v="11642" actId="21"/>
          <ac:spMkLst>
            <pc:docMk/>
            <pc:sldMk cId="1323545518" sldId="1797"/>
            <ac:spMk id="9" creationId="{30E8E8D4-BDCC-4BB5-8764-09C07D3889E5}"/>
          </ac:spMkLst>
        </pc:spChg>
        <pc:spChg chg="del">
          <ac:chgData name="Gellenoncourt, Kevin" userId="83ce2c6d-0bd4-4cd9-955e-dd3efc6a7d5a" providerId="ADAL" clId="{C9839D59-2972-4323-A767-4B90EFEABC06}" dt="2022-11-30T17:34:50.873" v="7729" actId="478"/>
          <ac:spMkLst>
            <pc:docMk/>
            <pc:sldMk cId="1323545518" sldId="1797"/>
            <ac:spMk id="19" creationId="{A21F89D1-8A49-4CCD-9C54-3CE021EC3E72}"/>
          </ac:spMkLst>
        </pc:spChg>
        <pc:spChg chg="del">
          <ac:chgData name="Gellenoncourt, Kevin" userId="83ce2c6d-0bd4-4cd9-955e-dd3efc6a7d5a" providerId="ADAL" clId="{C9839D59-2972-4323-A767-4B90EFEABC06}" dt="2022-11-30T17:34:50.873" v="7729" actId="478"/>
          <ac:spMkLst>
            <pc:docMk/>
            <pc:sldMk cId="1323545518" sldId="1797"/>
            <ac:spMk id="20" creationId="{BDBA511B-14ED-4FE4-87AE-C369BD3F96F3}"/>
          </ac:spMkLst>
        </pc:spChg>
        <pc:spChg chg="del">
          <ac:chgData name="Gellenoncourt, Kevin" userId="83ce2c6d-0bd4-4cd9-955e-dd3efc6a7d5a" providerId="ADAL" clId="{C9839D59-2972-4323-A767-4B90EFEABC06}" dt="2022-11-30T17:34:50.873" v="7729" actId="478"/>
          <ac:spMkLst>
            <pc:docMk/>
            <pc:sldMk cId="1323545518" sldId="1797"/>
            <ac:spMk id="21" creationId="{BD34151D-B78B-468F-B7BE-E2F50A1AB505}"/>
          </ac:spMkLst>
        </pc:spChg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k cId="1323545518" sldId="1797"/>
            <ac:spMk id="33" creationId="{E0DA576C-88F1-46BD-9265-FCAA7910904C}"/>
          </ac:spMkLst>
        </pc:spChg>
        <pc:spChg chg="del">
          <ac:chgData name="Gellenoncourt, Kevin" userId="83ce2c6d-0bd4-4cd9-955e-dd3efc6a7d5a" providerId="ADAL" clId="{C9839D59-2972-4323-A767-4B90EFEABC06}" dt="2022-11-30T17:34:59.419" v="7732" actId="478"/>
          <ac:spMkLst>
            <pc:docMk/>
            <pc:sldMk cId="1323545518" sldId="1797"/>
            <ac:spMk id="34" creationId="{74CCC9DE-5434-4D3E-9E4A-8795E36326B5}"/>
          </ac:spMkLst>
        </pc:spChg>
        <pc:spChg chg="mod">
          <ac:chgData name="Gellenoncourt, Kevin" userId="83ce2c6d-0bd4-4cd9-955e-dd3efc6a7d5a" providerId="ADAL" clId="{C9839D59-2972-4323-A767-4B90EFEABC06}" dt="2022-12-05T13:50:35.208" v="11946" actId="1076"/>
          <ac:spMkLst>
            <pc:docMk/>
            <pc:sldMk cId="1323545518" sldId="1797"/>
            <ac:spMk id="42" creationId="{85781BDB-6427-490D-98F4-4C5F28F1711B}"/>
          </ac:spMkLst>
        </pc:spChg>
        <pc:spChg chg="mod">
          <ac:chgData name="Gellenoncourt, Kevin" userId="83ce2c6d-0bd4-4cd9-955e-dd3efc6a7d5a" providerId="ADAL" clId="{C9839D59-2972-4323-A767-4B90EFEABC06}" dt="2022-12-05T13:50:34.528" v="11945" actId="1076"/>
          <ac:spMkLst>
            <pc:docMk/>
            <pc:sldMk cId="1323545518" sldId="1797"/>
            <ac:spMk id="45" creationId="{41C111F6-DEF9-4EC5-9811-58CBA98E2851}"/>
          </ac:spMkLst>
        </pc:spChg>
        <pc:spChg chg="del">
          <ac:chgData name="Gellenoncourt, Kevin" userId="83ce2c6d-0bd4-4cd9-955e-dd3efc6a7d5a" providerId="ADAL" clId="{C9839D59-2972-4323-A767-4B90EFEABC06}" dt="2022-11-30T17:34:59.419" v="7732" actId="478"/>
          <ac:spMkLst>
            <pc:docMk/>
            <pc:sldMk cId="1323545518" sldId="1797"/>
            <ac:spMk id="46" creationId="{C5EDD6F8-E61F-4422-8E90-93C8249CD04A}"/>
          </ac:spMkLst>
        </pc:spChg>
        <pc:spChg chg="del topLvl">
          <ac:chgData name="Gellenoncourt, Kevin" userId="83ce2c6d-0bd4-4cd9-955e-dd3efc6a7d5a" providerId="ADAL" clId="{C9839D59-2972-4323-A767-4B90EFEABC06}" dt="2022-11-30T17:35:03.475" v="7733" actId="478"/>
          <ac:spMkLst>
            <pc:docMk/>
            <pc:sldMk cId="1323545518" sldId="1797"/>
            <ac:spMk id="47" creationId="{C40CBECC-2999-4A39-8ADD-A65297FBDC38}"/>
          </ac:spMkLst>
        </pc:spChg>
        <pc:spChg chg="del">
          <ac:chgData name="Gellenoncourt, Kevin" userId="83ce2c6d-0bd4-4cd9-955e-dd3efc6a7d5a" providerId="ADAL" clId="{C9839D59-2972-4323-A767-4B90EFEABC06}" dt="2022-11-30T17:34:59.419" v="7732" actId="478"/>
          <ac:spMkLst>
            <pc:docMk/>
            <pc:sldMk cId="1323545518" sldId="1797"/>
            <ac:spMk id="50" creationId="{EC51D518-EA03-4A07-8148-BE52CBB75CA4}"/>
          </ac:spMkLst>
        </pc:spChg>
        <pc:spChg chg="del">
          <ac:chgData name="Gellenoncourt, Kevin" userId="83ce2c6d-0bd4-4cd9-955e-dd3efc6a7d5a" providerId="ADAL" clId="{C9839D59-2972-4323-A767-4B90EFEABC06}" dt="2022-11-30T17:34:59.419" v="7732" actId="478"/>
          <ac:spMkLst>
            <pc:docMk/>
            <pc:sldMk cId="1323545518" sldId="1797"/>
            <ac:spMk id="53" creationId="{7F9C9618-1D6B-4B74-B9A5-62317972B116}"/>
          </ac:spMkLst>
        </pc:spChg>
        <pc:spChg chg="mod">
          <ac:chgData name="Gellenoncourt, Kevin" userId="83ce2c6d-0bd4-4cd9-955e-dd3efc6a7d5a" providerId="ADAL" clId="{C9839D59-2972-4323-A767-4B90EFEABC06}" dt="2022-11-30T17:35:15.672" v="7751" actId="20577"/>
          <ac:spMkLst>
            <pc:docMk/>
            <pc:sldMk cId="1323545518" sldId="1797"/>
            <ac:spMk id="83" creationId="{DBC00441-79CC-F49A-6D78-B45BBF8238FF}"/>
          </ac:spMkLst>
        </pc:spChg>
        <pc:grpChg chg="del">
          <ac:chgData name="Gellenoncourt, Kevin" userId="83ce2c6d-0bd4-4cd9-955e-dd3efc6a7d5a" providerId="ADAL" clId="{C9839D59-2972-4323-A767-4B90EFEABC06}" dt="2022-11-30T17:35:03.475" v="7733" actId="478"/>
          <ac:grpSpMkLst>
            <pc:docMk/>
            <pc:sldMk cId="1323545518" sldId="1797"/>
            <ac:grpSpMk id="12" creationId="{0BB9E241-2105-4555-9C43-AFAF90178037}"/>
          </ac:grpSpMkLst>
        </pc:grpChg>
        <pc:cxnChg chg="del mod">
          <ac:chgData name="Gellenoncourt, Kevin" userId="83ce2c6d-0bd4-4cd9-955e-dd3efc6a7d5a" providerId="ADAL" clId="{C9839D59-2972-4323-A767-4B90EFEABC06}" dt="2022-11-30T17:35:06.161" v="7735" actId="478"/>
          <ac:cxnSpMkLst>
            <pc:docMk/>
            <pc:sldMk cId="1323545518" sldId="1797"/>
            <ac:cxnSpMk id="22" creationId="{CE68C465-81E0-4901-9B07-B06BDCDED5EC}"/>
          </ac:cxnSpMkLst>
        </pc:cxnChg>
      </pc:sldChg>
      <pc:sldChg chg="modSp new del mod ord">
        <pc:chgData name="Gellenoncourt, Kevin" userId="83ce2c6d-0bd4-4cd9-955e-dd3efc6a7d5a" providerId="ADAL" clId="{C9839D59-2972-4323-A767-4B90EFEABC06}" dt="2022-12-13T16:07:39.726" v="29227" actId="2696"/>
        <pc:sldMkLst>
          <pc:docMk/>
          <pc:sldMk cId="1472177888" sldId="1798"/>
        </pc:sldMkLst>
        <pc:spChg chg="mod">
          <ac:chgData name="Gellenoncourt, Kevin" userId="83ce2c6d-0bd4-4cd9-955e-dd3efc6a7d5a" providerId="ADAL" clId="{C9839D59-2972-4323-A767-4B90EFEABC06}" dt="2022-12-09T14:25:33.664" v="24755" actId="20577"/>
          <ac:spMkLst>
            <pc:docMk/>
            <pc:sldMk cId="1472177888" sldId="1798"/>
            <ac:spMk id="2" creationId="{5313D9C0-088A-4DAD-9584-C3127275C4FA}"/>
          </ac:spMkLst>
        </pc:spChg>
        <pc:spChg chg="mod">
          <ac:chgData name="Gellenoncourt, Kevin" userId="83ce2c6d-0bd4-4cd9-955e-dd3efc6a7d5a" providerId="ADAL" clId="{C9839D59-2972-4323-A767-4B90EFEABC06}" dt="2022-12-06T08:15:25.320" v="14892"/>
          <ac:spMkLst>
            <pc:docMk/>
            <pc:sldMk cId="1472177888" sldId="1798"/>
            <ac:spMk id="3" creationId="{89785DC7-8AF2-45F2-AB48-0FFE7A500AC0}"/>
          </ac:spMkLst>
        </pc:spChg>
        <pc:spChg chg="mod">
          <ac:chgData name="Gellenoncourt, Kevin" userId="83ce2c6d-0bd4-4cd9-955e-dd3efc6a7d5a" providerId="ADAL" clId="{C9839D59-2972-4323-A767-4B90EFEABC06}" dt="2022-12-12T16:35:33.086" v="27598" actId="20577"/>
          <ac:spMkLst>
            <pc:docMk/>
            <pc:sldMk cId="1472177888" sldId="1798"/>
            <ac:spMk id="4" creationId="{1812B481-79D5-497B-9047-70E2D96278B1}"/>
          </ac:spMkLst>
        </pc:spChg>
      </pc:sldChg>
      <pc:sldChg chg="addSp delSp modSp new mod addCm modCm">
        <pc:chgData name="Gellenoncourt, Kevin" userId="83ce2c6d-0bd4-4cd9-955e-dd3efc6a7d5a" providerId="ADAL" clId="{C9839D59-2972-4323-A767-4B90EFEABC06}" dt="2023-01-17T16:57:32.741" v="48063" actId="20577"/>
        <pc:sldMkLst>
          <pc:docMk/>
          <pc:sldMk cId="2748519846" sldId="1799"/>
        </pc:sldMkLst>
        <pc:spChg chg="mod ord">
          <ac:chgData name="Gellenoncourt, Kevin" userId="83ce2c6d-0bd4-4cd9-955e-dd3efc6a7d5a" providerId="ADAL" clId="{C9839D59-2972-4323-A767-4B90EFEABC06}" dt="2022-12-06T10:09:19.488" v="15763" actId="108"/>
          <ac:spMkLst>
            <pc:docMk/>
            <pc:sldMk cId="2748519846" sldId="1799"/>
            <ac:spMk id="3" creationId="{A9B0F70A-B76F-4F26-BF51-EB425661233A}"/>
          </ac:spMkLst>
        </pc:spChg>
        <pc:spChg chg="mod">
          <ac:chgData name="Gellenoncourt, Kevin" userId="83ce2c6d-0bd4-4cd9-955e-dd3efc6a7d5a" providerId="ADAL" clId="{C9839D59-2972-4323-A767-4B90EFEABC06}" dt="2022-12-05T17:07:56.102" v="14660" actId="20577"/>
          <ac:spMkLst>
            <pc:docMk/>
            <pc:sldMk cId="2748519846" sldId="1799"/>
            <ac:spMk id="4" creationId="{7F2DFC3F-FBCE-433E-A75A-936DA8CF4930}"/>
          </ac:spMkLst>
        </pc:spChg>
        <pc:spChg chg="mod">
          <ac:chgData name="Gellenoncourt, Kevin" userId="83ce2c6d-0bd4-4cd9-955e-dd3efc6a7d5a" providerId="ADAL" clId="{C9839D59-2972-4323-A767-4B90EFEABC06}" dt="2023-01-17T16:57:32.741" v="48063" actId="20577"/>
          <ac:spMkLst>
            <pc:docMk/>
            <pc:sldMk cId="2748519846" sldId="1799"/>
            <ac:spMk id="5" creationId="{C8A7EE70-FF63-4962-834E-84D8AB436D50}"/>
          </ac:spMkLst>
        </pc:spChg>
        <pc:spChg chg="mod">
          <ac:chgData name="Gellenoncourt, Kevin" userId="83ce2c6d-0bd4-4cd9-955e-dd3efc6a7d5a" providerId="ADAL" clId="{C9839D59-2972-4323-A767-4B90EFEABC06}" dt="2022-12-06T08:44:15.233" v="15181" actId="20577"/>
          <ac:spMkLst>
            <pc:docMk/>
            <pc:sldMk cId="2748519846" sldId="1799"/>
            <ac:spMk id="6" creationId="{545CD746-F16C-481B-A728-84E859CAA7A3}"/>
          </ac:spMkLst>
        </pc:spChg>
        <pc:spChg chg="add mod">
          <ac:chgData name="Gellenoncourt, Kevin" userId="83ce2c6d-0bd4-4cd9-955e-dd3efc6a7d5a" providerId="ADAL" clId="{C9839D59-2972-4323-A767-4B90EFEABC06}" dt="2022-12-06T17:43:12.870" v="17433" actId="14100"/>
          <ac:spMkLst>
            <pc:docMk/>
            <pc:sldMk cId="2748519846" sldId="1799"/>
            <ac:spMk id="10" creationId="{1FE7FBF4-2A70-4316-A185-6BAA01466297}"/>
          </ac:spMkLst>
        </pc:spChg>
        <pc:spChg chg="add del mod">
          <ac:chgData name="Gellenoncourt, Kevin" userId="83ce2c6d-0bd4-4cd9-955e-dd3efc6a7d5a" providerId="ADAL" clId="{C9839D59-2972-4323-A767-4B90EFEABC06}" dt="2022-12-05T13:16:07.339" v="11230" actId="478"/>
          <ac:spMkLst>
            <pc:docMk/>
            <pc:sldMk cId="2748519846" sldId="1799"/>
            <ac:spMk id="11" creationId="{AA580858-AD6F-4B0C-B1AA-AA34752A3D17}"/>
          </ac:spMkLst>
        </pc:spChg>
        <pc:spChg chg="add mod">
          <ac:chgData name="Gellenoncourt, Kevin" userId="83ce2c6d-0bd4-4cd9-955e-dd3efc6a7d5a" providerId="ADAL" clId="{C9839D59-2972-4323-A767-4B90EFEABC06}" dt="2022-12-06T17:43:25.132" v="17436" actId="14100"/>
          <ac:spMkLst>
            <pc:docMk/>
            <pc:sldMk cId="2748519846" sldId="1799"/>
            <ac:spMk id="12" creationId="{E454D363-9E3A-46DB-B8F2-765241F1B508}"/>
          </ac:spMkLst>
        </pc:spChg>
        <pc:spChg chg="add del mod">
          <ac:chgData name="Gellenoncourt, Kevin" userId="83ce2c6d-0bd4-4cd9-955e-dd3efc6a7d5a" providerId="ADAL" clId="{C9839D59-2972-4323-A767-4B90EFEABC06}" dt="2022-12-06T17:43:08.615" v="17432" actId="478"/>
          <ac:spMkLst>
            <pc:docMk/>
            <pc:sldMk cId="2748519846" sldId="1799"/>
            <ac:spMk id="13" creationId="{8C2B18DF-83E3-484A-A70D-1CCA718F9BB2}"/>
          </ac:spMkLst>
        </pc:spChg>
        <pc:spChg chg="add del mod">
          <ac:chgData name="Gellenoncourt, Kevin" userId="83ce2c6d-0bd4-4cd9-955e-dd3efc6a7d5a" providerId="ADAL" clId="{C9839D59-2972-4323-A767-4B90EFEABC06}" dt="2022-12-06T17:43:18.804" v="17434" actId="478"/>
          <ac:spMkLst>
            <pc:docMk/>
            <pc:sldMk cId="2748519846" sldId="1799"/>
            <ac:spMk id="14" creationId="{06F252FB-3F4A-4AAC-A6D1-B7BFE80FCAF7}"/>
          </ac:spMkLst>
        </pc:spChg>
        <pc:spChg chg="add mod">
          <ac:chgData name="Gellenoncourt, Kevin" userId="83ce2c6d-0bd4-4cd9-955e-dd3efc6a7d5a" providerId="ADAL" clId="{C9839D59-2972-4323-A767-4B90EFEABC06}" dt="2022-12-12T10:44:33.339" v="25831" actId="20577"/>
          <ac:spMkLst>
            <pc:docMk/>
            <pc:sldMk cId="2748519846" sldId="1799"/>
            <ac:spMk id="15" creationId="{BAF2345C-621A-4ADF-AD7F-59188C6BAFC7}"/>
          </ac:spMkLst>
        </pc:spChg>
        <pc:spChg chg="add mod">
          <ac:chgData name="Gellenoncourt, Kevin" userId="83ce2c6d-0bd4-4cd9-955e-dd3efc6a7d5a" providerId="ADAL" clId="{C9839D59-2972-4323-A767-4B90EFEABC06}" dt="2023-01-09T15:56:54.210" v="44639" actId="14100"/>
          <ac:spMkLst>
            <pc:docMk/>
            <pc:sldMk cId="2748519846" sldId="1799"/>
            <ac:spMk id="16" creationId="{8238EDC4-9CC4-46F5-A126-3061CA5DA700}"/>
          </ac:spMkLst>
        </pc:spChg>
        <pc:spChg chg="add del mod">
          <ac:chgData name="Gellenoncourt, Kevin" userId="83ce2c6d-0bd4-4cd9-955e-dd3efc6a7d5a" providerId="ADAL" clId="{C9839D59-2972-4323-A767-4B90EFEABC06}" dt="2022-12-08T15:26:02.638" v="22012" actId="478"/>
          <ac:spMkLst>
            <pc:docMk/>
            <pc:sldMk cId="2748519846" sldId="1799"/>
            <ac:spMk id="17" creationId="{505786F1-FD3E-4EB8-8F79-3F153F59935B}"/>
          </ac:spMkLst>
        </pc:spChg>
        <pc:spChg chg="add mod">
          <ac:chgData name="Gellenoncourt, Kevin" userId="83ce2c6d-0bd4-4cd9-955e-dd3efc6a7d5a" providerId="ADAL" clId="{C9839D59-2972-4323-A767-4B90EFEABC06}" dt="2023-01-05T11:33:01.192" v="43672" actId="20577"/>
          <ac:spMkLst>
            <pc:docMk/>
            <pc:sldMk cId="2748519846" sldId="1799"/>
            <ac:spMk id="18" creationId="{B4ADBA4A-99B6-4B32-ACFB-1FA604AC8082}"/>
          </ac:spMkLst>
        </pc:spChg>
        <pc:spChg chg="add mod">
          <ac:chgData name="Gellenoncourt, Kevin" userId="83ce2c6d-0bd4-4cd9-955e-dd3efc6a7d5a" providerId="ADAL" clId="{C9839D59-2972-4323-A767-4B90EFEABC06}" dt="2022-12-06T17:44:20.717" v="17449" actId="20577"/>
          <ac:spMkLst>
            <pc:docMk/>
            <pc:sldMk cId="2748519846" sldId="1799"/>
            <ac:spMk id="19" creationId="{F33BFE3A-1412-461D-827E-039BBEB7FC55}"/>
          </ac:spMkLst>
        </pc:spChg>
        <pc:spChg chg="add mod">
          <ac:chgData name="Gellenoncourt, Kevin" userId="83ce2c6d-0bd4-4cd9-955e-dd3efc6a7d5a" providerId="ADAL" clId="{C9839D59-2972-4323-A767-4B90EFEABC06}" dt="2022-12-06T17:44:16.804" v="17447" actId="20577"/>
          <ac:spMkLst>
            <pc:docMk/>
            <pc:sldMk cId="2748519846" sldId="1799"/>
            <ac:spMk id="20" creationId="{D2E390C9-81B0-4B2B-9F06-3EE922C384EB}"/>
          </ac:spMkLst>
        </pc:spChg>
        <pc:picChg chg="add del mod">
          <ac:chgData name="Gellenoncourt, Kevin" userId="83ce2c6d-0bd4-4cd9-955e-dd3efc6a7d5a" providerId="ADAL" clId="{C9839D59-2972-4323-A767-4B90EFEABC06}" dt="2022-12-06T08:43:11.279" v="15159" actId="478"/>
          <ac:picMkLst>
            <pc:docMk/>
            <pc:sldMk cId="2748519846" sldId="1799"/>
            <ac:picMk id="8" creationId="{4DD2ED62-FAB2-4AA0-9894-4DFE28D14A9F}"/>
          </ac:picMkLst>
        </pc:picChg>
        <pc:picChg chg="add del mod">
          <ac:chgData name="Gellenoncourt, Kevin" userId="83ce2c6d-0bd4-4cd9-955e-dd3efc6a7d5a" providerId="ADAL" clId="{C9839D59-2972-4323-A767-4B90EFEABC06}" dt="2022-12-06T08:45:05.948" v="15191" actId="21"/>
          <ac:picMkLst>
            <pc:docMk/>
            <pc:sldMk cId="2748519846" sldId="1799"/>
            <ac:picMk id="9" creationId="{0B2CE64F-BF86-4D3A-A080-934263C78EB6}"/>
          </ac:picMkLst>
        </pc:picChg>
      </pc:sldChg>
      <pc:sldChg chg="addSp delSp modSp new del mod modClrScheme chgLayout">
        <pc:chgData name="Gellenoncourt, Kevin" userId="83ce2c6d-0bd4-4cd9-955e-dd3efc6a7d5a" providerId="ADAL" clId="{C9839D59-2972-4323-A767-4B90EFEABC06}" dt="2022-12-22T15:06:24.922" v="39853" actId="47"/>
        <pc:sldMkLst>
          <pc:docMk/>
          <pc:sldMk cId="554832158" sldId="1800"/>
        </pc:sldMkLst>
        <pc:spChg chg="mod ord">
          <ac:chgData name="Gellenoncourt, Kevin" userId="83ce2c6d-0bd4-4cd9-955e-dd3efc6a7d5a" providerId="ADAL" clId="{C9839D59-2972-4323-A767-4B90EFEABC06}" dt="2022-12-16T12:56:56.249" v="36603" actId="20577"/>
          <ac:spMkLst>
            <pc:docMk/>
            <pc:sldMk cId="554832158" sldId="1800"/>
            <ac:spMk id="2" creationId="{5A7A24E1-B745-4C30-8722-068E5EE04E88}"/>
          </ac:spMkLst>
        </pc:spChg>
        <pc:spChg chg="del mod ord">
          <ac:chgData name="Gellenoncourt, Kevin" userId="83ce2c6d-0bd4-4cd9-955e-dd3efc6a7d5a" providerId="ADAL" clId="{C9839D59-2972-4323-A767-4B90EFEABC06}" dt="2022-12-07T15:11:08.664" v="21081" actId="21"/>
          <ac:spMkLst>
            <pc:docMk/>
            <pc:sldMk cId="554832158" sldId="1800"/>
            <ac:spMk id="3" creationId="{81CCCF61-8B82-438A-B8F4-367DDA1E222D}"/>
          </ac:spMkLst>
        </pc:spChg>
        <pc:spChg chg="add del mod">
          <ac:chgData name="Gellenoncourt, Kevin" userId="83ce2c6d-0bd4-4cd9-955e-dd3efc6a7d5a" providerId="ADAL" clId="{C9839D59-2972-4323-A767-4B90EFEABC06}" dt="2022-12-15T10:17:03.525" v="33269" actId="478"/>
          <ac:spMkLst>
            <pc:docMk/>
            <pc:sldMk cId="554832158" sldId="1800"/>
            <ac:spMk id="4" creationId="{AC5B82CE-63DF-490F-8E41-FC636F64A16D}"/>
          </ac:spMkLst>
        </pc:spChg>
        <pc:spChg chg="del mod ord">
          <ac:chgData name="Gellenoncourt, Kevin" userId="83ce2c6d-0bd4-4cd9-955e-dd3efc6a7d5a" providerId="ADAL" clId="{C9839D59-2972-4323-A767-4B90EFEABC06}" dt="2022-12-05T13:43:23.941" v="11679" actId="700"/>
          <ac:spMkLst>
            <pc:docMk/>
            <pc:sldMk cId="554832158" sldId="1800"/>
            <ac:spMk id="4" creationId="{AFA0779A-4282-4D86-B3BC-C9D400B99F32}"/>
          </ac:spMkLst>
        </pc:spChg>
        <pc:spChg chg="mod ord">
          <ac:chgData name="Gellenoncourt, Kevin" userId="83ce2c6d-0bd4-4cd9-955e-dd3efc6a7d5a" providerId="ADAL" clId="{C9839D59-2972-4323-A767-4B90EFEABC06}" dt="2022-12-05T13:43:23.941" v="11679" actId="700"/>
          <ac:spMkLst>
            <pc:docMk/>
            <pc:sldMk cId="554832158" sldId="1800"/>
            <ac:spMk id="5" creationId="{0C8FEBB9-FAE7-4ADC-91CE-5FCDA7F70D82}"/>
          </ac:spMkLst>
        </pc:spChg>
        <pc:spChg chg="mod ord">
          <ac:chgData name="Gellenoncourt, Kevin" userId="83ce2c6d-0bd4-4cd9-955e-dd3efc6a7d5a" providerId="ADAL" clId="{C9839D59-2972-4323-A767-4B90EFEABC06}" dt="2022-12-05T13:43:23.941" v="11679" actId="700"/>
          <ac:spMkLst>
            <pc:docMk/>
            <pc:sldMk cId="554832158" sldId="1800"/>
            <ac:spMk id="6" creationId="{25DF5375-E35E-4821-B898-0B132F2F56B4}"/>
          </ac:spMkLst>
        </pc:spChg>
        <pc:spChg chg="add mod ord">
          <ac:chgData name="Gellenoncourt, Kevin" userId="83ce2c6d-0bd4-4cd9-955e-dd3efc6a7d5a" providerId="ADAL" clId="{C9839D59-2972-4323-A767-4B90EFEABC06}" dt="2022-12-05T13:43:49.244" v="11696" actId="20577"/>
          <ac:spMkLst>
            <pc:docMk/>
            <pc:sldMk cId="554832158" sldId="1800"/>
            <ac:spMk id="7" creationId="{1E635D63-9261-445C-926E-D41E81DA87D2}"/>
          </ac:spMkLst>
        </pc:spChg>
        <pc:spChg chg="add del mod ord">
          <ac:chgData name="Gellenoncourt, Kevin" userId="83ce2c6d-0bd4-4cd9-955e-dd3efc6a7d5a" providerId="ADAL" clId="{C9839D59-2972-4323-A767-4B90EFEABC06}" dt="2022-12-15T10:17:00.139" v="33268" actId="478"/>
          <ac:spMkLst>
            <pc:docMk/>
            <pc:sldMk cId="554832158" sldId="1800"/>
            <ac:spMk id="8" creationId="{17E636A2-5D0D-4652-B2F6-0C2FE088B3DC}"/>
          </ac:spMkLst>
        </pc:spChg>
        <pc:spChg chg="add del mod">
          <ac:chgData name="Gellenoncourt, Kevin" userId="83ce2c6d-0bd4-4cd9-955e-dd3efc6a7d5a" providerId="ADAL" clId="{C9839D59-2972-4323-A767-4B90EFEABC06}" dt="2022-12-12T10:07:23.212" v="25612" actId="478"/>
          <ac:spMkLst>
            <pc:docMk/>
            <pc:sldMk cId="554832158" sldId="1800"/>
            <ac:spMk id="9" creationId="{9248A402-51E0-461D-9C62-8E61B55F5287}"/>
          </ac:spMkLst>
        </pc:spChg>
        <pc:spChg chg="add del mod">
          <ac:chgData name="Gellenoncourt, Kevin" userId="83ce2c6d-0bd4-4cd9-955e-dd3efc6a7d5a" providerId="ADAL" clId="{C9839D59-2972-4323-A767-4B90EFEABC06}" dt="2022-12-15T10:17:35.120" v="33275" actId="478"/>
          <ac:spMkLst>
            <pc:docMk/>
            <pc:sldMk cId="554832158" sldId="1800"/>
            <ac:spMk id="10" creationId="{C7B23976-DA4F-4F56-A1C5-E22A55CA1424}"/>
          </ac:spMkLst>
        </pc:spChg>
        <pc:spChg chg="add del mod">
          <ac:chgData name="Gellenoncourt, Kevin" userId="83ce2c6d-0bd4-4cd9-955e-dd3efc6a7d5a" providerId="ADAL" clId="{C9839D59-2972-4323-A767-4B90EFEABC06}" dt="2022-12-12T11:16:26.072" v="26472" actId="478"/>
          <ac:spMkLst>
            <pc:docMk/>
            <pc:sldMk cId="554832158" sldId="1800"/>
            <ac:spMk id="11" creationId="{2F8E0A17-44E9-45B7-BA29-A6DCAA08F18F}"/>
          </ac:spMkLst>
        </pc:spChg>
        <pc:spChg chg="add del mod">
          <ac:chgData name="Gellenoncourt, Kevin" userId="83ce2c6d-0bd4-4cd9-955e-dd3efc6a7d5a" providerId="ADAL" clId="{C9839D59-2972-4323-A767-4B90EFEABC06}" dt="2022-12-07T15:11:11.373" v="21082" actId="478"/>
          <ac:spMkLst>
            <pc:docMk/>
            <pc:sldMk cId="554832158" sldId="1800"/>
            <ac:spMk id="11" creationId="{B135EEA9-E8C2-48A9-8DCF-7CA93512B4D2}"/>
          </ac:spMkLst>
        </pc:spChg>
        <pc:spChg chg="add mod">
          <ac:chgData name="Gellenoncourt, Kevin" userId="83ce2c6d-0bd4-4cd9-955e-dd3efc6a7d5a" providerId="ADAL" clId="{C9839D59-2972-4323-A767-4B90EFEABC06}" dt="2022-12-16T14:08:49.740" v="36766" actId="20577"/>
          <ac:spMkLst>
            <pc:docMk/>
            <pc:sldMk cId="554832158" sldId="1800"/>
            <ac:spMk id="11" creationId="{B8BE6713-E5E0-431A-A46D-77E62C9957DB}"/>
          </ac:spMkLst>
        </pc:spChg>
        <pc:spChg chg="add del mod">
          <ac:chgData name="Gellenoncourt, Kevin" userId="83ce2c6d-0bd4-4cd9-955e-dd3efc6a7d5a" providerId="ADAL" clId="{C9839D59-2972-4323-A767-4B90EFEABC06}" dt="2022-12-12T11:16:26.072" v="26472" actId="478"/>
          <ac:spMkLst>
            <pc:docMk/>
            <pc:sldMk cId="554832158" sldId="1800"/>
            <ac:spMk id="12" creationId="{64ECD094-0BAB-404B-ADBE-CE9D0FC9EDE5}"/>
          </ac:spMkLst>
        </pc:spChg>
        <pc:spChg chg="add del mod">
          <ac:chgData name="Gellenoncourt, Kevin" userId="83ce2c6d-0bd4-4cd9-955e-dd3efc6a7d5a" providerId="ADAL" clId="{C9839D59-2972-4323-A767-4B90EFEABC06}" dt="2022-12-12T11:16:26.072" v="26472" actId="478"/>
          <ac:spMkLst>
            <pc:docMk/>
            <pc:sldMk cId="554832158" sldId="1800"/>
            <ac:spMk id="13" creationId="{36488E25-BB99-4BCA-8CC5-841F57BCB6E0}"/>
          </ac:spMkLst>
        </pc:spChg>
        <pc:spChg chg="add mod">
          <ac:chgData name="Gellenoncourt, Kevin" userId="83ce2c6d-0bd4-4cd9-955e-dd3efc6a7d5a" providerId="ADAL" clId="{C9839D59-2972-4323-A767-4B90EFEABC06}" dt="2022-12-16T14:08:58.220" v="36767" actId="14100"/>
          <ac:spMkLst>
            <pc:docMk/>
            <pc:sldMk cId="554832158" sldId="1800"/>
            <ac:spMk id="13" creationId="{560E1138-66F2-43B2-9D4B-26EE1951EF15}"/>
          </ac:spMkLst>
        </pc:spChg>
        <pc:spChg chg="add mod">
          <ac:chgData name="Gellenoncourt, Kevin" userId="83ce2c6d-0bd4-4cd9-955e-dd3efc6a7d5a" providerId="ADAL" clId="{C9839D59-2972-4323-A767-4B90EFEABC06}" dt="2022-12-15T10:41:49.066" v="34267" actId="20577"/>
          <ac:spMkLst>
            <pc:docMk/>
            <pc:sldMk cId="554832158" sldId="1800"/>
            <ac:spMk id="14" creationId="{9A5F942E-8C46-4AF8-8357-416B7C49715A}"/>
          </ac:spMkLst>
        </pc:spChg>
        <pc:spChg chg="add del mod">
          <ac:chgData name="Gellenoncourt, Kevin" userId="83ce2c6d-0bd4-4cd9-955e-dd3efc6a7d5a" providerId="ADAL" clId="{C9839D59-2972-4323-A767-4B90EFEABC06}" dt="2022-12-12T12:00:15.683" v="26632" actId="478"/>
          <ac:spMkLst>
            <pc:docMk/>
            <pc:sldMk cId="554832158" sldId="1800"/>
            <ac:spMk id="15" creationId="{01F94DF5-D52A-4BC3-B6F3-EBB697F2CAF0}"/>
          </ac:spMkLst>
        </pc:spChg>
        <pc:spChg chg="add mod">
          <ac:chgData name="Gellenoncourt, Kevin" userId="83ce2c6d-0bd4-4cd9-955e-dd3efc6a7d5a" providerId="ADAL" clId="{C9839D59-2972-4323-A767-4B90EFEABC06}" dt="2022-12-19T14:40:11.512" v="37119" actId="404"/>
          <ac:spMkLst>
            <pc:docMk/>
            <pc:sldMk cId="554832158" sldId="1800"/>
            <ac:spMk id="15" creationId="{C7F9EC6E-EEBC-4658-9A30-5ED6AE201624}"/>
          </ac:spMkLst>
        </pc:spChg>
        <pc:spChg chg="add mod">
          <ac:chgData name="Gellenoncourt, Kevin" userId="83ce2c6d-0bd4-4cd9-955e-dd3efc6a7d5a" providerId="ADAL" clId="{C9839D59-2972-4323-A767-4B90EFEABC06}" dt="2022-12-16T14:08:07.160" v="36744" actId="14100"/>
          <ac:spMkLst>
            <pc:docMk/>
            <pc:sldMk cId="554832158" sldId="1800"/>
            <ac:spMk id="16" creationId="{E6DD16D8-9529-45B1-9DD4-D1F9CB941C20}"/>
          </ac:spMkLst>
        </pc:spChg>
        <pc:spChg chg="add mod">
          <ac:chgData name="Gellenoncourt, Kevin" userId="83ce2c6d-0bd4-4cd9-955e-dd3efc6a7d5a" providerId="ADAL" clId="{C9839D59-2972-4323-A767-4B90EFEABC06}" dt="2022-12-16T14:08:43.652" v="36764" actId="14100"/>
          <ac:spMkLst>
            <pc:docMk/>
            <pc:sldMk cId="554832158" sldId="1800"/>
            <ac:spMk id="17" creationId="{9C19AC19-2AB0-4075-BD81-49FB8111BA1E}"/>
          </ac:spMkLst>
        </pc:spChg>
        <pc:graphicFrameChg chg="add del mod modGraphic">
          <ac:chgData name="Gellenoncourt, Kevin" userId="83ce2c6d-0bd4-4cd9-955e-dd3efc6a7d5a" providerId="ADAL" clId="{C9839D59-2972-4323-A767-4B90EFEABC06}" dt="2022-12-15T10:24:34.785" v="33602" actId="478"/>
          <ac:graphicFrameMkLst>
            <pc:docMk/>
            <pc:sldMk cId="554832158" sldId="1800"/>
            <ac:graphicFrameMk id="9" creationId="{4F2D0698-19A5-438B-B83D-A26543C255F8}"/>
          </ac:graphicFrameMkLst>
        </pc:graphicFrameChg>
      </pc:sldChg>
      <pc:sldChg chg="addSp delSp modSp add del mod ord addCm modCm">
        <pc:chgData name="Gellenoncourt, Kevin" userId="83ce2c6d-0bd4-4cd9-955e-dd3efc6a7d5a" providerId="ADAL" clId="{C9839D59-2972-4323-A767-4B90EFEABC06}" dt="2022-12-22T15:16:04.806" v="39898" actId="47"/>
        <pc:sldMkLst>
          <pc:docMk/>
          <pc:sldMk cId="2329855434" sldId="1801"/>
        </pc:sldMkLst>
        <pc:spChg chg="mod">
          <ac:chgData name="Gellenoncourt, Kevin" userId="83ce2c6d-0bd4-4cd9-955e-dd3efc6a7d5a" providerId="ADAL" clId="{C9839D59-2972-4323-A767-4B90EFEABC06}" dt="2022-12-05T17:13:47.276" v="14797"/>
          <ac:spMkLst>
            <pc:docMk/>
            <pc:sldMk cId="2329855434" sldId="1801"/>
            <ac:spMk id="4" creationId="{788C10F9-9657-4893-A226-57D7E22F102D}"/>
          </ac:spMkLst>
        </pc:spChg>
        <pc:spChg chg="del">
          <ac:chgData name="Gellenoncourt, Kevin" userId="83ce2c6d-0bd4-4cd9-955e-dd3efc6a7d5a" providerId="ADAL" clId="{C9839D59-2972-4323-A767-4B90EFEABC06}" dt="2022-12-05T13:41:14.750" v="11648" actId="478"/>
          <ac:spMkLst>
            <pc:docMk/>
            <pc:sldMk cId="2329855434" sldId="1801"/>
            <ac:spMk id="5" creationId="{0DF1388A-C9BB-4BFC-B3D5-D147691E7B57}"/>
          </ac:spMkLst>
        </pc:spChg>
        <pc:spChg chg="mod">
          <ac:chgData name="Gellenoncourt, Kevin" userId="83ce2c6d-0bd4-4cd9-955e-dd3efc6a7d5a" providerId="ADAL" clId="{C9839D59-2972-4323-A767-4B90EFEABC06}" dt="2022-12-07T11:21:09.740" v="19051" actId="20577"/>
          <ac:spMkLst>
            <pc:docMk/>
            <pc:sldMk cId="2329855434" sldId="1801"/>
            <ac:spMk id="6" creationId="{20A4A119-D40C-40B2-B276-9D6CFC6EC5F7}"/>
          </ac:spMkLst>
        </pc:spChg>
        <pc:spChg chg="add del mod">
          <ac:chgData name="Gellenoncourt, Kevin" userId="83ce2c6d-0bd4-4cd9-955e-dd3efc6a7d5a" providerId="ADAL" clId="{C9839D59-2972-4323-A767-4B90EFEABC06}" dt="2022-12-05T13:41:18.638" v="11650" actId="478"/>
          <ac:spMkLst>
            <pc:docMk/>
            <pc:sldMk cId="2329855434" sldId="1801"/>
            <ac:spMk id="8" creationId="{64E00D95-4B14-4535-9854-55CC0B36BD78}"/>
          </ac:spMkLst>
        </pc:spChg>
        <pc:spChg chg="del">
          <ac:chgData name="Gellenoncourt, Kevin" userId="83ce2c6d-0bd4-4cd9-955e-dd3efc6a7d5a" providerId="ADAL" clId="{C9839D59-2972-4323-A767-4B90EFEABC06}" dt="2022-12-05T13:41:19.546" v="11651" actId="478"/>
          <ac:spMkLst>
            <pc:docMk/>
            <pc:sldMk cId="2329855434" sldId="1801"/>
            <ac:spMk id="9" creationId="{BA99E3C9-6E33-4FBA-BAE9-F51FC428304A}"/>
          </ac:spMkLst>
        </pc:spChg>
        <pc:spChg chg="add mod">
          <ac:chgData name="Gellenoncourt, Kevin" userId="83ce2c6d-0bd4-4cd9-955e-dd3efc6a7d5a" providerId="ADAL" clId="{C9839D59-2972-4323-A767-4B90EFEABC06}" dt="2022-12-22T11:02:03.889" v="38537" actId="20577"/>
          <ac:spMkLst>
            <pc:docMk/>
            <pc:sldMk cId="2329855434" sldId="1801"/>
            <ac:spMk id="9" creationId="{BBD36B5B-77CC-46CC-BA6E-C4162CACEAB0}"/>
          </ac:spMkLst>
        </pc:spChg>
        <pc:spChg chg="add mod">
          <ac:chgData name="Gellenoncourt, Kevin" userId="83ce2c6d-0bd4-4cd9-955e-dd3efc6a7d5a" providerId="ADAL" clId="{C9839D59-2972-4323-A767-4B90EFEABC06}" dt="2022-12-22T14:05:15.717" v="39743" actId="20577"/>
          <ac:spMkLst>
            <pc:docMk/>
            <pc:sldMk cId="2329855434" sldId="1801"/>
            <ac:spMk id="10" creationId="{97C581D9-1366-4208-9FE1-AB85F2FC7FE7}"/>
          </ac:spMkLst>
        </pc:spChg>
        <pc:spChg chg="del">
          <ac:chgData name="Gellenoncourt, Kevin" userId="83ce2c6d-0bd4-4cd9-955e-dd3efc6a7d5a" providerId="ADAL" clId="{C9839D59-2972-4323-A767-4B90EFEABC06}" dt="2022-12-05T13:41:08.570" v="11645" actId="478"/>
          <ac:spMkLst>
            <pc:docMk/>
            <pc:sldMk cId="2329855434" sldId="1801"/>
            <ac:spMk id="11" creationId="{5337E2BB-6C13-45D2-8966-C9AB9225F9E3}"/>
          </ac:spMkLst>
        </pc:spChg>
        <pc:spChg chg="add mod">
          <ac:chgData name="Gellenoncourt, Kevin" userId="83ce2c6d-0bd4-4cd9-955e-dd3efc6a7d5a" providerId="ADAL" clId="{C9839D59-2972-4323-A767-4B90EFEABC06}" dt="2022-12-05T16:39:25.042" v="14310" actId="1076"/>
          <ac:spMkLst>
            <pc:docMk/>
            <pc:sldMk cId="2329855434" sldId="1801"/>
            <ac:spMk id="11" creationId="{DFC8C011-64E9-4EFC-82FC-7B60939258B5}"/>
          </ac:spMkLst>
        </pc:spChg>
        <pc:spChg chg="add del mod">
          <ac:chgData name="Gellenoncourt, Kevin" userId="83ce2c6d-0bd4-4cd9-955e-dd3efc6a7d5a" providerId="ADAL" clId="{C9839D59-2972-4323-A767-4B90EFEABC06}" dt="2022-12-22T11:02:43.988" v="38569" actId="14100"/>
          <ac:spMkLst>
            <pc:docMk/>
            <pc:sldMk cId="2329855434" sldId="1801"/>
            <ac:spMk id="12" creationId="{34C851CD-F2B0-459A-A235-B87C9858C9F2}"/>
          </ac:spMkLst>
        </pc:spChg>
        <pc:spChg chg="del">
          <ac:chgData name="Gellenoncourt, Kevin" userId="83ce2c6d-0bd4-4cd9-955e-dd3efc6a7d5a" providerId="ADAL" clId="{C9839D59-2972-4323-A767-4B90EFEABC06}" dt="2022-12-05T13:41:22.160" v="11653" actId="478"/>
          <ac:spMkLst>
            <pc:docMk/>
            <pc:sldMk cId="2329855434" sldId="1801"/>
            <ac:spMk id="13" creationId="{2AC7A864-3BF1-42C7-B401-2C75D2EB8399}"/>
          </ac:spMkLst>
        </pc:spChg>
        <pc:spChg chg="add mod">
          <ac:chgData name="Gellenoncourt, Kevin" userId="83ce2c6d-0bd4-4cd9-955e-dd3efc6a7d5a" providerId="ADAL" clId="{C9839D59-2972-4323-A767-4B90EFEABC06}" dt="2022-12-05T16:39:25.042" v="14310" actId="1076"/>
          <ac:spMkLst>
            <pc:docMk/>
            <pc:sldMk cId="2329855434" sldId="1801"/>
            <ac:spMk id="13" creationId="{2E0148BC-6B51-41D8-B489-EAD772913C13}"/>
          </ac:spMkLst>
        </pc:spChg>
        <pc:spChg chg="mod">
          <ac:chgData name="Gellenoncourt, Kevin" userId="83ce2c6d-0bd4-4cd9-955e-dd3efc6a7d5a" providerId="ADAL" clId="{C9839D59-2972-4323-A767-4B90EFEABC06}" dt="2022-12-05T16:41:16.235" v="14324" actId="14100"/>
          <ac:spMkLst>
            <pc:docMk/>
            <pc:sldMk cId="2329855434" sldId="1801"/>
            <ac:spMk id="14" creationId="{CB1E06A2-D58B-4D3A-A638-082191C60F85}"/>
          </ac:spMkLst>
        </pc:spChg>
        <pc:spChg chg="del">
          <ac:chgData name="Gellenoncourt, Kevin" userId="83ce2c6d-0bd4-4cd9-955e-dd3efc6a7d5a" providerId="ADAL" clId="{C9839D59-2972-4323-A767-4B90EFEABC06}" dt="2022-12-05T13:41:22.160" v="11653" actId="478"/>
          <ac:spMkLst>
            <pc:docMk/>
            <pc:sldMk cId="2329855434" sldId="1801"/>
            <ac:spMk id="15" creationId="{AB18076F-B151-4201-AD16-BF23EBB2676D}"/>
          </ac:spMkLst>
        </pc:spChg>
        <pc:spChg chg="add mod">
          <ac:chgData name="Gellenoncourt, Kevin" userId="83ce2c6d-0bd4-4cd9-955e-dd3efc6a7d5a" providerId="ADAL" clId="{C9839D59-2972-4323-A767-4B90EFEABC06}" dt="2022-12-05T16:39:25.042" v="14310" actId="1076"/>
          <ac:spMkLst>
            <pc:docMk/>
            <pc:sldMk cId="2329855434" sldId="1801"/>
            <ac:spMk id="15" creationId="{EB0F1554-5BA4-4DE3-A19B-71D4B4BB87ED}"/>
          </ac:spMkLst>
        </pc:spChg>
        <pc:spChg chg="del">
          <ac:chgData name="Gellenoncourt, Kevin" userId="83ce2c6d-0bd4-4cd9-955e-dd3efc6a7d5a" providerId="ADAL" clId="{C9839D59-2972-4323-A767-4B90EFEABC06}" dt="2022-12-05T13:41:20.500" v="11652" actId="478"/>
          <ac:spMkLst>
            <pc:docMk/>
            <pc:sldMk cId="2329855434" sldId="1801"/>
            <ac:spMk id="16" creationId="{450EEDFF-A7E9-4BC8-AFDE-4C1C43711AA0}"/>
          </ac:spMkLst>
        </pc:spChg>
        <pc:spChg chg="add del mod">
          <ac:chgData name="Gellenoncourt, Kevin" userId="83ce2c6d-0bd4-4cd9-955e-dd3efc6a7d5a" providerId="ADAL" clId="{C9839D59-2972-4323-A767-4B90EFEABC06}" dt="2022-12-06T10:03:40.107" v="15616" actId="478"/>
          <ac:spMkLst>
            <pc:docMk/>
            <pc:sldMk cId="2329855434" sldId="1801"/>
            <ac:spMk id="16" creationId="{8BB0F979-F498-4226-A812-A1A5DA27C50A}"/>
          </ac:spMkLst>
        </pc:spChg>
        <pc:spChg chg="del">
          <ac:chgData name="Gellenoncourt, Kevin" userId="83ce2c6d-0bd4-4cd9-955e-dd3efc6a7d5a" providerId="ADAL" clId="{C9839D59-2972-4323-A767-4B90EFEABC06}" dt="2022-12-05T13:41:15.953" v="11649" actId="478"/>
          <ac:spMkLst>
            <pc:docMk/>
            <pc:sldMk cId="2329855434" sldId="1801"/>
            <ac:spMk id="17" creationId="{11E8797E-2EA1-4B50-8052-39443A4CFB14}"/>
          </ac:spMkLst>
        </pc:spChg>
        <pc:spChg chg="add del mod">
          <ac:chgData name="Gellenoncourt, Kevin" userId="83ce2c6d-0bd4-4cd9-955e-dd3efc6a7d5a" providerId="ADAL" clId="{C9839D59-2972-4323-A767-4B90EFEABC06}" dt="2022-12-06T10:03:40.107" v="15616" actId="478"/>
          <ac:spMkLst>
            <pc:docMk/>
            <pc:sldMk cId="2329855434" sldId="1801"/>
            <ac:spMk id="17" creationId="{E12F7C9E-36DB-4B47-9DE1-D2F000CEE842}"/>
          </ac:spMkLst>
        </pc:spChg>
        <pc:spChg chg="del">
          <ac:chgData name="Gellenoncourt, Kevin" userId="83ce2c6d-0bd4-4cd9-955e-dd3efc6a7d5a" providerId="ADAL" clId="{C9839D59-2972-4323-A767-4B90EFEABC06}" dt="2022-12-05T13:41:22.160" v="11653" actId="478"/>
          <ac:spMkLst>
            <pc:docMk/>
            <pc:sldMk cId="2329855434" sldId="1801"/>
            <ac:spMk id="18" creationId="{29B592FD-914B-4D61-99D1-3F3B7124C225}"/>
          </ac:spMkLst>
        </pc:spChg>
        <pc:spChg chg="add del mod">
          <ac:chgData name="Gellenoncourt, Kevin" userId="83ce2c6d-0bd4-4cd9-955e-dd3efc6a7d5a" providerId="ADAL" clId="{C9839D59-2972-4323-A767-4B90EFEABC06}" dt="2022-12-06T10:03:40.107" v="15616" actId="478"/>
          <ac:spMkLst>
            <pc:docMk/>
            <pc:sldMk cId="2329855434" sldId="1801"/>
            <ac:spMk id="18" creationId="{CA049C99-3EFD-4FDD-890E-5519035051B8}"/>
          </ac:spMkLst>
        </pc:spChg>
        <pc:spChg chg="add mod">
          <ac:chgData name="Gellenoncourt, Kevin" userId="83ce2c6d-0bd4-4cd9-955e-dd3efc6a7d5a" providerId="ADAL" clId="{C9839D59-2972-4323-A767-4B90EFEABC06}" dt="2022-12-22T11:02:38.239" v="38568" actId="14100"/>
          <ac:spMkLst>
            <pc:docMk/>
            <pc:sldMk cId="2329855434" sldId="1801"/>
            <ac:spMk id="18" creationId="{E93F49C7-23F1-4E03-80D0-7E80ECF5628D}"/>
          </ac:spMkLst>
        </pc:spChg>
        <pc:spChg chg="add mod">
          <ac:chgData name="Gellenoncourt, Kevin" userId="83ce2c6d-0bd4-4cd9-955e-dd3efc6a7d5a" providerId="ADAL" clId="{C9839D59-2972-4323-A767-4B90EFEABC06}" dt="2022-12-05T16:39:55.098" v="14318" actId="14100"/>
          <ac:spMkLst>
            <pc:docMk/>
            <pc:sldMk cId="2329855434" sldId="1801"/>
            <ac:spMk id="19" creationId="{AED692B8-F77D-4709-A627-8C41FB9AE72A}"/>
          </ac:spMkLst>
        </pc:spChg>
        <pc:spChg chg="add del mod">
          <ac:chgData name="Gellenoncourt, Kevin" userId="83ce2c6d-0bd4-4cd9-955e-dd3efc6a7d5a" providerId="ADAL" clId="{C9839D59-2972-4323-A767-4B90EFEABC06}" dt="2022-12-06T10:03:40.107" v="15616" actId="478"/>
          <ac:spMkLst>
            <pc:docMk/>
            <pc:sldMk cId="2329855434" sldId="1801"/>
            <ac:spMk id="20" creationId="{6DD5DB81-DA89-4007-852F-A37A4D574296}"/>
          </ac:spMkLst>
        </pc:spChg>
        <pc:spChg chg="add mod">
          <ac:chgData name="Gellenoncourt, Kevin" userId="83ce2c6d-0bd4-4cd9-955e-dd3efc6a7d5a" providerId="ADAL" clId="{C9839D59-2972-4323-A767-4B90EFEABC06}" dt="2022-12-06T10:03:40.423" v="15617"/>
          <ac:spMkLst>
            <pc:docMk/>
            <pc:sldMk cId="2329855434" sldId="1801"/>
            <ac:spMk id="21" creationId="{35644055-1766-4A79-AC07-72FEBFFB1F21}"/>
          </ac:spMkLst>
        </pc:spChg>
        <pc:spChg chg="add mod">
          <ac:chgData name="Gellenoncourt, Kevin" userId="83ce2c6d-0bd4-4cd9-955e-dd3efc6a7d5a" providerId="ADAL" clId="{C9839D59-2972-4323-A767-4B90EFEABC06}" dt="2022-12-06T10:03:40.423" v="15617"/>
          <ac:spMkLst>
            <pc:docMk/>
            <pc:sldMk cId="2329855434" sldId="1801"/>
            <ac:spMk id="22" creationId="{D4EE8E83-C725-4967-86B6-0291338663FB}"/>
          </ac:spMkLst>
        </pc:spChg>
        <pc:spChg chg="add mod">
          <ac:chgData name="Gellenoncourt, Kevin" userId="83ce2c6d-0bd4-4cd9-955e-dd3efc6a7d5a" providerId="ADAL" clId="{C9839D59-2972-4323-A767-4B90EFEABC06}" dt="2022-12-06T10:03:40.423" v="15617"/>
          <ac:spMkLst>
            <pc:docMk/>
            <pc:sldMk cId="2329855434" sldId="1801"/>
            <ac:spMk id="23" creationId="{ED8C1207-C4E0-4E9F-B3B9-91D2B738452D}"/>
          </ac:spMkLst>
        </pc:spChg>
        <pc:spChg chg="add mod">
          <ac:chgData name="Gellenoncourt, Kevin" userId="83ce2c6d-0bd4-4cd9-955e-dd3efc6a7d5a" providerId="ADAL" clId="{C9839D59-2972-4323-A767-4B90EFEABC06}" dt="2022-12-06T10:03:40.423" v="15617"/>
          <ac:spMkLst>
            <pc:docMk/>
            <pc:sldMk cId="2329855434" sldId="1801"/>
            <ac:spMk id="24" creationId="{E9583E30-E059-4419-94AA-86529E8BBAC4}"/>
          </ac:spMkLst>
        </pc:spChg>
      </pc:sldChg>
      <pc:sldChg chg="addSp delSp modSp new del mod ord addCm delCm">
        <pc:chgData name="Gellenoncourt, Kevin" userId="83ce2c6d-0bd4-4cd9-955e-dd3efc6a7d5a" providerId="ADAL" clId="{C9839D59-2972-4323-A767-4B90EFEABC06}" dt="2022-12-22T15:23:26.294" v="39943" actId="47"/>
        <pc:sldMkLst>
          <pc:docMk/>
          <pc:sldMk cId="2268762651" sldId="1802"/>
        </pc:sldMkLst>
        <pc:spChg chg="mod">
          <ac:chgData name="Gellenoncourt, Kevin" userId="83ce2c6d-0bd4-4cd9-955e-dd3efc6a7d5a" providerId="ADAL" clId="{C9839D59-2972-4323-A767-4B90EFEABC06}" dt="2022-12-09T14:24:40.617" v="24717" actId="20577"/>
          <ac:spMkLst>
            <pc:docMk/>
            <pc:sldMk cId="2268762651" sldId="1802"/>
            <ac:spMk id="2" creationId="{0951BACF-00BD-4955-BFC1-EAF95FE51E5F}"/>
          </ac:spMkLst>
        </pc:spChg>
        <pc:spChg chg="mod">
          <ac:chgData name="Gellenoncourt, Kevin" userId="83ce2c6d-0bd4-4cd9-955e-dd3efc6a7d5a" providerId="ADAL" clId="{C9839D59-2972-4323-A767-4B90EFEABC06}" dt="2022-12-13T16:08:09.981" v="29244" actId="20577"/>
          <ac:spMkLst>
            <pc:docMk/>
            <pc:sldMk cId="2268762651" sldId="1802"/>
            <ac:spMk id="3" creationId="{545B7C11-0732-425A-89FB-93EE6930DED1}"/>
          </ac:spMkLst>
        </pc:spChg>
        <pc:spChg chg="del mod">
          <ac:chgData name="Gellenoncourt, Kevin" userId="83ce2c6d-0bd4-4cd9-955e-dd3efc6a7d5a" providerId="ADAL" clId="{C9839D59-2972-4323-A767-4B90EFEABC06}" dt="2022-12-06T08:19:07.132" v="14991" actId="478"/>
          <ac:spMkLst>
            <pc:docMk/>
            <pc:sldMk cId="2268762651" sldId="1802"/>
            <ac:spMk id="4" creationId="{FC2E5570-780E-4BE3-8A16-472F9487731A}"/>
          </ac:spMkLst>
        </pc:spChg>
        <pc:spChg chg="add mod">
          <ac:chgData name="Gellenoncourt, Kevin" userId="83ce2c6d-0bd4-4cd9-955e-dd3efc6a7d5a" providerId="ADAL" clId="{C9839D59-2972-4323-A767-4B90EFEABC06}" dt="2022-12-12T12:14:50.364" v="26950" actId="207"/>
          <ac:spMkLst>
            <pc:docMk/>
            <pc:sldMk cId="2268762651" sldId="1802"/>
            <ac:spMk id="8" creationId="{AC852577-1346-4FAE-87E0-667A2378CC08}"/>
          </ac:spMkLst>
        </pc:spChg>
        <pc:spChg chg="add del mod">
          <ac:chgData name="Gellenoncourt, Kevin" userId="83ce2c6d-0bd4-4cd9-955e-dd3efc6a7d5a" providerId="ADAL" clId="{C9839D59-2972-4323-A767-4B90EFEABC06}" dt="2022-12-06T08:19:11.304" v="14992" actId="478"/>
          <ac:spMkLst>
            <pc:docMk/>
            <pc:sldMk cId="2268762651" sldId="1802"/>
            <ac:spMk id="9" creationId="{5F5A214E-CBED-4CD0-89F9-D07D69D5CDF0}"/>
          </ac:spMkLst>
        </pc:spChg>
        <pc:graphicFrameChg chg="add mod modGraphic">
          <ac:chgData name="Gellenoncourt, Kevin" userId="83ce2c6d-0bd4-4cd9-955e-dd3efc6a7d5a" providerId="ADAL" clId="{C9839D59-2972-4323-A767-4B90EFEABC06}" dt="2022-12-22T14:07:22.975" v="39755" actId="20577"/>
          <ac:graphicFrameMkLst>
            <pc:docMk/>
            <pc:sldMk cId="2268762651" sldId="1802"/>
            <ac:graphicFrameMk id="7" creationId="{E8DCD3DC-67BD-4479-85F9-70E2CF8D4037}"/>
          </ac:graphicFrameMkLst>
        </pc:graphicFrameChg>
        <pc:graphicFrameChg chg="add del mod">
          <ac:chgData name="Gellenoncourt, Kevin" userId="83ce2c6d-0bd4-4cd9-955e-dd3efc6a7d5a" providerId="ADAL" clId="{C9839D59-2972-4323-A767-4B90EFEABC06}" dt="2022-12-12T12:15:11.630" v="26952"/>
          <ac:graphicFrameMkLst>
            <pc:docMk/>
            <pc:sldMk cId="2268762651" sldId="1802"/>
            <ac:graphicFrameMk id="9" creationId="{163F12A0-A6B0-4FE3-B1CF-BDE1C32EC6ED}"/>
          </ac:graphicFrameMkLst>
        </pc:graphicFrameChg>
      </pc:sldChg>
      <pc:sldChg chg="modSp add mod ord">
        <pc:chgData name="Gellenoncourt, Kevin" userId="83ce2c6d-0bd4-4cd9-955e-dd3efc6a7d5a" providerId="ADAL" clId="{C9839D59-2972-4323-A767-4B90EFEABC06}" dt="2023-02-07T09:39:51.027" v="54635" actId="20577"/>
        <pc:sldMkLst>
          <pc:docMk/>
          <pc:sldMk cId="1814115530" sldId="1803"/>
        </pc:sldMkLst>
        <pc:spChg chg="mod">
          <ac:chgData name="Gellenoncourt, Kevin" userId="83ce2c6d-0bd4-4cd9-955e-dd3efc6a7d5a" providerId="ADAL" clId="{C9839D59-2972-4323-A767-4B90EFEABC06}" dt="2023-02-07T09:39:51.027" v="54635" actId="20577"/>
          <ac:spMkLst>
            <pc:docMk/>
            <pc:sldMk cId="1814115530" sldId="1803"/>
            <ac:spMk id="7" creationId="{E42BCCB4-5ADC-48EF-AB6B-F068147D8558}"/>
          </ac:spMkLst>
        </pc:spChg>
        <pc:spChg chg="mod">
          <ac:chgData name="Gellenoncourt, Kevin" userId="83ce2c6d-0bd4-4cd9-955e-dd3efc6a7d5a" providerId="ADAL" clId="{C9839D59-2972-4323-A767-4B90EFEABC06}" dt="2023-02-01T11:28:25.802" v="53102" actId="20577"/>
          <ac:spMkLst>
            <pc:docMk/>
            <pc:sldMk cId="1814115530" sldId="1803"/>
            <ac:spMk id="8" creationId="{EF4CE90A-C0B9-4342-BF6C-766D39B37411}"/>
          </ac:spMkLst>
        </pc:spChg>
      </pc:sldChg>
      <pc:sldChg chg="modSp add del mod ord">
        <pc:chgData name="Gellenoncourt, Kevin" userId="83ce2c6d-0bd4-4cd9-955e-dd3efc6a7d5a" providerId="ADAL" clId="{C9839D59-2972-4323-A767-4B90EFEABC06}" dt="2022-12-22T15:16:06.833" v="39899" actId="47"/>
        <pc:sldMkLst>
          <pc:docMk/>
          <pc:sldMk cId="1354492749" sldId="1804"/>
        </pc:sldMkLst>
        <pc:spChg chg="mod">
          <ac:chgData name="Gellenoncourt, Kevin" userId="83ce2c6d-0bd4-4cd9-955e-dd3efc6a7d5a" providerId="ADAL" clId="{C9839D59-2972-4323-A767-4B90EFEABC06}" dt="2022-12-05T17:10:30.147" v="14705" actId="20577"/>
          <ac:spMkLst>
            <pc:docMk/>
            <pc:sldMk cId="1354492749" sldId="1804"/>
            <ac:spMk id="7" creationId="{E42BCCB4-5ADC-48EF-AB6B-F068147D8558}"/>
          </ac:spMkLst>
        </pc:spChg>
        <pc:spChg chg="mod">
          <ac:chgData name="Gellenoncourt, Kevin" userId="83ce2c6d-0bd4-4cd9-955e-dd3efc6a7d5a" providerId="ADAL" clId="{C9839D59-2972-4323-A767-4B90EFEABC06}" dt="2022-12-05T17:13:12.763" v="14768" actId="20577"/>
          <ac:spMkLst>
            <pc:docMk/>
            <pc:sldMk cId="1354492749" sldId="1804"/>
            <ac:spMk id="8" creationId="{EF4CE90A-C0B9-4342-BF6C-766D39B37411}"/>
          </ac:spMkLst>
        </pc:spChg>
      </pc:sldChg>
      <pc:sldChg chg="addSp delSp modSp add del mod">
        <pc:chgData name="Gellenoncourt, Kevin" userId="83ce2c6d-0bd4-4cd9-955e-dd3efc6a7d5a" providerId="ADAL" clId="{C9839D59-2972-4323-A767-4B90EFEABC06}" dt="2023-02-01T11:09:02.262" v="52884" actId="2696"/>
        <pc:sldMkLst>
          <pc:docMk/>
          <pc:sldMk cId="125926991" sldId="1805"/>
        </pc:sldMkLst>
        <pc:spChg chg="mod">
          <ac:chgData name="Gellenoncourt, Kevin" userId="83ce2c6d-0bd4-4cd9-955e-dd3efc6a7d5a" providerId="ADAL" clId="{C9839D59-2972-4323-A767-4B90EFEABC06}" dt="2022-12-06T10:09:15.976" v="15762" actId="108"/>
          <ac:spMkLst>
            <pc:docMk/>
            <pc:sldMk cId="125926991" sldId="1805"/>
            <ac:spMk id="3" creationId="{A9B0F70A-B76F-4F26-BF51-EB425661233A}"/>
          </ac:spMkLst>
        </pc:spChg>
        <pc:spChg chg="del mod">
          <ac:chgData name="Gellenoncourt, Kevin" userId="83ce2c6d-0bd4-4cd9-955e-dd3efc6a7d5a" providerId="ADAL" clId="{C9839D59-2972-4323-A767-4B90EFEABC06}" dt="2023-02-01T11:08:57.764" v="52882" actId="478"/>
          <ac:spMkLst>
            <pc:docMk/>
            <pc:sldMk cId="125926991" sldId="1805"/>
            <ac:spMk id="5" creationId="{C8A7EE70-FF63-4962-834E-84D8AB436D50}"/>
          </ac:spMkLst>
        </pc:spChg>
        <pc:spChg chg="mod">
          <ac:chgData name="Gellenoncourt, Kevin" userId="83ce2c6d-0bd4-4cd9-955e-dd3efc6a7d5a" providerId="ADAL" clId="{C9839D59-2972-4323-A767-4B90EFEABC06}" dt="2022-12-06T08:44:43.476" v="15188" actId="20577"/>
          <ac:spMkLst>
            <pc:docMk/>
            <pc:sldMk cId="125926991" sldId="1805"/>
            <ac:spMk id="6" creationId="{545CD746-F16C-481B-A728-84E859CAA7A3}"/>
          </ac:spMkLst>
        </pc:spChg>
        <pc:spChg chg="del">
          <ac:chgData name="Gellenoncourt, Kevin" userId="83ce2c6d-0bd4-4cd9-955e-dd3efc6a7d5a" providerId="ADAL" clId="{C9839D59-2972-4323-A767-4B90EFEABC06}" dt="2022-12-06T08:44:00.382" v="15177" actId="478"/>
          <ac:spMkLst>
            <pc:docMk/>
            <pc:sldMk cId="125926991" sldId="1805"/>
            <ac:spMk id="10" creationId="{1FE7FBF4-2A70-4316-A185-6BAA01466297}"/>
          </ac:spMkLst>
        </pc:spChg>
        <pc:spChg chg="add mod">
          <ac:chgData name="Gellenoncourt, Kevin" userId="83ce2c6d-0bd4-4cd9-955e-dd3efc6a7d5a" providerId="ADAL" clId="{C9839D59-2972-4323-A767-4B90EFEABC06}" dt="2023-02-01T11:08:57.764" v="52882" actId="478"/>
          <ac:spMkLst>
            <pc:docMk/>
            <pc:sldMk cId="125926991" sldId="1805"/>
            <ac:spMk id="10" creationId="{3AFE2425-AC5A-2C7F-6640-9EDDA89E9439}"/>
          </ac:spMkLst>
        </pc:spChg>
        <pc:spChg chg="del">
          <ac:chgData name="Gellenoncourt, Kevin" userId="83ce2c6d-0bd4-4cd9-955e-dd3efc6a7d5a" providerId="ADAL" clId="{C9839D59-2972-4323-A767-4B90EFEABC06}" dt="2022-12-06T08:45:02.405" v="15190" actId="478"/>
          <ac:spMkLst>
            <pc:docMk/>
            <pc:sldMk cId="125926991" sldId="1805"/>
            <ac:spMk id="12" creationId="{E454D363-9E3A-46DB-B8F2-765241F1B508}"/>
          </ac:spMkLst>
        </pc:spChg>
        <pc:spChg chg="del">
          <ac:chgData name="Gellenoncourt, Kevin" userId="83ce2c6d-0bd4-4cd9-955e-dd3efc6a7d5a" providerId="ADAL" clId="{C9839D59-2972-4323-A767-4B90EFEABC06}" dt="2022-12-06T08:44:00.382" v="15177" actId="478"/>
          <ac:spMkLst>
            <pc:docMk/>
            <pc:sldMk cId="125926991" sldId="1805"/>
            <ac:spMk id="13" creationId="{8C2B18DF-83E3-484A-A70D-1CCA718F9BB2}"/>
          </ac:spMkLst>
        </pc:spChg>
        <pc:spChg chg="del">
          <ac:chgData name="Gellenoncourt, Kevin" userId="83ce2c6d-0bd4-4cd9-955e-dd3efc6a7d5a" providerId="ADAL" clId="{C9839D59-2972-4323-A767-4B90EFEABC06}" dt="2022-12-06T08:45:02.405" v="15190" actId="478"/>
          <ac:spMkLst>
            <pc:docMk/>
            <pc:sldMk cId="125926991" sldId="1805"/>
            <ac:spMk id="14" creationId="{06F252FB-3F4A-4AAC-A6D1-B7BFE80FCAF7}"/>
          </ac:spMkLst>
        </pc:spChg>
        <pc:spChg chg="del">
          <ac:chgData name="Gellenoncourt, Kevin" userId="83ce2c6d-0bd4-4cd9-955e-dd3efc6a7d5a" providerId="ADAL" clId="{C9839D59-2972-4323-A767-4B90EFEABC06}" dt="2022-12-06T08:45:20.795" v="15195" actId="478"/>
          <ac:spMkLst>
            <pc:docMk/>
            <pc:sldMk cId="125926991" sldId="1805"/>
            <ac:spMk id="15" creationId="{BAF2345C-621A-4ADF-AD7F-59188C6BAFC7}"/>
          </ac:spMkLst>
        </pc:spChg>
        <pc:spChg chg="del">
          <ac:chgData name="Gellenoncourt, Kevin" userId="83ce2c6d-0bd4-4cd9-955e-dd3efc6a7d5a" providerId="ADAL" clId="{C9839D59-2972-4323-A767-4B90EFEABC06}" dt="2022-12-06T08:45:20.795" v="15195" actId="478"/>
          <ac:spMkLst>
            <pc:docMk/>
            <pc:sldMk cId="125926991" sldId="1805"/>
            <ac:spMk id="16" creationId="{8238EDC4-9CC4-46F5-A126-3061CA5DA700}"/>
          </ac:spMkLst>
        </pc:spChg>
        <pc:spChg chg="del">
          <ac:chgData name="Gellenoncourt, Kevin" userId="83ce2c6d-0bd4-4cd9-955e-dd3efc6a7d5a" providerId="ADAL" clId="{C9839D59-2972-4323-A767-4B90EFEABC06}" dt="2022-12-06T08:44:00.382" v="15177" actId="478"/>
          <ac:spMkLst>
            <pc:docMk/>
            <pc:sldMk cId="125926991" sldId="1805"/>
            <ac:spMk id="17" creationId="{505786F1-FD3E-4EB8-8F79-3F153F59935B}"/>
          </ac:spMkLst>
        </pc:spChg>
        <pc:spChg chg="del">
          <ac:chgData name="Gellenoncourt, Kevin" userId="83ce2c6d-0bd4-4cd9-955e-dd3efc6a7d5a" providerId="ADAL" clId="{C9839D59-2972-4323-A767-4B90EFEABC06}" dt="2022-12-06T08:44:00.382" v="15177" actId="478"/>
          <ac:spMkLst>
            <pc:docMk/>
            <pc:sldMk cId="125926991" sldId="1805"/>
            <ac:spMk id="18" creationId="{B4ADBA4A-99B6-4B32-ACFB-1FA604AC8082}"/>
          </ac:spMkLst>
        </pc:spChg>
        <pc:spChg chg="del">
          <ac:chgData name="Gellenoncourt, Kevin" userId="83ce2c6d-0bd4-4cd9-955e-dd3efc6a7d5a" providerId="ADAL" clId="{C9839D59-2972-4323-A767-4B90EFEABC06}" dt="2022-12-06T08:45:20.795" v="15195" actId="478"/>
          <ac:spMkLst>
            <pc:docMk/>
            <pc:sldMk cId="125926991" sldId="1805"/>
            <ac:spMk id="19" creationId="{F33BFE3A-1412-461D-827E-039BBEB7FC55}"/>
          </ac:spMkLst>
        </pc:spChg>
        <pc:picChg chg="del">
          <ac:chgData name="Gellenoncourt, Kevin" userId="83ce2c6d-0bd4-4cd9-955e-dd3efc6a7d5a" providerId="ADAL" clId="{C9839D59-2972-4323-A767-4B90EFEABC06}" dt="2022-12-06T08:44:50.388" v="15189" actId="478"/>
          <ac:picMkLst>
            <pc:docMk/>
            <pc:sldMk cId="125926991" sldId="1805"/>
            <ac:picMk id="9" creationId="{0B2CE64F-BF86-4D3A-A080-934263C78EB6}"/>
          </ac:picMkLst>
        </pc:picChg>
        <pc:picChg chg="add del mod">
          <ac:chgData name="Gellenoncourt, Kevin" userId="83ce2c6d-0bd4-4cd9-955e-dd3efc6a7d5a" providerId="ADAL" clId="{C9839D59-2972-4323-A767-4B90EFEABC06}" dt="2023-02-01T11:05:42.395" v="52825" actId="21"/>
          <ac:picMkLst>
            <pc:docMk/>
            <pc:sldMk cId="125926991" sldId="1805"/>
            <ac:picMk id="9" creationId="{3F5D4823-3B1F-48E3-BE8F-9FC4EBD21218}"/>
          </ac:picMkLst>
        </pc:picChg>
        <pc:picChg chg="add del mod">
          <ac:chgData name="Gellenoncourt, Kevin" userId="83ce2c6d-0bd4-4cd9-955e-dd3efc6a7d5a" providerId="ADAL" clId="{C9839D59-2972-4323-A767-4B90EFEABC06}" dt="2022-12-22T15:24:03.192" v="39945" actId="478"/>
          <ac:picMkLst>
            <pc:docMk/>
            <pc:sldMk cId="125926991" sldId="1805"/>
            <ac:picMk id="11" creationId="{FB3D9CDE-B2B2-4590-9862-DB3120E4C011}"/>
          </ac:picMkLst>
        </pc:picChg>
        <pc:picChg chg="add del mod">
          <ac:chgData name="Gellenoncourt, Kevin" userId="83ce2c6d-0bd4-4cd9-955e-dd3efc6a7d5a" providerId="ADAL" clId="{C9839D59-2972-4323-A767-4B90EFEABC06}" dt="2023-02-01T11:08:59.945" v="52883" actId="21"/>
          <ac:picMkLst>
            <pc:docMk/>
            <pc:sldMk cId="125926991" sldId="1805"/>
            <ac:picMk id="20" creationId="{930999CA-A50B-453C-AE94-AE93C6ECF69D}"/>
          </ac:picMkLst>
        </pc:picChg>
      </pc:sldChg>
      <pc:sldChg chg="addSp delSp modSp new mod addCm modCm">
        <pc:chgData name="Gellenoncourt, Kevin" userId="83ce2c6d-0bd4-4cd9-955e-dd3efc6a7d5a" providerId="ADAL" clId="{C9839D59-2972-4323-A767-4B90EFEABC06}" dt="2023-02-01T11:21:59.213" v="53072" actId="14100"/>
        <pc:sldMkLst>
          <pc:docMk/>
          <pc:sldMk cId="397817136" sldId="1806"/>
        </pc:sldMkLst>
        <pc:spChg chg="mod">
          <ac:chgData name="Gellenoncourt, Kevin" userId="83ce2c6d-0bd4-4cd9-955e-dd3efc6a7d5a" providerId="ADAL" clId="{C9839D59-2972-4323-A767-4B90EFEABC06}" dt="2022-12-06T10:07:22.872" v="15745" actId="20577"/>
          <ac:spMkLst>
            <pc:docMk/>
            <pc:sldMk cId="397817136" sldId="1806"/>
            <ac:spMk id="3" creationId="{E3D41C9E-6B61-45EF-84EA-B76C197433EC}"/>
          </ac:spMkLst>
        </pc:spChg>
        <pc:spChg chg="mod">
          <ac:chgData name="Gellenoncourt, Kevin" userId="83ce2c6d-0bd4-4cd9-955e-dd3efc6a7d5a" providerId="ADAL" clId="{C9839D59-2972-4323-A767-4B90EFEABC06}" dt="2023-02-01T11:21:44.991" v="53069" actId="14100"/>
          <ac:spMkLst>
            <pc:docMk/>
            <pc:sldMk cId="397817136" sldId="1806"/>
            <ac:spMk id="4" creationId="{82FDC2F0-3286-489B-A519-AD9784442ABA}"/>
          </ac:spMkLst>
        </pc:spChg>
        <pc:spChg chg="add del mod">
          <ac:chgData name="Gellenoncourt, Kevin" userId="83ce2c6d-0bd4-4cd9-955e-dd3efc6a7d5a" providerId="ADAL" clId="{C9839D59-2972-4323-A767-4B90EFEABC06}" dt="2022-12-06T17:24:23.162" v="17350" actId="478"/>
          <ac:spMkLst>
            <pc:docMk/>
            <pc:sldMk cId="397817136" sldId="1806"/>
            <ac:spMk id="6" creationId="{DC740500-FBA7-4E3E-8EA0-824727AAC423}"/>
          </ac:spMkLst>
        </pc:spChg>
        <pc:spChg chg="add mod ord">
          <ac:chgData name="Gellenoncourt, Kevin" userId="83ce2c6d-0bd4-4cd9-955e-dd3efc6a7d5a" providerId="ADAL" clId="{C9839D59-2972-4323-A767-4B90EFEABC06}" dt="2022-12-09T14:48:59.072" v="24832" actId="1076"/>
          <ac:spMkLst>
            <pc:docMk/>
            <pc:sldMk cId="397817136" sldId="1806"/>
            <ac:spMk id="7" creationId="{832B888C-DD7F-45AC-BE4A-D62E74B8885B}"/>
          </ac:spMkLst>
        </pc:spChg>
        <pc:spChg chg="add mod">
          <ac:chgData name="Gellenoncourt, Kevin" userId="83ce2c6d-0bd4-4cd9-955e-dd3efc6a7d5a" providerId="ADAL" clId="{C9839D59-2972-4323-A767-4B90EFEABC06}" dt="2022-12-23T16:57:05.436" v="40323" actId="14100"/>
          <ac:spMkLst>
            <pc:docMk/>
            <pc:sldMk cId="397817136" sldId="1806"/>
            <ac:spMk id="8" creationId="{1505EB3D-71EB-4DF4-A13D-3B70EC7C3484}"/>
          </ac:spMkLst>
        </pc:spChg>
        <pc:spChg chg="add mod">
          <ac:chgData name="Gellenoncourt, Kevin" userId="83ce2c6d-0bd4-4cd9-955e-dd3efc6a7d5a" providerId="ADAL" clId="{C9839D59-2972-4323-A767-4B90EFEABC06}" dt="2022-12-23T16:57:03.555" v="40322" actId="14100"/>
          <ac:spMkLst>
            <pc:docMk/>
            <pc:sldMk cId="397817136" sldId="1806"/>
            <ac:spMk id="9" creationId="{54A15D97-3A6C-49CB-BA3B-6B977AE05670}"/>
          </ac:spMkLst>
        </pc:spChg>
        <pc:spChg chg="add mod">
          <ac:chgData name="Gellenoncourt, Kevin" userId="83ce2c6d-0bd4-4cd9-955e-dd3efc6a7d5a" providerId="ADAL" clId="{C9839D59-2972-4323-A767-4B90EFEABC06}" dt="2022-12-14T13:25:32.762" v="31547" actId="14100"/>
          <ac:spMkLst>
            <pc:docMk/>
            <pc:sldMk cId="397817136" sldId="1806"/>
            <ac:spMk id="10" creationId="{7189C681-B6C3-495C-A6D0-61361456EED6}"/>
          </ac:spMkLst>
        </pc:spChg>
        <pc:spChg chg="add mod">
          <ac:chgData name="Gellenoncourt, Kevin" userId="83ce2c6d-0bd4-4cd9-955e-dd3efc6a7d5a" providerId="ADAL" clId="{C9839D59-2972-4323-A767-4B90EFEABC06}" dt="2022-12-14T13:25:39.938" v="31584" actId="1037"/>
          <ac:spMkLst>
            <pc:docMk/>
            <pc:sldMk cId="397817136" sldId="1806"/>
            <ac:spMk id="11" creationId="{201D0BDC-0301-4FEB-8AA7-FE8EBFA5849F}"/>
          </ac:spMkLst>
        </pc:spChg>
        <pc:spChg chg="add del mod">
          <ac:chgData name="Gellenoncourt, Kevin" userId="83ce2c6d-0bd4-4cd9-955e-dd3efc6a7d5a" providerId="ADAL" clId="{C9839D59-2972-4323-A767-4B90EFEABC06}" dt="2022-12-14T13:27:00.179" v="31600" actId="478"/>
          <ac:spMkLst>
            <pc:docMk/>
            <pc:sldMk cId="397817136" sldId="1806"/>
            <ac:spMk id="12" creationId="{761C5446-9511-4E39-B1AB-9B039CEFADC0}"/>
          </ac:spMkLst>
        </pc:spChg>
        <pc:spChg chg="add del mod">
          <ac:chgData name="Gellenoncourt, Kevin" userId="83ce2c6d-0bd4-4cd9-955e-dd3efc6a7d5a" providerId="ADAL" clId="{C9839D59-2972-4323-A767-4B90EFEABC06}" dt="2022-12-06T17:25:59.216" v="17373" actId="478"/>
          <ac:spMkLst>
            <pc:docMk/>
            <pc:sldMk cId="397817136" sldId="1806"/>
            <ac:spMk id="13" creationId="{FE7B493E-1768-4412-A06A-837EAF4E0957}"/>
          </ac:spMkLst>
        </pc:spChg>
        <pc:spChg chg="add del mod">
          <ac:chgData name="Gellenoncourt, Kevin" userId="83ce2c6d-0bd4-4cd9-955e-dd3efc6a7d5a" providerId="ADAL" clId="{C9839D59-2972-4323-A767-4B90EFEABC06}" dt="2022-12-06T17:25:59.216" v="17373" actId="478"/>
          <ac:spMkLst>
            <pc:docMk/>
            <pc:sldMk cId="397817136" sldId="1806"/>
            <ac:spMk id="14" creationId="{ED277E77-632B-421A-9471-C917A3BA44A6}"/>
          </ac:spMkLst>
        </pc:spChg>
        <pc:spChg chg="add del mod">
          <ac:chgData name="Gellenoncourt, Kevin" userId="83ce2c6d-0bd4-4cd9-955e-dd3efc6a7d5a" providerId="ADAL" clId="{C9839D59-2972-4323-A767-4B90EFEABC06}" dt="2022-12-06T17:25:59.216" v="17373" actId="478"/>
          <ac:spMkLst>
            <pc:docMk/>
            <pc:sldMk cId="397817136" sldId="1806"/>
            <ac:spMk id="15" creationId="{29CF9B9D-7DFE-4C85-85F7-39A1722DD4C8}"/>
          </ac:spMkLst>
        </pc:spChg>
        <pc:spChg chg="add del mod">
          <ac:chgData name="Gellenoncourt, Kevin" userId="83ce2c6d-0bd4-4cd9-955e-dd3efc6a7d5a" providerId="ADAL" clId="{C9839D59-2972-4323-A767-4B90EFEABC06}" dt="2022-12-06T17:25:59.216" v="17373" actId="478"/>
          <ac:spMkLst>
            <pc:docMk/>
            <pc:sldMk cId="397817136" sldId="1806"/>
            <ac:spMk id="16" creationId="{17883EA1-E712-4C44-BD8A-495F4E97AFA6}"/>
          </ac:spMkLst>
        </pc:spChg>
        <pc:spChg chg="add del mod">
          <ac:chgData name="Gellenoncourt, Kevin" userId="83ce2c6d-0bd4-4cd9-955e-dd3efc6a7d5a" providerId="ADAL" clId="{C9839D59-2972-4323-A767-4B90EFEABC06}" dt="2022-12-06T17:25:59.216" v="17373" actId="478"/>
          <ac:spMkLst>
            <pc:docMk/>
            <pc:sldMk cId="397817136" sldId="1806"/>
            <ac:spMk id="17" creationId="{45A9FBDE-5335-49D8-ACEA-F88F9724A6F5}"/>
          </ac:spMkLst>
        </pc:spChg>
        <pc:spChg chg="add del mod">
          <ac:chgData name="Gellenoncourt, Kevin" userId="83ce2c6d-0bd4-4cd9-955e-dd3efc6a7d5a" providerId="ADAL" clId="{C9839D59-2972-4323-A767-4B90EFEABC06}" dt="2022-12-06T17:25:59.216" v="17373" actId="478"/>
          <ac:spMkLst>
            <pc:docMk/>
            <pc:sldMk cId="397817136" sldId="1806"/>
            <ac:spMk id="18" creationId="{942AFBDF-2209-4750-9E07-8A64F73DEF43}"/>
          </ac:spMkLst>
        </pc:spChg>
        <pc:spChg chg="add del mod">
          <ac:chgData name="Gellenoncourt, Kevin" userId="83ce2c6d-0bd4-4cd9-955e-dd3efc6a7d5a" providerId="ADAL" clId="{C9839D59-2972-4323-A767-4B90EFEABC06}" dt="2022-12-06T17:25:59.216" v="17373" actId="478"/>
          <ac:spMkLst>
            <pc:docMk/>
            <pc:sldMk cId="397817136" sldId="1806"/>
            <ac:spMk id="19" creationId="{9A6964B1-D0C7-4FFB-985B-C35C01487278}"/>
          </ac:spMkLst>
        </pc:spChg>
        <pc:spChg chg="add mod">
          <ac:chgData name="Gellenoncourt, Kevin" userId="83ce2c6d-0bd4-4cd9-955e-dd3efc6a7d5a" providerId="ADAL" clId="{C9839D59-2972-4323-A767-4B90EFEABC06}" dt="2022-12-09T14:45:11.703" v="24793" actId="1076"/>
          <ac:spMkLst>
            <pc:docMk/>
            <pc:sldMk cId="397817136" sldId="1806"/>
            <ac:spMk id="20" creationId="{0922E42A-54BC-43A1-B90A-0B929D7016CE}"/>
          </ac:spMkLst>
        </pc:spChg>
        <pc:spChg chg="add mod ord">
          <ac:chgData name="Gellenoncourt, Kevin" userId="83ce2c6d-0bd4-4cd9-955e-dd3efc6a7d5a" providerId="ADAL" clId="{C9839D59-2972-4323-A767-4B90EFEABC06}" dt="2022-12-07T10:41:14.812" v="18550" actId="14100"/>
          <ac:spMkLst>
            <pc:docMk/>
            <pc:sldMk cId="397817136" sldId="1806"/>
            <ac:spMk id="21" creationId="{EDB4A492-FE84-4FBA-B8A6-D5675D9A5730}"/>
          </ac:spMkLst>
        </pc:spChg>
        <pc:spChg chg="add del mod">
          <ac:chgData name="Gellenoncourt, Kevin" userId="83ce2c6d-0bd4-4cd9-955e-dd3efc6a7d5a" providerId="ADAL" clId="{C9839D59-2972-4323-A767-4B90EFEABC06}" dt="2022-12-06T17:16:34.717" v="17230" actId="478"/>
          <ac:spMkLst>
            <pc:docMk/>
            <pc:sldMk cId="397817136" sldId="1806"/>
            <ac:spMk id="22" creationId="{B901DC86-7A52-4165-805E-4545436D62B4}"/>
          </ac:spMkLst>
        </pc:spChg>
        <pc:spChg chg="add mod">
          <ac:chgData name="Gellenoncourt, Kevin" userId="83ce2c6d-0bd4-4cd9-955e-dd3efc6a7d5a" providerId="ADAL" clId="{C9839D59-2972-4323-A767-4B90EFEABC06}" dt="2023-01-17T16:57:12.616" v="48061" actId="20577"/>
          <ac:spMkLst>
            <pc:docMk/>
            <pc:sldMk cId="397817136" sldId="1806"/>
            <ac:spMk id="23" creationId="{96F80D5F-5F59-4D0D-AD12-08E2C9A201E4}"/>
          </ac:spMkLst>
        </pc:spChg>
        <pc:spChg chg="add del mod">
          <ac:chgData name="Gellenoncourt, Kevin" userId="83ce2c6d-0bd4-4cd9-955e-dd3efc6a7d5a" providerId="ADAL" clId="{C9839D59-2972-4323-A767-4B90EFEABC06}" dt="2022-12-09T14:44:30.071" v="24786" actId="478"/>
          <ac:spMkLst>
            <pc:docMk/>
            <pc:sldMk cId="397817136" sldId="1806"/>
            <ac:spMk id="24" creationId="{B34174D8-D6DB-4134-BF81-45EAB58F367F}"/>
          </ac:spMkLst>
        </pc:spChg>
        <pc:spChg chg="add mod ord">
          <ac:chgData name="Gellenoncourt, Kevin" userId="83ce2c6d-0bd4-4cd9-955e-dd3efc6a7d5a" providerId="ADAL" clId="{C9839D59-2972-4323-A767-4B90EFEABC06}" dt="2023-01-03T16:31:14.337" v="42731" actId="14100"/>
          <ac:spMkLst>
            <pc:docMk/>
            <pc:sldMk cId="397817136" sldId="1806"/>
            <ac:spMk id="25" creationId="{9ECAE6FA-20E5-41D2-BBEA-9E1FC6AA4C72}"/>
          </ac:spMkLst>
        </pc:spChg>
        <pc:spChg chg="add mod ord">
          <ac:chgData name="Gellenoncourt, Kevin" userId="83ce2c6d-0bd4-4cd9-955e-dd3efc6a7d5a" providerId="ADAL" clId="{C9839D59-2972-4323-A767-4B90EFEABC06}" dt="2022-12-14T13:27:24.328" v="31606" actId="108"/>
          <ac:spMkLst>
            <pc:docMk/>
            <pc:sldMk cId="397817136" sldId="1806"/>
            <ac:spMk id="26" creationId="{3F950572-0BEF-49DD-9828-FA0B78E28A44}"/>
          </ac:spMkLst>
        </pc:spChg>
        <pc:spChg chg="add mod">
          <ac:chgData name="Gellenoncourt, Kevin" userId="83ce2c6d-0bd4-4cd9-955e-dd3efc6a7d5a" providerId="ADAL" clId="{C9839D59-2972-4323-A767-4B90EFEABC06}" dt="2022-12-14T13:27:17.113" v="31604" actId="1076"/>
          <ac:spMkLst>
            <pc:docMk/>
            <pc:sldMk cId="397817136" sldId="1806"/>
            <ac:spMk id="27" creationId="{63DB45CB-C9A8-4169-8005-E47773388185}"/>
          </ac:spMkLst>
        </pc:spChg>
        <pc:spChg chg="add mod ord">
          <ac:chgData name="Gellenoncourt, Kevin" userId="83ce2c6d-0bd4-4cd9-955e-dd3efc6a7d5a" providerId="ADAL" clId="{C9839D59-2972-4323-A767-4B90EFEABC06}" dt="2022-12-14T13:26:11.433" v="31592" actId="108"/>
          <ac:spMkLst>
            <pc:docMk/>
            <pc:sldMk cId="397817136" sldId="1806"/>
            <ac:spMk id="28" creationId="{92777995-0B5A-4EBC-94E8-E6F63A3A2685}"/>
          </ac:spMkLst>
        </pc:spChg>
        <pc:spChg chg="add del mod">
          <ac:chgData name="Gellenoncourt, Kevin" userId="83ce2c6d-0bd4-4cd9-955e-dd3efc6a7d5a" providerId="ADAL" clId="{C9839D59-2972-4323-A767-4B90EFEABC06}" dt="2022-12-06T17:26:14.979" v="17376" actId="478"/>
          <ac:spMkLst>
            <pc:docMk/>
            <pc:sldMk cId="397817136" sldId="1806"/>
            <ac:spMk id="29" creationId="{79118934-2D2A-478A-A7B4-87495881AFCD}"/>
          </ac:spMkLst>
        </pc:spChg>
        <pc:spChg chg="add mod ord">
          <ac:chgData name="Gellenoncourt, Kevin" userId="83ce2c6d-0bd4-4cd9-955e-dd3efc6a7d5a" providerId="ADAL" clId="{C9839D59-2972-4323-A767-4B90EFEABC06}" dt="2022-12-14T13:26:03.011" v="31589" actId="404"/>
          <ac:spMkLst>
            <pc:docMk/>
            <pc:sldMk cId="397817136" sldId="1806"/>
            <ac:spMk id="29" creationId="{DEE53489-9CA8-4D4A-BC64-CDF2F4A90CF2}"/>
          </ac:spMkLst>
        </pc:spChg>
        <pc:spChg chg="add del mod">
          <ac:chgData name="Gellenoncourt, Kevin" userId="83ce2c6d-0bd4-4cd9-955e-dd3efc6a7d5a" providerId="ADAL" clId="{C9839D59-2972-4323-A767-4B90EFEABC06}" dt="2022-12-06T17:26:14.979" v="17376" actId="478"/>
          <ac:spMkLst>
            <pc:docMk/>
            <pc:sldMk cId="397817136" sldId="1806"/>
            <ac:spMk id="30" creationId="{758AF154-E96B-4A20-B6AE-05D7FB5383A1}"/>
          </ac:spMkLst>
        </pc:spChg>
        <pc:spChg chg="add mod">
          <ac:chgData name="Gellenoncourt, Kevin" userId="83ce2c6d-0bd4-4cd9-955e-dd3efc6a7d5a" providerId="ADAL" clId="{C9839D59-2972-4323-A767-4B90EFEABC06}" dt="2023-02-01T11:21:59.213" v="53072" actId="14100"/>
          <ac:spMkLst>
            <pc:docMk/>
            <pc:sldMk cId="397817136" sldId="1806"/>
            <ac:spMk id="30" creationId="{B701B008-DC1D-4F0D-8ECE-CA3EDAD76538}"/>
          </ac:spMkLst>
        </pc:spChg>
        <pc:spChg chg="add del mod">
          <ac:chgData name="Gellenoncourt, Kevin" userId="83ce2c6d-0bd4-4cd9-955e-dd3efc6a7d5a" providerId="ADAL" clId="{C9839D59-2972-4323-A767-4B90EFEABC06}" dt="2022-12-06T17:26:14.979" v="17376" actId="478"/>
          <ac:spMkLst>
            <pc:docMk/>
            <pc:sldMk cId="397817136" sldId="1806"/>
            <ac:spMk id="31" creationId="{2ADF317B-A40D-4296-9D90-D11524D4F855}"/>
          </ac:spMkLst>
        </pc:spChg>
        <pc:spChg chg="add mod">
          <ac:chgData name="Gellenoncourt, Kevin" userId="83ce2c6d-0bd4-4cd9-955e-dd3efc6a7d5a" providerId="ADAL" clId="{C9839D59-2972-4323-A767-4B90EFEABC06}" dt="2022-12-09T14:47:50.297" v="24827" actId="1076"/>
          <ac:spMkLst>
            <pc:docMk/>
            <pc:sldMk cId="397817136" sldId="1806"/>
            <ac:spMk id="31" creationId="{3CD4CDB0-1BD3-44F1-B179-F3C34A71092B}"/>
          </ac:spMkLst>
        </pc:spChg>
        <pc:spChg chg="add mod">
          <ac:chgData name="Gellenoncourt, Kevin" userId="83ce2c6d-0bd4-4cd9-955e-dd3efc6a7d5a" providerId="ADAL" clId="{C9839D59-2972-4323-A767-4B90EFEABC06}" dt="2023-01-27T15:01:37.102" v="49565" actId="20577"/>
          <ac:spMkLst>
            <pc:docMk/>
            <pc:sldMk cId="397817136" sldId="1806"/>
            <ac:spMk id="32" creationId="{2C0A0962-FC61-4737-A340-0552047703D8}"/>
          </ac:spMkLst>
        </pc:spChg>
        <pc:spChg chg="add del mod">
          <ac:chgData name="Gellenoncourt, Kevin" userId="83ce2c6d-0bd4-4cd9-955e-dd3efc6a7d5a" providerId="ADAL" clId="{C9839D59-2972-4323-A767-4B90EFEABC06}" dt="2022-12-06T17:26:14.979" v="17376" actId="478"/>
          <ac:spMkLst>
            <pc:docMk/>
            <pc:sldMk cId="397817136" sldId="1806"/>
            <ac:spMk id="32" creationId="{965BC729-D249-43C5-8E34-E84525B33E4C}"/>
          </ac:spMkLst>
        </pc:spChg>
        <pc:spChg chg="add del mod">
          <ac:chgData name="Gellenoncourt, Kevin" userId="83ce2c6d-0bd4-4cd9-955e-dd3efc6a7d5a" providerId="ADAL" clId="{C9839D59-2972-4323-A767-4B90EFEABC06}" dt="2022-12-06T17:26:14.979" v="17376" actId="478"/>
          <ac:spMkLst>
            <pc:docMk/>
            <pc:sldMk cId="397817136" sldId="1806"/>
            <ac:spMk id="33" creationId="{8C0033A0-2E8F-4334-8BD2-6F5E86F557AF}"/>
          </ac:spMkLst>
        </pc:spChg>
        <pc:spChg chg="add mod">
          <ac:chgData name="Gellenoncourt, Kevin" userId="83ce2c6d-0bd4-4cd9-955e-dd3efc6a7d5a" providerId="ADAL" clId="{C9839D59-2972-4323-A767-4B90EFEABC06}" dt="2023-01-04T14:57:00.700" v="43376" actId="313"/>
          <ac:spMkLst>
            <pc:docMk/>
            <pc:sldMk cId="397817136" sldId="1806"/>
            <ac:spMk id="33" creationId="{AB242531-145B-4BF3-94F5-71C502C791BC}"/>
          </ac:spMkLst>
        </pc:spChg>
        <pc:spChg chg="add mod ord">
          <ac:chgData name="Gellenoncourt, Kevin" userId="83ce2c6d-0bd4-4cd9-955e-dd3efc6a7d5a" providerId="ADAL" clId="{C9839D59-2972-4323-A767-4B90EFEABC06}" dt="2022-12-14T13:26:42.874" v="31597" actId="14100"/>
          <ac:spMkLst>
            <pc:docMk/>
            <pc:sldMk cId="397817136" sldId="1806"/>
            <ac:spMk id="34" creationId="{DF36898D-58BB-4B8E-B44E-1258E1389E91}"/>
          </ac:spMkLst>
        </pc:spChg>
        <pc:spChg chg="add del mod">
          <ac:chgData name="Gellenoncourt, Kevin" userId="83ce2c6d-0bd4-4cd9-955e-dd3efc6a7d5a" providerId="ADAL" clId="{C9839D59-2972-4323-A767-4B90EFEABC06}" dt="2022-12-06T17:26:14.979" v="17376" actId="478"/>
          <ac:spMkLst>
            <pc:docMk/>
            <pc:sldMk cId="397817136" sldId="1806"/>
            <ac:spMk id="34" creationId="{FC345A69-7127-4481-AEC6-B76B2A5958D4}"/>
          </ac:spMkLst>
        </pc:spChg>
        <pc:spChg chg="add del mod">
          <ac:chgData name="Gellenoncourt, Kevin" userId="83ce2c6d-0bd4-4cd9-955e-dd3efc6a7d5a" providerId="ADAL" clId="{C9839D59-2972-4323-A767-4B90EFEABC06}" dt="2022-12-06T17:26:14.979" v="17376" actId="478"/>
          <ac:spMkLst>
            <pc:docMk/>
            <pc:sldMk cId="397817136" sldId="1806"/>
            <ac:spMk id="35" creationId="{7CCB26FA-28B4-48E5-A74B-AB0F37A8859F}"/>
          </ac:spMkLst>
        </pc:spChg>
        <pc:spChg chg="add mod">
          <ac:chgData name="Gellenoncourt, Kevin" userId="83ce2c6d-0bd4-4cd9-955e-dd3efc6a7d5a" providerId="ADAL" clId="{C9839D59-2972-4323-A767-4B90EFEABC06}" dt="2022-12-07T10:38:06.192" v="18502" actId="14100"/>
          <ac:spMkLst>
            <pc:docMk/>
            <pc:sldMk cId="397817136" sldId="1806"/>
            <ac:spMk id="36" creationId="{DC5F52D8-D933-4FEA-A76A-F2D7A3C60D66}"/>
          </ac:spMkLst>
        </pc:spChg>
        <pc:spChg chg="add mod">
          <ac:chgData name="Gellenoncourt, Kevin" userId="83ce2c6d-0bd4-4cd9-955e-dd3efc6a7d5a" providerId="ADAL" clId="{C9839D59-2972-4323-A767-4B90EFEABC06}" dt="2022-12-06T17:26:15.206" v="17377"/>
          <ac:spMkLst>
            <pc:docMk/>
            <pc:sldMk cId="397817136" sldId="1806"/>
            <ac:spMk id="37" creationId="{6F13C8B1-7166-4D40-85C8-EC506247B6DD}"/>
          </ac:spMkLst>
        </pc:spChg>
        <pc:spChg chg="add mod">
          <ac:chgData name="Gellenoncourt, Kevin" userId="83ce2c6d-0bd4-4cd9-955e-dd3efc6a7d5a" providerId="ADAL" clId="{C9839D59-2972-4323-A767-4B90EFEABC06}" dt="2022-12-06T17:26:15.206" v="17377"/>
          <ac:spMkLst>
            <pc:docMk/>
            <pc:sldMk cId="397817136" sldId="1806"/>
            <ac:spMk id="38" creationId="{2F0E911D-B22C-41E7-BBBB-C101584C0F61}"/>
          </ac:spMkLst>
        </pc:spChg>
        <pc:spChg chg="add mod">
          <ac:chgData name="Gellenoncourt, Kevin" userId="83ce2c6d-0bd4-4cd9-955e-dd3efc6a7d5a" providerId="ADAL" clId="{C9839D59-2972-4323-A767-4B90EFEABC06}" dt="2022-12-06T17:26:15.206" v="17377"/>
          <ac:spMkLst>
            <pc:docMk/>
            <pc:sldMk cId="397817136" sldId="1806"/>
            <ac:spMk id="39" creationId="{B1941FBC-6604-4861-8A12-4B10CB5174D9}"/>
          </ac:spMkLst>
        </pc:spChg>
        <pc:spChg chg="add mod">
          <ac:chgData name="Gellenoncourt, Kevin" userId="83ce2c6d-0bd4-4cd9-955e-dd3efc6a7d5a" providerId="ADAL" clId="{C9839D59-2972-4323-A767-4B90EFEABC06}" dt="2022-12-06T17:26:15.206" v="17377"/>
          <ac:spMkLst>
            <pc:docMk/>
            <pc:sldMk cId="397817136" sldId="1806"/>
            <ac:spMk id="40" creationId="{FD3E3977-18E4-4965-9193-EE0DA3AE3F92}"/>
          </ac:spMkLst>
        </pc:spChg>
        <pc:spChg chg="add mod">
          <ac:chgData name="Gellenoncourt, Kevin" userId="83ce2c6d-0bd4-4cd9-955e-dd3efc6a7d5a" providerId="ADAL" clId="{C9839D59-2972-4323-A767-4B90EFEABC06}" dt="2022-12-06T17:26:15.206" v="17377"/>
          <ac:spMkLst>
            <pc:docMk/>
            <pc:sldMk cId="397817136" sldId="1806"/>
            <ac:spMk id="41" creationId="{EDC2F6A6-43D0-41E3-BAE0-779160EE433D}"/>
          </ac:spMkLst>
        </pc:spChg>
        <pc:spChg chg="add mod">
          <ac:chgData name="Gellenoncourt, Kevin" userId="83ce2c6d-0bd4-4cd9-955e-dd3efc6a7d5a" providerId="ADAL" clId="{C9839D59-2972-4323-A767-4B90EFEABC06}" dt="2022-12-06T17:26:15.206" v="17377"/>
          <ac:spMkLst>
            <pc:docMk/>
            <pc:sldMk cId="397817136" sldId="1806"/>
            <ac:spMk id="42" creationId="{0F5DD443-9769-4382-BBBF-0BDB5A4D8C56}"/>
          </ac:spMkLst>
        </pc:spChg>
        <pc:spChg chg="add mod ord">
          <ac:chgData name="Gellenoncourt, Kevin" userId="83ce2c6d-0bd4-4cd9-955e-dd3efc6a7d5a" providerId="ADAL" clId="{C9839D59-2972-4323-A767-4B90EFEABC06}" dt="2022-12-09T14:47:43.112" v="24825" actId="167"/>
          <ac:spMkLst>
            <pc:docMk/>
            <pc:sldMk cId="397817136" sldId="1806"/>
            <ac:spMk id="43" creationId="{3114C0B6-8C4E-48BF-BE8D-4F8E3F5D1491}"/>
          </ac:spMkLst>
        </pc:spChg>
        <pc:spChg chg="add mod">
          <ac:chgData name="Gellenoncourt, Kevin" userId="83ce2c6d-0bd4-4cd9-955e-dd3efc6a7d5a" providerId="ADAL" clId="{C9839D59-2972-4323-A767-4B90EFEABC06}" dt="2022-12-09T14:47:45.733" v="24826" actId="1076"/>
          <ac:spMkLst>
            <pc:docMk/>
            <pc:sldMk cId="397817136" sldId="1806"/>
            <ac:spMk id="44" creationId="{A9452E8B-A4D9-4C2A-806F-EFEB0A32EAD0}"/>
          </ac:spMkLst>
        </pc:spChg>
        <pc:spChg chg="add mod">
          <ac:chgData name="Gellenoncourt, Kevin" userId="83ce2c6d-0bd4-4cd9-955e-dd3efc6a7d5a" providerId="ADAL" clId="{C9839D59-2972-4323-A767-4B90EFEABC06}" dt="2023-01-19T09:45:39.590" v="48315" actId="1036"/>
          <ac:spMkLst>
            <pc:docMk/>
            <pc:sldMk cId="397817136" sldId="1806"/>
            <ac:spMk id="45" creationId="{604DF104-B708-4138-938C-331C9CAB1370}"/>
          </ac:spMkLst>
        </pc:spChg>
        <pc:picChg chg="add mod">
          <ac:chgData name="Gellenoncourt, Kevin" userId="83ce2c6d-0bd4-4cd9-955e-dd3efc6a7d5a" providerId="ADAL" clId="{C9839D59-2972-4323-A767-4B90EFEABC06}" dt="2022-12-14T13:27:46.190" v="31610" actId="1076"/>
          <ac:picMkLst>
            <pc:docMk/>
            <pc:sldMk cId="397817136" sldId="1806"/>
            <ac:picMk id="35" creationId="{AB70AE23-E245-499B-9752-EE8F9820BBEE}"/>
          </ac:picMkLst>
        </pc:picChg>
      </pc:sldChg>
      <pc:sldChg chg="addSp delSp modSp add mod ord addCm modCm">
        <pc:chgData name="Gellenoncourt, Kevin" userId="83ce2c6d-0bd4-4cd9-955e-dd3efc6a7d5a" providerId="ADAL" clId="{C9839D59-2972-4323-A767-4B90EFEABC06}" dt="2023-01-03T08:42:55.540" v="42115" actId="20577"/>
        <pc:sldMkLst>
          <pc:docMk/>
          <pc:sldMk cId="2592633024" sldId="1807"/>
        </pc:sldMkLst>
        <pc:spChg chg="mod">
          <ac:chgData name="Gellenoncourt, Kevin" userId="83ce2c6d-0bd4-4cd9-955e-dd3efc6a7d5a" providerId="ADAL" clId="{C9839D59-2972-4323-A767-4B90EFEABC06}" dt="2023-01-03T08:42:55.540" v="42115" actId="20577"/>
          <ac:spMkLst>
            <pc:docMk/>
            <pc:sldMk cId="2592633024" sldId="1807"/>
            <ac:spMk id="2" creationId="{152C8F2F-E00A-4EE0-B902-26D18F08FADE}"/>
          </ac:spMkLst>
        </pc:spChg>
        <pc:spChg chg="add del mod">
          <ac:chgData name="Gellenoncourt, Kevin" userId="83ce2c6d-0bd4-4cd9-955e-dd3efc6a7d5a" providerId="ADAL" clId="{C9839D59-2972-4323-A767-4B90EFEABC06}" dt="2022-12-12T10:57:18.154" v="26112" actId="478"/>
          <ac:spMkLst>
            <pc:docMk/>
            <pc:sldMk cId="2592633024" sldId="1807"/>
            <ac:spMk id="5" creationId="{2A464778-9003-408E-B5E8-9232BC94EAD1}"/>
          </ac:spMkLst>
        </pc:spChg>
        <pc:spChg chg="add del mod">
          <ac:chgData name="Gellenoncourt, Kevin" userId="83ce2c6d-0bd4-4cd9-955e-dd3efc6a7d5a" providerId="ADAL" clId="{C9839D59-2972-4323-A767-4B90EFEABC06}" dt="2022-12-14T13:51:11.074" v="32097" actId="478"/>
          <ac:spMkLst>
            <pc:docMk/>
            <pc:sldMk cId="2592633024" sldId="1807"/>
            <ac:spMk id="5" creationId="{3D5D0FBE-330F-4E4D-9962-1F08C5912995}"/>
          </ac:spMkLst>
        </pc:spChg>
        <pc:spChg chg="add del mod ord">
          <ac:chgData name="Gellenoncourt, Kevin" userId="83ce2c6d-0bd4-4cd9-955e-dd3efc6a7d5a" providerId="ADAL" clId="{C9839D59-2972-4323-A767-4B90EFEABC06}" dt="2022-12-14T13:51:07.406" v="32096" actId="478"/>
          <ac:spMkLst>
            <pc:docMk/>
            <pc:sldMk cId="2592633024" sldId="1807"/>
            <ac:spMk id="6" creationId="{11C06DBF-6CF0-4553-A788-E7C24E15097A}"/>
          </ac:spMkLst>
        </pc:spChg>
        <pc:spChg chg="del">
          <ac:chgData name="Gellenoncourt, Kevin" userId="83ce2c6d-0bd4-4cd9-955e-dd3efc6a7d5a" providerId="ADAL" clId="{C9839D59-2972-4323-A767-4B90EFEABC06}" dt="2022-12-07T09:12:57.231" v="17774" actId="478"/>
          <ac:spMkLst>
            <pc:docMk/>
            <pc:sldMk cId="2592633024" sldId="1807"/>
            <ac:spMk id="9" creationId="{101E0D61-ED85-4552-91B8-4D31EB4CD5E0}"/>
          </ac:spMkLst>
        </pc:spChg>
        <pc:spChg chg="add mod">
          <ac:chgData name="Gellenoncourt, Kevin" userId="83ce2c6d-0bd4-4cd9-955e-dd3efc6a7d5a" providerId="ADAL" clId="{C9839D59-2972-4323-A767-4B90EFEABC06}" dt="2022-12-19T13:12:15.713" v="36801" actId="14100"/>
          <ac:spMkLst>
            <pc:docMk/>
            <pc:sldMk cId="2592633024" sldId="1807"/>
            <ac:spMk id="9" creationId="{A6C656D7-2EDD-4597-88C7-DF3A4370F5A2}"/>
          </ac:spMkLst>
        </pc:spChg>
        <pc:spChg chg="add mod">
          <ac:chgData name="Gellenoncourt, Kevin" userId="83ce2c6d-0bd4-4cd9-955e-dd3efc6a7d5a" providerId="ADAL" clId="{C9839D59-2972-4323-A767-4B90EFEABC06}" dt="2022-12-19T13:12:20.486" v="36803" actId="14100"/>
          <ac:spMkLst>
            <pc:docMk/>
            <pc:sldMk cId="2592633024" sldId="1807"/>
            <ac:spMk id="10" creationId="{58DFCFC7-9580-4CC4-8472-BDDB46D8AE47}"/>
          </ac:spMkLst>
        </pc:spChg>
        <pc:spChg chg="del mod">
          <ac:chgData name="Gellenoncourt, Kevin" userId="83ce2c6d-0bd4-4cd9-955e-dd3efc6a7d5a" providerId="ADAL" clId="{C9839D59-2972-4323-A767-4B90EFEABC06}" dt="2022-12-12T11:12:01.871" v="26372" actId="478"/>
          <ac:spMkLst>
            <pc:docMk/>
            <pc:sldMk cId="2592633024" sldId="1807"/>
            <ac:spMk id="10" creationId="{76E7CCDA-D2E3-4C15-92D5-4607B04BB8E3}"/>
          </ac:spMkLst>
        </pc:spChg>
        <pc:spChg chg="mod">
          <ac:chgData name="Gellenoncourt, Kevin" userId="83ce2c6d-0bd4-4cd9-955e-dd3efc6a7d5a" providerId="ADAL" clId="{C9839D59-2972-4323-A767-4B90EFEABC06}" dt="2022-12-19T13:11:37.882" v="36770" actId="14100"/>
          <ac:spMkLst>
            <pc:docMk/>
            <pc:sldMk cId="2592633024" sldId="1807"/>
            <ac:spMk id="12" creationId="{91EADC8F-1AE9-4571-BEF2-2B3234576341}"/>
          </ac:spMkLst>
        </pc:spChg>
        <pc:spChg chg="add mod">
          <ac:chgData name="Gellenoncourt, Kevin" userId="83ce2c6d-0bd4-4cd9-955e-dd3efc6a7d5a" providerId="ADAL" clId="{C9839D59-2972-4323-A767-4B90EFEABC06}" dt="2022-12-14T13:56:18.920" v="32191" actId="1076"/>
          <ac:spMkLst>
            <pc:docMk/>
            <pc:sldMk cId="2592633024" sldId="1807"/>
            <ac:spMk id="13" creationId="{D017ACA7-E142-4F4E-BD2C-8752C19ED0B5}"/>
          </ac:spMkLst>
        </pc:spChg>
        <pc:spChg chg="add mod">
          <ac:chgData name="Gellenoncourt, Kevin" userId="83ce2c6d-0bd4-4cd9-955e-dd3efc6a7d5a" providerId="ADAL" clId="{C9839D59-2972-4323-A767-4B90EFEABC06}" dt="2022-12-14T13:56:21.343" v="32192" actId="1076"/>
          <ac:spMkLst>
            <pc:docMk/>
            <pc:sldMk cId="2592633024" sldId="1807"/>
            <ac:spMk id="14" creationId="{449F272E-D8D5-4282-87F1-EC070BF710D6}"/>
          </ac:spMkLst>
        </pc:spChg>
        <pc:spChg chg="add mod">
          <ac:chgData name="Gellenoncourt, Kevin" userId="83ce2c6d-0bd4-4cd9-955e-dd3efc6a7d5a" providerId="ADAL" clId="{C9839D59-2972-4323-A767-4B90EFEABC06}" dt="2022-12-19T13:11:33.439" v="36769" actId="14100"/>
          <ac:spMkLst>
            <pc:docMk/>
            <pc:sldMk cId="2592633024" sldId="1807"/>
            <ac:spMk id="15" creationId="{7A436069-36BD-4477-BA4D-10498F27A490}"/>
          </ac:spMkLst>
        </pc:spChg>
        <pc:spChg chg="add mod">
          <ac:chgData name="Gellenoncourt, Kevin" userId="83ce2c6d-0bd4-4cd9-955e-dd3efc6a7d5a" providerId="ADAL" clId="{C9839D59-2972-4323-A767-4B90EFEABC06}" dt="2022-12-19T13:11:30.614" v="36768" actId="14100"/>
          <ac:spMkLst>
            <pc:docMk/>
            <pc:sldMk cId="2592633024" sldId="1807"/>
            <ac:spMk id="16" creationId="{41F12890-20BD-463A-BDD8-A90AAB087EE3}"/>
          </ac:spMkLst>
        </pc:spChg>
        <pc:graphicFrameChg chg="add mod modGraphic">
          <ac:chgData name="Gellenoncourt, Kevin" userId="83ce2c6d-0bd4-4cd9-955e-dd3efc6a7d5a" providerId="ADAL" clId="{C9839D59-2972-4323-A767-4B90EFEABC06}" dt="2023-01-03T08:42:27.603" v="42096" actId="14734"/>
          <ac:graphicFrameMkLst>
            <pc:docMk/>
            <pc:sldMk cId="2592633024" sldId="1807"/>
            <ac:graphicFrameMk id="17" creationId="{8C2F4E05-AE4E-4242-BA1A-5CCB397B6F17}"/>
          </ac:graphicFrameMkLst>
        </pc:graphicFrameChg>
      </pc:sldChg>
      <pc:sldChg chg="addSp delSp modSp add del mod ord">
        <pc:chgData name="Gellenoncourt, Kevin" userId="83ce2c6d-0bd4-4cd9-955e-dd3efc6a7d5a" providerId="ADAL" clId="{C9839D59-2972-4323-A767-4B90EFEABC06}" dt="2022-12-22T15:15:42.743" v="39896" actId="47"/>
        <pc:sldMkLst>
          <pc:docMk/>
          <pc:sldMk cId="1502869019" sldId="1808"/>
        </pc:sldMkLst>
        <pc:spChg chg="mod">
          <ac:chgData name="Gellenoncourt, Kevin" userId="83ce2c6d-0bd4-4cd9-955e-dd3efc6a7d5a" providerId="ADAL" clId="{C9839D59-2972-4323-A767-4B90EFEABC06}" dt="2022-12-07T14:58:16.330" v="20833" actId="14100"/>
          <ac:spMkLst>
            <pc:docMk/>
            <pc:sldMk cId="1502869019" sldId="1808"/>
            <ac:spMk id="2" creationId="{1421853C-D75B-46BD-86EE-00908DF8234E}"/>
          </ac:spMkLst>
        </pc:spChg>
        <pc:spChg chg="add del mod">
          <ac:chgData name="Gellenoncourt, Kevin" userId="83ce2c6d-0bd4-4cd9-955e-dd3efc6a7d5a" providerId="ADAL" clId="{C9839D59-2972-4323-A767-4B90EFEABC06}" dt="2022-12-14T14:16:36.966" v="32489" actId="478"/>
          <ac:spMkLst>
            <pc:docMk/>
            <pc:sldMk cId="1502869019" sldId="1808"/>
            <ac:spMk id="3" creationId="{E09B8F86-8AD6-4198-AEDE-180941E859FD}"/>
          </ac:spMkLst>
        </pc:spChg>
        <pc:spChg chg="mod">
          <ac:chgData name="Gellenoncourt, Kevin" userId="83ce2c6d-0bd4-4cd9-955e-dd3efc6a7d5a" providerId="ADAL" clId="{C9839D59-2972-4323-A767-4B90EFEABC06}" dt="2022-12-07T11:37:19.344" v="19564" actId="20577"/>
          <ac:spMkLst>
            <pc:docMk/>
            <pc:sldMk cId="1502869019" sldId="1808"/>
            <ac:spMk id="7" creationId="{6965AD01-1930-4FD8-A319-92D62E7DEF34}"/>
          </ac:spMkLst>
        </pc:spChg>
        <pc:spChg chg="del mod">
          <ac:chgData name="Gellenoncourt, Kevin" userId="83ce2c6d-0bd4-4cd9-955e-dd3efc6a7d5a" providerId="ADAL" clId="{C9839D59-2972-4323-A767-4B90EFEABC06}" dt="2022-12-07T11:15:47.868" v="18930" actId="478"/>
          <ac:spMkLst>
            <pc:docMk/>
            <pc:sldMk cId="1502869019" sldId="1808"/>
            <ac:spMk id="29" creationId="{B74600F0-ECAE-4108-B4AB-9E1BC3BA46C4}"/>
          </ac:spMkLst>
        </pc:spChg>
        <pc:spChg chg="mod">
          <ac:chgData name="Gellenoncourt, Kevin" userId="83ce2c6d-0bd4-4cd9-955e-dd3efc6a7d5a" providerId="ADAL" clId="{C9839D59-2972-4323-A767-4B90EFEABC06}" dt="2022-12-07T15:03:08.455" v="20916" actId="14100"/>
          <ac:spMkLst>
            <pc:docMk/>
            <pc:sldMk cId="1502869019" sldId="1808"/>
            <ac:spMk id="32" creationId="{F1BB5AD1-0D7D-435A-9EA9-A464B00C670C}"/>
          </ac:spMkLst>
        </pc:spChg>
        <pc:spChg chg="mod">
          <ac:chgData name="Gellenoncourt, Kevin" userId="83ce2c6d-0bd4-4cd9-955e-dd3efc6a7d5a" providerId="ADAL" clId="{C9839D59-2972-4323-A767-4B90EFEABC06}" dt="2022-12-07T15:03:24.071" v="20951" actId="1035"/>
          <ac:spMkLst>
            <pc:docMk/>
            <pc:sldMk cId="1502869019" sldId="1808"/>
            <ac:spMk id="35" creationId="{6F16841E-B189-46FB-BB97-7BAA2504CFA7}"/>
          </ac:spMkLst>
        </pc:spChg>
        <pc:spChg chg="mod">
          <ac:chgData name="Gellenoncourt, Kevin" userId="83ce2c6d-0bd4-4cd9-955e-dd3efc6a7d5a" providerId="ADAL" clId="{C9839D59-2972-4323-A767-4B90EFEABC06}" dt="2022-12-07T14:57:24.933" v="20825" actId="14100"/>
          <ac:spMkLst>
            <pc:docMk/>
            <pc:sldMk cId="1502869019" sldId="1808"/>
            <ac:spMk id="36" creationId="{52B67624-72B4-4A4C-BC3E-59EA06A99A75}"/>
          </ac:spMkLst>
        </pc:spChg>
        <pc:spChg chg="mod">
          <ac:chgData name="Gellenoncourt, Kevin" userId="83ce2c6d-0bd4-4cd9-955e-dd3efc6a7d5a" providerId="ADAL" clId="{C9839D59-2972-4323-A767-4B90EFEABC06}" dt="2022-12-07T15:03:15.998" v="20933" actId="1035"/>
          <ac:spMkLst>
            <pc:docMk/>
            <pc:sldMk cId="1502869019" sldId="1808"/>
            <ac:spMk id="37" creationId="{1F256789-91C8-409F-B606-C45E844E9252}"/>
          </ac:spMkLst>
        </pc:spChg>
        <pc:spChg chg="mod">
          <ac:chgData name="Gellenoncourt, Kevin" userId="83ce2c6d-0bd4-4cd9-955e-dd3efc6a7d5a" providerId="ADAL" clId="{C9839D59-2972-4323-A767-4B90EFEABC06}" dt="2022-12-14T13:15:11.189" v="31271" actId="1076"/>
          <ac:spMkLst>
            <pc:docMk/>
            <pc:sldMk cId="1502869019" sldId="1808"/>
            <ac:spMk id="38" creationId="{BC87DAD3-8653-4471-A3BD-B5DE667234A1}"/>
          </ac:spMkLst>
        </pc:spChg>
        <pc:spChg chg="mod">
          <ac:chgData name="Gellenoncourt, Kevin" userId="83ce2c6d-0bd4-4cd9-955e-dd3efc6a7d5a" providerId="ADAL" clId="{C9839D59-2972-4323-A767-4B90EFEABC06}" dt="2022-12-14T13:15:18.297" v="31279" actId="20577"/>
          <ac:spMkLst>
            <pc:docMk/>
            <pc:sldMk cId="1502869019" sldId="1808"/>
            <ac:spMk id="39" creationId="{1869A758-F1FA-417A-ADCC-7EF1580E67EE}"/>
          </ac:spMkLst>
        </pc:spChg>
        <pc:spChg chg="mod">
          <ac:chgData name="Gellenoncourt, Kevin" userId="83ce2c6d-0bd4-4cd9-955e-dd3efc6a7d5a" providerId="ADAL" clId="{C9839D59-2972-4323-A767-4B90EFEABC06}" dt="2022-12-07T14:54:46.078" v="20770" actId="1035"/>
          <ac:spMkLst>
            <pc:docMk/>
            <pc:sldMk cId="1502869019" sldId="1808"/>
            <ac:spMk id="40" creationId="{21D15409-D1AB-4948-900D-C39C90539B81}"/>
          </ac:spMkLst>
        </pc:spChg>
        <pc:spChg chg="mod">
          <ac:chgData name="Gellenoncourt, Kevin" userId="83ce2c6d-0bd4-4cd9-955e-dd3efc6a7d5a" providerId="ADAL" clId="{C9839D59-2972-4323-A767-4B90EFEABC06}" dt="2022-12-07T15:02:35.008" v="20911" actId="14100"/>
          <ac:spMkLst>
            <pc:docMk/>
            <pc:sldMk cId="1502869019" sldId="1808"/>
            <ac:spMk id="42" creationId="{F47D416A-3DA3-40DF-AA8F-593582B418C3}"/>
          </ac:spMkLst>
        </pc:spChg>
        <pc:spChg chg="mod">
          <ac:chgData name="Gellenoncourt, Kevin" userId="83ce2c6d-0bd4-4cd9-955e-dd3efc6a7d5a" providerId="ADAL" clId="{C9839D59-2972-4323-A767-4B90EFEABC06}" dt="2022-12-07T15:02:49.423" v="20915" actId="14100"/>
          <ac:spMkLst>
            <pc:docMk/>
            <pc:sldMk cId="1502869019" sldId="1808"/>
            <ac:spMk id="44" creationId="{1E2CDAE5-E650-4386-A494-DE2AD02A9858}"/>
          </ac:spMkLst>
        </pc:spChg>
        <pc:spChg chg="mod">
          <ac:chgData name="Gellenoncourt, Kevin" userId="83ce2c6d-0bd4-4cd9-955e-dd3efc6a7d5a" providerId="ADAL" clId="{C9839D59-2972-4323-A767-4B90EFEABC06}" dt="2022-12-07T15:03:24.071" v="20951" actId="1035"/>
          <ac:spMkLst>
            <pc:docMk/>
            <pc:sldMk cId="1502869019" sldId="1808"/>
            <ac:spMk id="45" creationId="{5078FC53-5249-440B-AA8E-0BD3B872A622}"/>
          </ac:spMkLst>
        </pc:spChg>
        <pc:spChg chg="mod">
          <ac:chgData name="Gellenoncourt, Kevin" userId="83ce2c6d-0bd4-4cd9-955e-dd3efc6a7d5a" providerId="ADAL" clId="{C9839D59-2972-4323-A767-4B90EFEABC06}" dt="2022-12-07T15:03:15.998" v="20933" actId="1035"/>
          <ac:spMkLst>
            <pc:docMk/>
            <pc:sldMk cId="1502869019" sldId="1808"/>
            <ac:spMk id="46" creationId="{25B7F860-F36A-4632-A04B-C89F84A1242E}"/>
          </ac:spMkLst>
        </pc:spChg>
        <pc:spChg chg="mod">
          <ac:chgData name="Gellenoncourt, Kevin" userId="83ce2c6d-0bd4-4cd9-955e-dd3efc6a7d5a" providerId="ADAL" clId="{C9839D59-2972-4323-A767-4B90EFEABC06}" dt="2022-12-07T11:25:29.081" v="19202" actId="14100"/>
          <ac:spMkLst>
            <pc:docMk/>
            <pc:sldMk cId="1502869019" sldId="1808"/>
            <ac:spMk id="47" creationId="{C8CD6C42-AE72-4D7E-A46A-67FDB6F4C6B0}"/>
          </ac:spMkLst>
        </pc:spChg>
        <pc:spChg chg="mod">
          <ac:chgData name="Gellenoncourt, Kevin" userId="83ce2c6d-0bd4-4cd9-955e-dd3efc6a7d5a" providerId="ADAL" clId="{C9839D59-2972-4323-A767-4B90EFEABC06}" dt="2022-12-07T14:54:52.800" v="20795" actId="1035"/>
          <ac:spMkLst>
            <pc:docMk/>
            <pc:sldMk cId="1502869019" sldId="1808"/>
            <ac:spMk id="48" creationId="{696CAD6D-5F5C-45F5-AB47-C56C08067F96}"/>
          </ac:spMkLst>
        </pc:spChg>
        <pc:spChg chg="mod">
          <ac:chgData name="Gellenoncourt, Kevin" userId="83ce2c6d-0bd4-4cd9-955e-dd3efc6a7d5a" providerId="ADAL" clId="{C9839D59-2972-4323-A767-4B90EFEABC06}" dt="2022-12-07T15:00:49.316" v="20891" actId="403"/>
          <ac:spMkLst>
            <pc:docMk/>
            <pc:sldMk cId="1502869019" sldId="1808"/>
            <ac:spMk id="49" creationId="{1DDFAA27-C149-49AE-9FE6-D68F0F59F187}"/>
          </ac:spMkLst>
        </pc:spChg>
        <pc:spChg chg="mod">
          <ac:chgData name="Gellenoncourt, Kevin" userId="83ce2c6d-0bd4-4cd9-955e-dd3efc6a7d5a" providerId="ADAL" clId="{C9839D59-2972-4323-A767-4B90EFEABC06}" dt="2022-12-07T15:00:21.983" v="20877" actId="1035"/>
          <ac:spMkLst>
            <pc:docMk/>
            <pc:sldMk cId="1502869019" sldId="1808"/>
            <ac:spMk id="50" creationId="{892F4F76-2F31-47B8-AFE9-85B646B1DAC3}"/>
          </ac:spMkLst>
        </pc:spChg>
        <pc:spChg chg="mod">
          <ac:chgData name="Gellenoncourt, Kevin" userId="83ce2c6d-0bd4-4cd9-955e-dd3efc6a7d5a" providerId="ADAL" clId="{C9839D59-2972-4323-A767-4B90EFEABC06}" dt="2022-12-07T14:57:55.429" v="20832" actId="121"/>
          <ac:spMkLst>
            <pc:docMk/>
            <pc:sldMk cId="1502869019" sldId="1808"/>
            <ac:spMk id="51" creationId="{D546298A-A71A-4C39-80C9-F36340E568C1}"/>
          </ac:spMkLst>
        </pc:spChg>
        <pc:spChg chg="mod">
          <ac:chgData name="Gellenoncourt, Kevin" userId="83ce2c6d-0bd4-4cd9-955e-dd3efc6a7d5a" providerId="ADAL" clId="{C9839D59-2972-4323-A767-4B90EFEABC06}" dt="2022-12-07T14:35:36.681" v="20564" actId="14100"/>
          <ac:spMkLst>
            <pc:docMk/>
            <pc:sldMk cId="1502869019" sldId="1808"/>
            <ac:spMk id="53" creationId="{B6D25AA5-A9CF-4FD3-9EF3-8568EBC278CF}"/>
          </ac:spMkLst>
        </pc:spChg>
        <pc:spChg chg="mod">
          <ac:chgData name="Gellenoncourt, Kevin" userId="83ce2c6d-0bd4-4cd9-955e-dd3efc6a7d5a" providerId="ADAL" clId="{C9839D59-2972-4323-A767-4B90EFEABC06}" dt="2022-12-07T15:00:21.983" v="20877" actId="1035"/>
          <ac:spMkLst>
            <pc:docMk/>
            <pc:sldMk cId="1502869019" sldId="1808"/>
            <ac:spMk id="54" creationId="{A8C00B46-EE7B-4EF1-B515-36160F40471E}"/>
          </ac:spMkLst>
        </pc:spChg>
        <pc:spChg chg="del">
          <ac:chgData name="Gellenoncourt, Kevin" userId="83ce2c6d-0bd4-4cd9-955e-dd3efc6a7d5a" providerId="ADAL" clId="{C9839D59-2972-4323-A767-4B90EFEABC06}" dt="2022-12-07T11:11:13.317" v="18845" actId="478"/>
          <ac:spMkLst>
            <pc:docMk/>
            <pc:sldMk cId="1502869019" sldId="1808"/>
            <ac:spMk id="56" creationId="{2B121631-34A7-428A-BFEA-E35803266460}"/>
          </ac:spMkLst>
        </pc:spChg>
        <pc:spChg chg="add mod">
          <ac:chgData name="Gellenoncourt, Kevin" userId="83ce2c6d-0bd4-4cd9-955e-dd3efc6a7d5a" providerId="ADAL" clId="{C9839D59-2972-4323-A767-4B90EFEABC06}" dt="2022-12-16T09:32:19.030" v="35423" actId="20577"/>
          <ac:spMkLst>
            <pc:docMk/>
            <pc:sldMk cId="1502869019" sldId="1808"/>
            <ac:spMk id="56" creationId="{E663F8E7-2270-4937-94E5-C19F6C711A6A}"/>
          </ac:spMkLst>
        </pc:spChg>
        <pc:spChg chg="mod">
          <ac:chgData name="Gellenoncourt, Kevin" userId="83ce2c6d-0bd4-4cd9-955e-dd3efc6a7d5a" providerId="ADAL" clId="{C9839D59-2972-4323-A767-4B90EFEABC06}" dt="2022-12-07T14:59:42.297" v="20845" actId="1038"/>
          <ac:spMkLst>
            <pc:docMk/>
            <pc:sldMk cId="1502869019" sldId="1808"/>
            <ac:spMk id="58" creationId="{F981AC14-380B-44EA-BAB5-1A9B80843C72}"/>
          </ac:spMkLst>
        </pc:spChg>
        <pc:spChg chg="mod">
          <ac:chgData name="Gellenoncourt, Kevin" userId="83ce2c6d-0bd4-4cd9-955e-dd3efc6a7d5a" providerId="ADAL" clId="{C9839D59-2972-4323-A767-4B90EFEABC06}" dt="2022-12-14T13:23:49.359" v="31527" actId="20577"/>
          <ac:spMkLst>
            <pc:docMk/>
            <pc:sldMk cId="1502869019" sldId="1808"/>
            <ac:spMk id="59" creationId="{54320B1B-D005-4F3B-9700-A830130AE325}"/>
          </ac:spMkLst>
        </pc:spChg>
        <pc:spChg chg="add mod">
          <ac:chgData name="Gellenoncourt, Kevin" userId="83ce2c6d-0bd4-4cd9-955e-dd3efc6a7d5a" providerId="ADAL" clId="{C9839D59-2972-4323-A767-4B90EFEABC06}" dt="2022-12-16T09:32:33.408" v="35424" actId="13926"/>
          <ac:spMkLst>
            <pc:docMk/>
            <pc:sldMk cId="1502869019" sldId="1808"/>
            <ac:spMk id="60" creationId="{3C7E052E-AC38-4BE8-BB64-6A342D1BA730}"/>
          </ac:spMkLst>
        </pc:spChg>
        <pc:spChg chg="mod">
          <ac:chgData name="Gellenoncourt, Kevin" userId="83ce2c6d-0bd4-4cd9-955e-dd3efc6a7d5a" providerId="ADAL" clId="{C9839D59-2972-4323-A767-4B90EFEABC06}" dt="2022-12-07T15:00:54.513" v="20893" actId="404"/>
          <ac:spMkLst>
            <pc:docMk/>
            <pc:sldMk cId="1502869019" sldId="1808"/>
            <ac:spMk id="61" creationId="{1D0B47E7-699B-4FDC-A7AA-FB1011C46949}"/>
          </ac:spMkLst>
        </pc:spChg>
        <pc:spChg chg="mod">
          <ac:chgData name="Gellenoncourt, Kevin" userId="83ce2c6d-0bd4-4cd9-955e-dd3efc6a7d5a" providerId="ADAL" clId="{C9839D59-2972-4323-A767-4B90EFEABC06}" dt="2022-12-16T10:20:05.235" v="36046" actId="1076"/>
          <ac:spMkLst>
            <pc:docMk/>
            <pc:sldMk cId="1502869019" sldId="1808"/>
            <ac:spMk id="62" creationId="{A4EE5134-E364-40F1-8B20-F47B07A3A9AE}"/>
          </ac:spMkLst>
        </pc:spChg>
        <pc:spChg chg="del">
          <ac:chgData name="Gellenoncourt, Kevin" userId="83ce2c6d-0bd4-4cd9-955e-dd3efc6a7d5a" providerId="ADAL" clId="{C9839D59-2972-4323-A767-4B90EFEABC06}" dt="2022-12-07T11:11:10.510" v="18844" actId="478"/>
          <ac:spMkLst>
            <pc:docMk/>
            <pc:sldMk cId="1502869019" sldId="1808"/>
            <ac:spMk id="63" creationId="{13CC042E-C52B-4877-B867-4575FE9308FB}"/>
          </ac:spMkLst>
        </pc:spChg>
        <pc:spChg chg="add del mod">
          <ac:chgData name="Gellenoncourt, Kevin" userId="83ce2c6d-0bd4-4cd9-955e-dd3efc6a7d5a" providerId="ADAL" clId="{C9839D59-2972-4323-A767-4B90EFEABC06}" dt="2022-12-14T14:16:14.101" v="32480" actId="478"/>
          <ac:spMkLst>
            <pc:docMk/>
            <pc:sldMk cId="1502869019" sldId="1808"/>
            <ac:spMk id="63" creationId="{7912E2F3-37B2-4217-AC60-E06CF2ACCCDE}"/>
          </ac:spMkLst>
        </pc:spChg>
        <pc:spChg chg="mod">
          <ac:chgData name="Gellenoncourt, Kevin" userId="83ce2c6d-0bd4-4cd9-955e-dd3efc6a7d5a" providerId="ADAL" clId="{C9839D59-2972-4323-A767-4B90EFEABC06}" dt="2022-12-07T11:25:10.642" v="19193" actId="14100"/>
          <ac:spMkLst>
            <pc:docMk/>
            <pc:sldMk cId="1502869019" sldId="1808"/>
            <ac:spMk id="65" creationId="{7FA56E5E-8C2D-4B1C-BE6B-C8EBAB47E8D8}"/>
          </ac:spMkLst>
        </pc:spChg>
        <pc:spChg chg="del">
          <ac:chgData name="Gellenoncourt, Kevin" userId="83ce2c6d-0bd4-4cd9-955e-dd3efc6a7d5a" providerId="ADAL" clId="{C9839D59-2972-4323-A767-4B90EFEABC06}" dt="2022-12-07T11:11:14.022" v="18846" actId="478"/>
          <ac:spMkLst>
            <pc:docMk/>
            <pc:sldMk cId="1502869019" sldId="1808"/>
            <ac:spMk id="67" creationId="{529F9236-4CD6-4F51-B7F2-AF088215D6E4}"/>
          </ac:spMkLst>
        </pc:spChg>
        <pc:spChg chg="add del mod">
          <ac:chgData name="Gellenoncourt, Kevin" userId="83ce2c6d-0bd4-4cd9-955e-dd3efc6a7d5a" providerId="ADAL" clId="{C9839D59-2972-4323-A767-4B90EFEABC06}" dt="2022-12-14T14:16:21.688" v="32483" actId="478"/>
          <ac:spMkLst>
            <pc:docMk/>
            <pc:sldMk cId="1502869019" sldId="1808"/>
            <ac:spMk id="67" creationId="{5717608C-FCEE-4CFC-B744-02E68B82CBFC}"/>
          </ac:spMkLst>
        </pc:spChg>
        <pc:spChg chg="add del mod">
          <ac:chgData name="Gellenoncourt, Kevin" userId="83ce2c6d-0bd4-4cd9-955e-dd3efc6a7d5a" providerId="ADAL" clId="{C9839D59-2972-4323-A767-4B90EFEABC06}" dt="2022-12-14T14:16:30.231" v="32486" actId="478"/>
          <ac:spMkLst>
            <pc:docMk/>
            <pc:sldMk cId="1502869019" sldId="1808"/>
            <ac:spMk id="68" creationId="{4C96FA93-883C-4F3A-B8B6-D7B01E47922A}"/>
          </ac:spMkLst>
        </pc:spChg>
        <pc:spChg chg="add mod">
          <ac:chgData name="Gellenoncourt, Kevin" userId="83ce2c6d-0bd4-4cd9-955e-dd3efc6a7d5a" providerId="ADAL" clId="{C9839D59-2972-4323-A767-4B90EFEABC06}" dt="2022-12-14T14:16:08.324" v="32478" actId="1076"/>
          <ac:spMkLst>
            <pc:docMk/>
            <pc:sldMk cId="1502869019" sldId="1808"/>
            <ac:spMk id="69" creationId="{98EA1F33-3794-4CA4-8D0D-F7D5D5A21C4F}"/>
          </ac:spMkLst>
        </pc:spChg>
        <pc:spChg chg="add del mod">
          <ac:chgData name="Gellenoncourt, Kevin" userId="83ce2c6d-0bd4-4cd9-955e-dd3efc6a7d5a" providerId="ADAL" clId="{C9839D59-2972-4323-A767-4B90EFEABC06}" dt="2022-12-14T14:16:57.363" v="32495" actId="478"/>
          <ac:spMkLst>
            <pc:docMk/>
            <pc:sldMk cId="1502869019" sldId="1808"/>
            <ac:spMk id="71" creationId="{2DA571FC-F84C-4A1F-A1F1-6B01C60A0F0F}"/>
          </ac:spMkLst>
        </pc:spChg>
        <pc:spChg chg="add del mod">
          <ac:chgData name="Gellenoncourt, Kevin" userId="83ce2c6d-0bd4-4cd9-955e-dd3efc6a7d5a" providerId="ADAL" clId="{C9839D59-2972-4323-A767-4B90EFEABC06}" dt="2022-12-14T14:17:25.268" v="32502" actId="478"/>
          <ac:spMkLst>
            <pc:docMk/>
            <pc:sldMk cId="1502869019" sldId="1808"/>
            <ac:spMk id="72" creationId="{DC402009-10EB-421C-B541-BDEA6DF976F3}"/>
          </ac:spMkLst>
        </pc:spChg>
        <pc:spChg chg="add del mod">
          <ac:chgData name="Gellenoncourt, Kevin" userId="83ce2c6d-0bd4-4cd9-955e-dd3efc6a7d5a" providerId="ADAL" clId="{C9839D59-2972-4323-A767-4B90EFEABC06}" dt="2022-12-14T14:17:18.546" v="32499" actId="478"/>
          <ac:spMkLst>
            <pc:docMk/>
            <pc:sldMk cId="1502869019" sldId="1808"/>
            <ac:spMk id="73" creationId="{DC466EB0-EF6F-4D79-8BDF-6222ABB5F680}"/>
          </ac:spMkLst>
        </pc:spChg>
        <pc:spChg chg="add del mod">
          <ac:chgData name="Gellenoncourt, Kevin" userId="83ce2c6d-0bd4-4cd9-955e-dd3efc6a7d5a" providerId="ADAL" clId="{C9839D59-2972-4323-A767-4B90EFEABC06}" dt="2022-12-14T14:17:32.122" v="32505" actId="478"/>
          <ac:spMkLst>
            <pc:docMk/>
            <pc:sldMk cId="1502869019" sldId="1808"/>
            <ac:spMk id="75" creationId="{2A60547F-A94B-443D-BAC5-BFA20CC89E25}"/>
          </ac:spMkLst>
        </pc:spChg>
        <pc:spChg chg="mod">
          <ac:chgData name="Gellenoncourt, Kevin" userId="83ce2c6d-0bd4-4cd9-955e-dd3efc6a7d5a" providerId="ADAL" clId="{C9839D59-2972-4323-A767-4B90EFEABC06}" dt="2022-12-07T11:25:36.256" v="19204" actId="14100"/>
          <ac:spMkLst>
            <pc:docMk/>
            <pc:sldMk cId="1502869019" sldId="1808"/>
            <ac:spMk id="76" creationId="{C4F0F135-E34F-4C63-BC00-E2C517E82DE6}"/>
          </ac:spMkLst>
        </pc:spChg>
        <pc:spChg chg="add mod">
          <ac:chgData name="Gellenoncourt, Kevin" userId="83ce2c6d-0bd4-4cd9-955e-dd3efc6a7d5a" providerId="ADAL" clId="{C9839D59-2972-4323-A767-4B90EFEABC06}" dt="2022-12-14T14:16:17.985" v="32482" actId="1076"/>
          <ac:spMkLst>
            <pc:docMk/>
            <pc:sldMk cId="1502869019" sldId="1808"/>
            <ac:spMk id="77" creationId="{1012ABFE-2510-4B3C-AD66-4233E5F52952}"/>
          </ac:spMkLst>
        </pc:spChg>
        <pc:spChg chg="add mod">
          <ac:chgData name="Gellenoncourt, Kevin" userId="83ce2c6d-0bd4-4cd9-955e-dd3efc6a7d5a" providerId="ADAL" clId="{C9839D59-2972-4323-A767-4B90EFEABC06}" dt="2022-12-14T14:16:27.308" v="32485" actId="1076"/>
          <ac:spMkLst>
            <pc:docMk/>
            <pc:sldMk cId="1502869019" sldId="1808"/>
            <ac:spMk id="78" creationId="{D293F745-85AC-41A8-85F7-412326ED7187}"/>
          </ac:spMkLst>
        </pc:spChg>
        <pc:spChg chg="add mod">
          <ac:chgData name="Gellenoncourt, Kevin" userId="83ce2c6d-0bd4-4cd9-955e-dd3efc6a7d5a" providerId="ADAL" clId="{C9839D59-2972-4323-A767-4B90EFEABC06}" dt="2022-12-14T14:16:34.612" v="32488" actId="1076"/>
          <ac:spMkLst>
            <pc:docMk/>
            <pc:sldMk cId="1502869019" sldId="1808"/>
            <ac:spMk id="80" creationId="{1CBD90D6-38E4-4E79-A71D-1A33B6F7AAF9}"/>
          </ac:spMkLst>
        </pc:spChg>
        <pc:spChg chg="add mod">
          <ac:chgData name="Gellenoncourt, Kevin" userId="83ce2c6d-0bd4-4cd9-955e-dd3efc6a7d5a" providerId="ADAL" clId="{C9839D59-2972-4323-A767-4B90EFEABC06}" dt="2022-12-14T14:17:09.980" v="32497" actId="1076"/>
          <ac:spMkLst>
            <pc:docMk/>
            <pc:sldMk cId="1502869019" sldId="1808"/>
            <ac:spMk id="81" creationId="{B19902B2-6B52-4F5D-9916-A43532E1D90D}"/>
          </ac:spMkLst>
        </pc:spChg>
        <pc:spChg chg="add mod">
          <ac:chgData name="Gellenoncourt, Kevin" userId="83ce2c6d-0bd4-4cd9-955e-dd3efc6a7d5a" providerId="ADAL" clId="{C9839D59-2972-4323-A767-4B90EFEABC06}" dt="2022-12-14T14:20:50.908" v="32575" actId="1076"/>
          <ac:spMkLst>
            <pc:docMk/>
            <pc:sldMk cId="1502869019" sldId="1808"/>
            <ac:spMk id="82" creationId="{69DAF9C8-D5BC-4F07-895A-56E550D05121}"/>
          </ac:spMkLst>
        </pc:spChg>
        <pc:spChg chg="mod">
          <ac:chgData name="Gellenoncourt, Kevin" userId="83ce2c6d-0bd4-4cd9-955e-dd3efc6a7d5a" providerId="ADAL" clId="{C9839D59-2972-4323-A767-4B90EFEABC06}" dt="2022-12-07T11:15:10.417" v="18921"/>
          <ac:spMkLst>
            <pc:docMk/>
            <pc:sldMk cId="1502869019" sldId="1808"/>
            <ac:spMk id="83" creationId="{DBC00441-79CC-F49A-6D78-B45BBF8238FF}"/>
          </ac:spMkLst>
        </pc:spChg>
        <pc:spChg chg="add mod">
          <ac:chgData name="Gellenoncourt, Kevin" userId="83ce2c6d-0bd4-4cd9-955e-dd3efc6a7d5a" providerId="ADAL" clId="{C9839D59-2972-4323-A767-4B90EFEABC06}" dt="2022-12-14T14:17:23.561" v="32501" actId="1076"/>
          <ac:spMkLst>
            <pc:docMk/>
            <pc:sldMk cId="1502869019" sldId="1808"/>
            <ac:spMk id="84" creationId="{0538F405-AF24-4F3D-80E4-B0004D5A0ACC}"/>
          </ac:spMkLst>
        </pc:spChg>
        <pc:spChg chg="add mod">
          <ac:chgData name="Gellenoncourt, Kevin" userId="83ce2c6d-0bd4-4cd9-955e-dd3efc6a7d5a" providerId="ADAL" clId="{C9839D59-2972-4323-A767-4B90EFEABC06}" dt="2022-12-14T14:17:30.248" v="32504" actId="1076"/>
          <ac:spMkLst>
            <pc:docMk/>
            <pc:sldMk cId="1502869019" sldId="1808"/>
            <ac:spMk id="85" creationId="{2FBB063B-CCD3-4D76-A4AD-1F346685602C}"/>
          </ac:spMkLst>
        </pc:spChg>
        <pc:spChg chg="add mod">
          <ac:chgData name="Gellenoncourt, Kevin" userId="83ce2c6d-0bd4-4cd9-955e-dd3efc6a7d5a" providerId="ADAL" clId="{C9839D59-2972-4323-A767-4B90EFEABC06}" dt="2022-12-14T14:17:36.926" v="32507" actId="1076"/>
          <ac:spMkLst>
            <pc:docMk/>
            <pc:sldMk cId="1502869019" sldId="1808"/>
            <ac:spMk id="86" creationId="{D61F1969-E669-45F4-9E67-BF83FF28623B}"/>
          </ac:spMkLst>
        </pc:spChg>
        <pc:spChg chg="add mod">
          <ac:chgData name="Gellenoncourt, Kevin" userId="83ce2c6d-0bd4-4cd9-955e-dd3efc6a7d5a" providerId="ADAL" clId="{C9839D59-2972-4323-A767-4B90EFEABC06}" dt="2022-12-14T14:19:36.399" v="32553" actId="207"/>
          <ac:spMkLst>
            <pc:docMk/>
            <pc:sldMk cId="1502869019" sldId="1808"/>
            <ac:spMk id="87" creationId="{4A901E74-0E61-446A-BD4D-F7319FDBD898}"/>
          </ac:spMkLst>
        </pc:spChg>
        <pc:spChg chg="add mod">
          <ac:chgData name="Gellenoncourt, Kevin" userId="83ce2c6d-0bd4-4cd9-955e-dd3efc6a7d5a" providerId="ADAL" clId="{C9839D59-2972-4323-A767-4B90EFEABC06}" dt="2022-12-16T09:33:15.229" v="35426" actId="1076"/>
          <ac:spMkLst>
            <pc:docMk/>
            <pc:sldMk cId="1502869019" sldId="1808"/>
            <ac:spMk id="88" creationId="{CD251EC9-F778-4CB1-9891-70FC54233F2E}"/>
          </ac:spMkLst>
        </pc:spChg>
        <pc:spChg chg="add mod">
          <ac:chgData name="Gellenoncourt, Kevin" userId="83ce2c6d-0bd4-4cd9-955e-dd3efc6a7d5a" providerId="ADAL" clId="{C9839D59-2972-4323-A767-4B90EFEABC06}" dt="2022-12-14T14:19:48.108" v="32557" actId="1076"/>
          <ac:spMkLst>
            <pc:docMk/>
            <pc:sldMk cId="1502869019" sldId="1808"/>
            <ac:spMk id="90" creationId="{38310925-06FD-47B1-AB2B-D7C1AACBE087}"/>
          </ac:spMkLst>
        </pc:spChg>
        <pc:spChg chg="add mod">
          <ac:chgData name="Gellenoncourt, Kevin" userId="83ce2c6d-0bd4-4cd9-955e-dd3efc6a7d5a" providerId="ADAL" clId="{C9839D59-2972-4323-A767-4B90EFEABC06}" dt="2022-12-14T14:19:51.948" v="32559" actId="1076"/>
          <ac:spMkLst>
            <pc:docMk/>
            <pc:sldMk cId="1502869019" sldId="1808"/>
            <ac:spMk id="91" creationId="{3B4109A9-634F-4185-8170-41D42973B8FC}"/>
          </ac:spMkLst>
        </pc:spChg>
        <pc:spChg chg="add mod">
          <ac:chgData name="Gellenoncourt, Kevin" userId="83ce2c6d-0bd4-4cd9-955e-dd3efc6a7d5a" providerId="ADAL" clId="{C9839D59-2972-4323-A767-4B90EFEABC06}" dt="2022-12-14T14:21:44.816" v="32589" actId="1076"/>
          <ac:spMkLst>
            <pc:docMk/>
            <pc:sldMk cId="1502869019" sldId="1808"/>
            <ac:spMk id="92" creationId="{9ED17995-D9C1-4067-95B8-9281477788C7}"/>
          </ac:spMkLst>
        </pc:spChg>
        <pc:spChg chg="add mod">
          <ac:chgData name="Gellenoncourt, Kevin" userId="83ce2c6d-0bd4-4cd9-955e-dd3efc6a7d5a" providerId="ADAL" clId="{C9839D59-2972-4323-A767-4B90EFEABC06}" dt="2022-12-14T14:22:19.845" v="32598" actId="1076"/>
          <ac:spMkLst>
            <pc:docMk/>
            <pc:sldMk cId="1502869019" sldId="1808"/>
            <ac:spMk id="94" creationId="{5E0C740E-9AB7-409B-98A8-9BF5A7F26CB4}"/>
          </ac:spMkLst>
        </pc:spChg>
        <pc:spChg chg="add del mod">
          <ac:chgData name="Gellenoncourt, Kevin" userId="83ce2c6d-0bd4-4cd9-955e-dd3efc6a7d5a" providerId="ADAL" clId="{C9839D59-2972-4323-A767-4B90EFEABC06}" dt="2022-12-07T14:32:46.649" v="20522" actId="478"/>
          <ac:spMkLst>
            <pc:docMk/>
            <pc:sldMk cId="1502869019" sldId="1808"/>
            <ac:spMk id="112" creationId="{B1B0D33A-1632-402E-977A-BB9BE97D703A}"/>
          </ac:spMkLst>
        </pc:spChg>
        <pc:spChg chg="add mod">
          <ac:chgData name="Gellenoncourt, Kevin" userId="83ce2c6d-0bd4-4cd9-955e-dd3efc6a7d5a" providerId="ADAL" clId="{C9839D59-2972-4323-A767-4B90EFEABC06}" dt="2022-12-14T13:15:26.772" v="31288" actId="20577"/>
          <ac:spMkLst>
            <pc:docMk/>
            <pc:sldMk cId="1502869019" sldId="1808"/>
            <ac:spMk id="115" creationId="{DE2A0644-A8F3-4024-A729-1C21F63C6B6D}"/>
          </ac:spMkLst>
        </pc:spChg>
        <pc:spChg chg="add del mod">
          <ac:chgData name="Gellenoncourt, Kevin" userId="83ce2c6d-0bd4-4cd9-955e-dd3efc6a7d5a" providerId="ADAL" clId="{C9839D59-2972-4323-A767-4B90EFEABC06}" dt="2022-12-14T14:28:26.737" v="32632" actId="21"/>
          <ac:spMkLst>
            <pc:docMk/>
            <pc:sldMk cId="1502869019" sldId="1808"/>
            <ac:spMk id="117" creationId="{3A1ED252-BF7D-49F4-9588-EB856978EB54}"/>
          </ac:spMkLst>
        </pc:spChg>
        <pc:spChg chg="add del">
          <ac:chgData name="Gellenoncourt, Kevin" userId="83ce2c6d-0bd4-4cd9-955e-dd3efc6a7d5a" providerId="ADAL" clId="{C9839D59-2972-4323-A767-4B90EFEABC06}" dt="2022-12-07T14:55:47.949" v="20803" actId="478"/>
          <ac:spMkLst>
            <pc:docMk/>
            <pc:sldMk cId="1502869019" sldId="1808"/>
            <ac:spMk id="127" creationId="{8AED651D-B416-4C50-9AA2-7E7E4E92F02A}"/>
          </ac:spMkLst>
        </pc:spChg>
        <pc:spChg chg="add del mod">
          <ac:chgData name="Gellenoncourt, Kevin" userId="83ce2c6d-0bd4-4cd9-955e-dd3efc6a7d5a" providerId="ADAL" clId="{C9839D59-2972-4323-A767-4B90EFEABC06}" dt="2022-12-07T11:33:48.478" v="19456" actId="478"/>
          <ac:spMkLst>
            <pc:docMk/>
            <pc:sldMk cId="1502869019" sldId="1808"/>
            <ac:spMk id="129" creationId="{05D927A6-F317-4BEA-AA55-FD1221230606}"/>
          </ac:spMkLst>
        </pc:spChg>
        <pc:spChg chg="add mod">
          <ac:chgData name="Gellenoncourt, Kevin" userId="83ce2c6d-0bd4-4cd9-955e-dd3efc6a7d5a" providerId="ADAL" clId="{C9839D59-2972-4323-A767-4B90EFEABC06}" dt="2022-12-16T09:32:42.395" v="35425" actId="20577"/>
          <ac:spMkLst>
            <pc:docMk/>
            <pc:sldMk cId="1502869019" sldId="1808"/>
            <ac:spMk id="152" creationId="{DD377F08-D665-4505-88DF-56ABCA34721A}"/>
          </ac:spMkLst>
        </pc:spChg>
        <pc:spChg chg="add mod">
          <ac:chgData name="Gellenoncourt, Kevin" userId="83ce2c6d-0bd4-4cd9-955e-dd3efc6a7d5a" providerId="ADAL" clId="{C9839D59-2972-4323-A767-4B90EFEABC06}" dt="2022-12-07T15:00:41.018" v="20890" actId="1035"/>
          <ac:spMkLst>
            <pc:docMk/>
            <pc:sldMk cId="1502869019" sldId="1808"/>
            <ac:spMk id="163" creationId="{14336E75-949A-4EAE-865A-76E7A6F1B834}"/>
          </ac:spMkLst>
        </pc:spChg>
        <pc:spChg chg="add mod">
          <ac:chgData name="Gellenoncourt, Kevin" userId="83ce2c6d-0bd4-4cd9-955e-dd3efc6a7d5a" providerId="ADAL" clId="{C9839D59-2972-4323-A767-4B90EFEABC06}" dt="2022-12-14T13:30:11.830" v="31691" actId="108"/>
          <ac:spMkLst>
            <pc:docMk/>
            <pc:sldMk cId="1502869019" sldId="1808"/>
            <ac:spMk id="187" creationId="{DD71FD5C-84AE-44F7-8ADD-E1B4E52B6F01}"/>
          </ac:spMkLst>
        </pc:spChg>
        <pc:picChg chg="add mod">
          <ac:chgData name="Gellenoncourt, Kevin" userId="83ce2c6d-0bd4-4cd9-955e-dd3efc6a7d5a" providerId="ADAL" clId="{C9839D59-2972-4323-A767-4B90EFEABC06}" dt="2022-12-07T14:57:40.552" v="20830" actId="1038"/>
          <ac:picMkLst>
            <pc:docMk/>
            <pc:sldMk cId="1502869019" sldId="1808"/>
            <ac:picMk id="129" creationId="{D75B4460-7ADF-4FEE-AACE-A29CD2A97384}"/>
          </ac:picMkLst>
        </pc:picChg>
        <pc:cxnChg chg="mod">
          <ac:chgData name="Gellenoncourt, Kevin" userId="83ce2c6d-0bd4-4cd9-955e-dd3efc6a7d5a" providerId="ADAL" clId="{C9839D59-2972-4323-A767-4B90EFEABC06}" dt="2022-12-07T15:00:21.983" v="20877" actId="1035"/>
          <ac:cxnSpMkLst>
            <pc:docMk/>
            <pc:sldMk cId="1502869019" sldId="1808"/>
            <ac:cxnSpMk id="52" creationId="{0DB1EAF8-5231-44E9-81D5-9512625E7653}"/>
          </ac:cxnSpMkLst>
        </pc:cxnChg>
        <pc:cxnChg chg="mod">
          <ac:chgData name="Gellenoncourt, Kevin" userId="83ce2c6d-0bd4-4cd9-955e-dd3efc6a7d5a" providerId="ADAL" clId="{C9839D59-2972-4323-A767-4B90EFEABC06}" dt="2022-12-16T10:20:00.605" v="36043" actId="14100"/>
          <ac:cxnSpMkLst>
            <pc:docMk/>
            <pc:sldMk cId="1502869019" sldId="1808"/>
            <ac:cxnSpMk id="55" creationId="{D2CCCC44-9F7B-48FD-AEA4-AF43FF31AD77}"/>
          </ac:cxnSpMkLst>
        </pc:cxnChg>
        <pc:cxnChg chg="mod">
          <ac:chgData name="Gellenoncourt, Kevin" userId="83ce2c6d-0bd4-4cd9-955e-dd3efc6a7d5a" providerId="ADAL" clId="{C9839D59-2972-4323-A767-4B90EFEABC06}" dt="2022-12-07T14:54:52.800" v="20795" actId="1035"/>
          <ac:cxnSpMkLst>
            <pc:docMk/>
            <pc:sldMk cId="1502869019" sldId="1808"/>
            <ac:cxnSpMk id="57" creationId="{2E086329-E21F-476E-9AA6-FE4408304C22}"/>
          </ac:cxnSpMkLst>
        </pc:cxnChg>
        <pc:cxnChg chg="del mod">
          <ac:chgData name="Gellenoncourt, Kevin" userId="83ce2c6d-0bd4-4cd9-955e-dd3efc6a7d5a" providerId="ADAL" clId="{C9839D59-2972-4323-A767-4B90EFEABC06}" dt="2022-12-07T15:01:06.286" v="20894" actId="478"/>
          <ac:cxnSpMkLst>
            <pc:docMk/>
            <pc:sldMk cId="1502869019" sldId="1808"/>
            <ac:cxnSpMk id="60" creationId="{F9FC85E4-FB99-4F06-83E8-9BC861BDF5F8}"/>
          </ac:cxnSpMkLst>
        </pc:cxnChg>
        <pc:cxnChg chg="mod">
          <ac:chgData name="Gellenoncourt, Kevin" userId="83ce2c6d-0bd4-4cd9-955e-dd3efc6a7d5a" providerId="ADAL" clId="{C9839D59-2972-4323-A767-4B90EFEABC06}" dt="2022-12-07T15:00:21.983" v="20877" actId="1035"/>
          <ac:cxnSpMkLst>
            <pc:docMk/>
            <pc:sldMk cId="1502869019" sldId="1808"/>
            <ac:cxnSpMk id="64" creationId="{A91CC47C-E193-4536-943C-9B1016D2A89B}"/>
          </ac:cxnSpMkLst>
        </pc:cxnChg>
        <pc:cxnChg chg="mod ord">
          <ac:chgData name="Gellenoncourt, Kevin" userId="83ce2c6d-0bd4-4cd9-955e-dd3efc6a7d5a" providerId="ADAL" clId="{C9839D59-2972-4323-A767-4B90EFEABC06}" dt="2022-12-07T15:02:49.423" v="20915" actId="14100"/>
          <ac:cxnSpMkLst>
            <pc:docMk/>
            <pc:sldMk cId="1502869019" sldId="1808"/>
            <ac:cxnSpMk id="66" creationId="{40DFCE7B-8F89-46F7-9203-097886952AB8}"/>
          </ac:cxnSpMkLst>
        </pc:cxnChg>
        <pc:cxnChg chg="add mod">
          <ac:chgData name="Gellenoncourt, Kevin" userId="83ce2c6d-0bd4-4cd9-955e-dd3efc6a7d5a" providerId="ADAL" clId="{C9839D59-2972-4323-A767-4B90EFEABC06}" dt="2022-12-16T10:22:42.833" v="36050" actId="14100"/>
          <ac:cxnSpMkLst>
            <pc:docMk/>
            <pc:sldMk cId="1502869019" sldId="1808"/>
            <ac:cxnSpMk id="68" creationId="{3985C63F-8D05-4D14-83CA-C3FFBF958957}"/>
          </ac:cxnSpMkLst>
        </pc:cxnChg>
        <pc:cxnChg chg="mod">
          <ac:chgData name="Gellenoncourt, Kevin" userId="83ce2c6d-0bd4-4cd9-955e-dd3efc6a7d5a" providerId="ADAL" clId="{C9839D59-2972-4323-A767-4B90EFEABC06}" dt="2022-12-07T15:02:49.423" v="20915" actId="14100"/>
          <ac:cxnSpMkLst>
            <pc:docMk/>
            <pc:sldMk cId="1502869019" sldId="1808"/>
            <ac:cxnSpMk id="70" creationId="{A3CEFB2D-C8B9-4356-9B3F-044F10D976FF}"/>
          </ac:cxnSpMkLst>
        </pc:cxnChg>
        <pc:cxnChg chg="del mod">
          <ac:chgData name="Gellenoncourt, Kevin" userId="83ce2c6d-0bd4-4cd9-955e-dd3efc6a7d5a" providerId="ADAL" clId="{C9839D59-2972-4323-A767-4B90EFEABC06}" dt="2022-12-07T14:31:41.187" v="20511" actId="478"/>
          <ac:cxnSpMkLst>
            <pc:docMk/>
            <pc:sldMk cId="1502869019" sldId="1808"/>
            <ac:cxnSpMk id="84" creationId="{47D1DAC7-56E4-4B1D-92B2-3F987F23BA4F}"/>
          </ac:cxnSpMkLst>
        </pc:cxnChg>
        <pc:cxnChg chg="add mod">
          <ac:chgData name="Gellenoncourt, Kevin" userId="83ce2c6d-0bd4-4cd9-955e-dd3efc6a7d5a" providerId="ADAL" clId="{C9839D59-2972-4323-A767-4B90EFEABC06}" dt="2022-12-07T15:02:44.288" v="20914" actId="14100"/>
          <ac:cxnSpMkLst>
            <pc:docMk/>
            <pc:sldMk cId="1502869019" sldId="1808"/>
            <ac:cxnSpMk id="89" creationId="{CBC2197A-50B0-415E-AD89-8E710FBCC3B8}"/>
          </ac:cxnSpMkLst>
        </pc:cxnChg>
        <pc:cxnChg chg="mod">
          <ac:chgData name="Gellenoncourt, Kevin" userId="83ce2c6d-0bd4-4cd9-955e-dd3efc6a7d5a" providerId="ADAL" clId="{C9839D59-2972-4323-A767-4B90EFEABC06}" dt="2022-12-14T13:15:11.189" v="31271" actId="1076"/>
          <ac:cxnSpMkLst>
            <pc:docMk/>
            <pc:sldMk cId="1502869019" sldId="1808"/>
            <ac:cxnSpMk id="93" creationId="{B404CAC6-EE33-4698-8C7E-BDFCE62BAC99}"/>
          </ac:cxnSpMkLst>
        </pc:cxnChg>
        <pc:cxnChg chg="add mod">
          <ac:chgData name="Gellenoncourt, Kevin" userId="83ce2c6d-0bd4-4cd9-955e-dd3efc6a7d5a" providerId="ADAL" clId="{C9839D59-2972-4323-A767-4B90EFEABC06}" dt="2022-12-07T15:02:49.423" v="20915" actId="14100"/>
          <ac:cxnSpMkLst>
            <pc:docMk/>
            <pc:sldMk cId="1502869019" sldId="1808"/>
            <ac:cxnSpMk id="103" creationId="{0176B091-64CE-4A76-A9B7-0DB8B80505C3}"/>
          </ac:cxnSpMkLst>
        </pc:cxnChg>
        <pc:cxnChg chg="add mod">
          <ac:chgData name="Gellenoncourt, Kevin" userId="83ce2c6d-0bd4-4cd9-955e-dd3efc6a7d5a" providerId="ADAL" clId="{C9839D59-2972-4323-A767-4B90EFEABC06}" dt="2022-12-07T14:57:40.552" v="20830" actId="1038"/>
          <ac:cxnSpMkLst>
            <pc:docMk/>
            <pc:sldMk cId="1502869019" sldId="1808"/>
            <ac:cxnSpMk id="132" creationId="{147D23D1-E0B7-4FE9-A5A9-1DD7A2525F9E}"/>
          </ac:cxnSpMkLst>
        </pc:cxnChg>
        <pc:cxnChg chg="add mod">
          <ac:chgData name="Gellenoncourt, Kevin" userId="83ce2c6d-0bd4-4cd9-955e-dd3efc6a7d5a" providerId="ADAL" clId="{C9839D59-2972-4323-A767-4B90EFEABC06}" dt="2022-12-07T15:02:35.008" v="20911" actId="14100"/>
          <ac:cxnSpMkLst>
            <pc:docMk/>
            <pc:sldMk cId="1502869019" sldId="1808"/>
            <ac:cxnSpMk id="135" creationId="{74B6EE68-0448-4198-AF6E-35A79B995054}"/>
          </ac:cxnSpMkLst>
        </pc:cxnChg>
        <pc:cxnChg chg="add del mod">
          <ac:chgData name="Gellenoncourt, Kevin" userId="83ce2c6d-0bd4-4cd9-955e-dd3efc6a7d5a" providerId="ADAL" clId="{C9839D59-2972-4323-A767-4B90EFEABC06}" dt="2022-12-07T11:33:36.149" v="19439"/>
          <ac:cxnSpMkLst>
            <pc:docMk/>
            <pc:sldMk cId="1502869019" sldId="1808"/>
            <ac:cxnSpMk id="148" creationId="{7EBBB357-E7BA-4886-8F52-A06106151815}"/>
          </ac:cxnSpMkLst>
        </pc:cxnChg>
        <pc:cxnChg chg="add del mod">
          <ac:chgData name="Gellenoncourt, Kevin" userId="83ce2c6d-0bd4-4cd9-955e-dd3efc6a7d5a" providerId="ADAL" clId="{C9839D59-2972-4323-A767-4B90EFEABC06}" dt="2022-12-14T13:13:42.597" v="31240" actId="478"/>
          <ac:cxnSpMkLst>
            <pc:docMk/>
            <pc:sldMk cId="1502869019" sldId="1808"/>
            <ac:cxnSpMk id="153" creationId="{C2B0B624-AD73-4039-A078-9A9D06A9BDB2}"/>
          </ac:cxnSpMkLst>
        </pc:cxnChg>
        <pc:cxnChg chg="add mod">
          <ac:chgData name="Gellenoncourt, Kevin" userId="83ce2c6d-0bd4-4cd9-955e-dd3efc6a7d5a" providerId="ADAL" clId="{C9839D59-2972-4323-A767-4B90EFEABC06}" dt="2022-12-07T15:01:28.464" v="20897" actId="14100"/>
          <ac:cxnSpMkLst>
            <pc:docMk/>
            <pc:sldMk cId="1502869019" sldId="1808"/>
            <ac:cxnSpMk id="164" creationId="{F6837810-CD4D-43D9-BA54-3FD8D7E5088C}"/>
          </ac:cxnSpMkLst>
        </pc:cxnChg>
      </pc:sldChg>
      <pc:sldChg chg="addSp delSp modSp add mod">
        <pc:chgData name="Gellenoncourt, Kevin" userId="83ce2c6d-0bd4-4cd9-955e-dd3efc6a7d5a" providerId="ADAL" clId="{C9839D59-2972-4323-A767-4B90EFEABC06}" dt="2023-02-01T11:21:36.701" v="53066" actId="1076"/>
        <pc:sldMkLst>
          <pc:docMk/>
          <pc:sldMk cId="1056175795" sldId="1809"/>
        </pc:sldMkLst>
        <pc:spChg chg="mod">
          <ac:chgData name="Gellenoncourt, Kevin" userId="83ce2c6d-0bd4-4cd9-955e-dd3efc6a7d5a" providerId="ADAL" clId="{C9839D59-2972-4323-A767-4B90EFEABC06}" dt="2023-01-03T16:29:01.012" v="42683" actId="1037"/>
          <ac:spMkLst>
            <pc:docMk/>
            <pc:sldMk cId="1056175795" sldId="1809"/>
            <ac:spMk id="2" creationId="{1421853C-D75B-46BD-86EE-00908DF8234E}"/>
          </ac:spMkLst>
        </pc:spChg>
        <pc:spChg chg="mod">
          <ac:chgData name="Gellenoncourt, Kevin" userId="83ce2c6d-0bd4-4cd9-955e-dd3efc6a7d5a" providerId="ADAL" clId="{C9839D59-2972-4323-A767-4B90EFEABC06}" dt="2022-12-29T14:36:35.082" v="40578" actId="108"/>
          <ac:spMkLst>
            <pc:docMk/>
            <pc:sldMk cId="1056175795" sldId="1809"/>
            <ac:spMk id="7" creationId="{6965AD01-1930-4FD8-A319-92D62E7DEF34}"/>
          </ac:spMkLst>
        </pc:spChg>
        <pc:spChg chg="add mod">
          <ac:chgData name="Gellenoncourt, Kevin" userId="83ce2c6d-0bd4-4cd9-955e-dd3efc6a7d5a" providerId="ADAL" clId="{C9839D59-2972-4323-A767-4B90EFEABC06}" dt="2023-01-31T18:19:26.414" v="52490" actId="3626"/>
          <ac:spMkLst>
            <pc:docMk/>
            <pc:sldMk cId="1056175795" sldId="1809"/>
            <ac:spMk id="13" creationId="{FE5E2497-1C5F-E982-A502-07724E7B1399}"/>
          </ac:spMkLst>
        </pc:spChg>
        <pc:spChg chg="add mod">
          <ac:chgData name="Gellenoncourt, Kevin" userId="83ce2c6d-0bd4-4cd9-955e-dd3efc6a7d5a" providerId="ADAL" clId="{C9839D59-2972-4323-A767-4B90EFEABC06}" dt="2023-01-31T18:12:49.840" v="52489" actId="108"/>
          <ac:spMkLst>
            <pc:docMk/>
            <pc:sldMk cId="1056175795" sldId="1809"/>
            <ac:spMk id="17" creationId="{EE3CEC61-605B-CDB5-8FD7-81A6886E1874}"/>
          </ac:spMkLst>
        </pc:spChg>
        <pc:spChg chg="mod">
          <ac:chgData name="Gellenoncourt, Kevin" userId="83ce2c6d-0bd4-4cd9-955e-dd3efc6a7d5a" providerId="ADAL" clId="{C9839D59-2972-4323-A767-4B90EFEABC06}" dt="2023-01-03T16:30:22.587" v="42712" actId="1036"/>
          <ac:spMkLst>
            <pc:docMk/>
            <pc:sldMk cId="1056175795" sldId="1809"/>
            <ac:spMk id="36" creationId="{52B67624-72B4-4A4C-BC3E-59EA06A99A75}"/>
          </ac:spMkLst>
        </pc:spChg>
        <pc:spChg chg="mod">
          <ac:chgData name="Gellenoncourt, Kevin" userId="83ce2c6d-0bd4-4cd9-955e-dd3efc6a7d5a" providerId="ADAL" clId="{C9839D59-2972-4323-A767-4B90EFEABC06}" dt="2023-01-17T17:03:34.521" v="48167" actId="14100"/>
          <ac:spMkLst>
            <pc:docMk/>
            <pc:sldMk cId="1056175795" sldId="1809"/>
            <ac:spMk id="38" creationId="{BC87DAD3-8653-4471-A3BD-B5DE667234A1}"/>
          </ac:spMkLst>
        </pc:spChg>
        <pc:spChg chg="mod">
          <ac:chgData name="Gellenoncourt, Kevin" userId="83ce2c6d-0bd4-4cd9-955e-dd3efc6a7d5a" providerId="ADAL" clId="{C9839D59-2972-4323-A767-4B90EFEABC06}" dt="2023-01-17T17:07:07.739" v="48300" actId="1035"/>
          <ac:spMkLst>
            <pc:docMk/>
            <pc:sldMk cId="1056175795" sldId="1809"/>
            <ac:spMk id="39" creationId="{1869A758-F1FA-417A-ADCC-7EF1580E67EE}"/>
          </ac:spMkLst>
        </pc:spChg>
        <pc:spChg chg="mod">
          <ac:chgData name="Gellenoncourt, Kevin" userId="83ce2c6d-0bd4-4cd9-955e-dd3efc6a7d5a" providerId="ADAL" clId="{C9839D59-2972-4323-A767-4B90EFEABC06}" dt="2023-01-03T16:29:01.012" v="42683" actId="1037"/>
          <ac:spMkLst>
            <pc:docMk/>
            <pc:sldMk cId="1056175795" sldId="1809"/>
            <ac:spMk id="40" creationId="{21D15409-D1AB-4948-900D-C39C90539B81}"/>
          </ac:spMkLst>
        </pc:spChg>
        <pc:spChg chg="mod">
          <ac:chgData name="Gellenoncourt, Kevin" userId="83ce2c6d-0bd4-4cd9-955e-dd3efc6a7d5a" providerId="ADAL" clId="{C9839D59-2972-4323-A767-4B90EFEABC06}" dt="2023-01-17T17:01:20.758" v="48115" actId="1038"/>
          <ac:spMkLst>
            <pc:docMk/>
            <pc:sldMk cId="1056175795" sldId="1809"/>
            <ac:spMk id="42" creationId="{F47D416A-3DA3-40DF-AA8F-593582B418C3}"/>
          </ac:spMkLst>
        </pc:spChg>
        <pc:spChg chg="mod">
          <ac:chgData name="Gellenoncourt, Kevin" userId="83ce2c6d-0bd4-4cd9-955e-dd3efc6a7d5a" providerId="ADAL" clId="{C9839D59-2972-4323-A767-4B90EFEABC06}" dt="2023-01-17T17:01:20.758" v="48115" actId="1038"/>
          <ac:spMkLst>
            <pc:docMk/>
            <pc:sldMk cId="1056175795" sldId="1809"/>
            <ac:spMk id="44" creationId="{1E2CDAE5-E650-4386-A494-DE2AD02A9858}"/>
          </ac:spMkLst>
        </pc:spChg>
        <pc:spChg chg="mod">
          <ac:chgData name="Gellenoncourt, Kevin" userId="83ce2c6d-0bd4-4cd9-955e-dd3efc6a7d5a" providerId="ADAL" clId="{C9839D59-2972-4323-A767-4B90EFEABC06}" dt="2023-01-31T18:12:05.225" v="52472" actId="1036"/>
          <ac:spMkLst>
            <pc:docMk/>
            <pc:sldMk cId="1056175795" sldId="1809"/>
            <ac:spMk id="48" creationId="{696CAD6D-5F5C-45F5-AB47-C56C08067F96}"/>
          </ac:spMkLst>
        </pc:spChg>
        <pc:spChg chg="mod">
          <ac:chgData name="Gellenoncourt, Kevin" userId="83ce2c6d-0bd4-4cd9-955e-dd3efc6a7d5a" providerId="ADAL" clId="{C9839D59-2972-4323-A767-4B90EFEABC06}" dt="2023-01-31T18:08:21.816" v="52369" actId="14100"/>
          <ac:spMkLst>
            <pc:docMk/>
            <pc:sldMk cId="1056175795" sldId="1809"/>
            <ac:spMk id="49" creationId="{1DDFAA27-C149-49AE-9FE6-D68F0F59F187}"/>
          </ac:spMkLst>
        </pc:spChg>
        <pc:spChg chg="mod">
          <ac:chgData name="Gellenoncourt, Kevin" userId="83ce2c6d-0bd4-4cd9-955e-dd3efc6a7d5a" providerId="ADAL" clId="{C9839D59-2972-4323-A767-4B90EFEABC06}" dt="2023-01-31T18:11:04.550" v="52457" actId="1035"/>
          <ac:spMkLst>
            <pc:docMk/>
            <pc:sldMk cId="1056175795" sldId="1809"/>
            <ac:spMk id="50" creationId="{892F4F76-2F31-47B8-AFE9-85B646B1DAC3}"/>
          </ac:spMkLst>
        </pc:spChg>
        <pc:spChg chg="mod">
          <ac:chgData name="Gellenoncourt, Kevin" userId="83ce2c6d-0bd4-4cd9-955e-dd3efc6a7d5a" providerId="ADAL" clId="{C9839D59-2972-4323-A767-4B90EFEABC06}" dt="2023-01-17T17:00:57.300" v="48104" actId="14100"/>
          <ac:spMkLst>
            <pc:docMk/>
            <pc:sldMk cId="1056175795" sldId="1809"/>
            <ac:spMk id="51" creationId="{D546298A-A71A-4C39-80C9-F36340E568C1}"/>
          </ac:spMkLst>
        </pc:spChg>
        <pc:spChg chg="mod">
          <ac:chgData name="Gellenoncourt, Kevin" userId="83ce2c6d-0bd4-4cd9-955e-dd3efc6a7d5a" providerId="ADAL" clId="{C9839D59-2972-4323-A767-4B90EFEABC06}" dt="2023-01-31T18:11:04.550" v="52457" actId="1035"/>
          <ac:spMkLst>
            <pc:docMk/>
            <pc:sldMk cId="1056175795" sldId="1809"/>
            <ac:spMk id="54" creationId="{A8C00B46-EE7B-4EF1-B515-36160F40471E}"/>
          </ac:spMkLst>
        </pc:spChg>
        <pc:spChg chg="mod">
          <ac:chgData name="Gellenoncourt, Kevin" userId="83ce2c6d-0bd4-4cd9-955e-dd3efc6a7d5a" providerId="ADAL" clId="{C9839D59-2972-4323-A767-4B90EFEABC06}" dt="2023-01-17T17:03:26.282" v="48165" actId="14100"/>
          <ac:spMkLst>
            <pc:docMk/>
            <pc:sldMk cId="1056175795" sldId="1809"/>
            <ac:spMk id="58" creationId="{F981AC14-380B-44EA-BAB5-1A9B80843C72}"/>
          </ac:spMkLst>
        </pc:spChg>
        <pc:spChg chg="mod">
          <ac:chgData name="Gellenoncourt, Kevin" userId="83ce2c6d-0bd4-4cd9-955e-dd3efc6a7d5a" providerId="ADAL" clId="{C9839D59-2972-4323-A767-4B90EFEABC06}" dt="2023-01-31T18:12:16.464" v="52478" actId="1038"/>
          <ac:spMkLst>
            <pc:docMk/>
            <pc:sldMk cId="1056175795" sldId="1809"/>
            <ac:spMk id="59" creationId="{54320B1B-D005-4F3B-9700-A830130AE325}"/>
          </ac:spMkLst>
        </pc:spChg>
        <pc:spChg chg="mod">
          <ac:chgData name="Gellenoncourt, Kevin" userId="83ce2c6d-0bd4-4cd9-955e-dd3efc6a7d5a" providerId="ADAL" clId="{C9839D59-2972-4323-A767-4B90EFEABC06}" dt="2023-01-31T18:12:22.838" v="52479" actId="14100"/>
          <ac:spMkLst>
            <pc:docMk/>
            <pc:sldMk cId="1056175795" sldId="1809"/>
            <ac:spMk id="61" creationId="{1D0B47E7-699B-4FDC-A7AA-FB1011C46949}"/>
          </ac:spMkLst>
        </pc:spChg>
        <pc:spChg chg="mod">
          <ac:chgData name="Gellenoncourt, Kevin" userId="83ce2c6d-0bd4-4cd9-955e-dd3efc6a7d5a" providerId="ADAL" clId="{C9839D59-2972-4323-A767-4B90EFEABC06}" dt="2022-12-30T14:25:26.262" v="40649" actId="14100"/>
          <ac:spMkLst>
            <pc:docMk/>
            <pc:sldMk cId="1056175795" sldId="1809"/>
            <ac:spMk id="62" creationId="{A4EE5134-E364-40F1-8B20-F47B07A3A9AE}"/>
          </ac:spMkLst>
        </pc:spChg>
        <pc:spChg chg="mod">
          <ac:chgData name="Gellenoncourt, Kevin" userId="83ce2c6d-0bd4-4cd9-955e-dd3efc6a7d5a" providerId="ADAL" clId="{C9839D59-2972-4323-A767-4B90EFEABC06}" dt="2023-01-31T18:12:16.464" v="52478" actId="1038"/>
          <ac:spMkLst>
            <pc:docMk/>
            <pc:sldMk cId="1056175795" sldId="1809"/>
            <ac:spMk id="65" creationId="{7FA56E5E-8C2D-4B1C-BE6B-C8EBAB47E8D8}"/>
          </ac:spMkLst>
        </pc:spChg>
        <pc:spChg chg="mod">
          <ac:chgData name="Gellenoncourt, Kevin" userId="83ce2c6d-0bd4-4cd9-955e-dd3efc6a7d5a" providerId="ADAL" clId="{C9839D59-2972-4323-A767-4B90EFEABC06}" dt="2023-01-17T17:00:28.909" v="48102" actId="1037"/>
          <ac:spMkLst>
            <pc:docMk/>
            <pc:sldMk cId="1056175795" sldId="1809"/>
            <ac:spMk id="71" creationId="{C379FA3C-5613-4472-9330-957BE6EA8697}"/>
          </ac:spMkLst>
        </pc:spChg>
        <pc:spChg chg="mod">
          <ac:chgData name="Gellenoncourt, Kevin" userId="83ce2c6d-0bd4-4cd9-955e-dd3efc6a7d5a" providerId="ADAL" clId="{C9839D59-2972-4323-A767-4B90EFEABC06}" dt="2023-01-17T17:07:21.417" v="48301" actId="14100"/>
          <ac:spMkLst>
            <pc:docMk/>
            <pc:sldMk cId="1056175795" sldId="1809"/>
            <ac:spMk id="76" creationId="{C4F0F135-E34F-4C63-BC00-E2C517E82DE6}"/>
          </ac:spMkLst>
        </pc:spChg>
        <pc:spChg chg="add mod">
          <ac:chgData name="Gellenoncourt, Kevin" userId="83ce2c6d-0bd4-4cd9-955e-dd3efc6a7d5a" providerId="ADAL" clId="{C9839D59-2972-4323-A767-4B90EFEABC06}" dt="2023-02-01T11:21:36.701" v="53066" actId="1076"/>
          <ac:spMkLst>
            <pc:docMk/>
            <pc:sldMk cId="1056175795" sldId="1809"/>
            <ac:spMk id="78" creationId="{0FC25BC9-6933-472F-8630-C92E031C8432}"/>
          </ac:spMkLst>
        </pc:spChg>
        <pc:spChg chg="mod">
          <ac:chgData name="Gellenoncourt, Kevin" userId="83ce2c6d-0bd4-4cd9-955e-dd3efc6a7d5a" providerId="ADAL" clId="{C9839D59-2972-4323-A767-4B90EFEABC06}" dt="2022-12-29T14:36:45.511" v="40579"/>
          <ac:spMkLst>
            <pc:docMk/>
            <pc:sldMk cId="1056175795" sldId="1809"/>
            <ac:spMk id="83" creationId="{DBC00441-79CC-F49A-6D78-B45BBF8238FF}"/>
          </ac:spMkLst>
        </pc:spChg>
        <pc:spChg chg="add mod">
          <ac:chgData name="Gellenoncourt, Kevin" userId="83ce2c6d-0bd4-4cd9-955e-dd3efc6a7d5a" providerId="ADAL" clId="{C9839D59-2972-4323-A767-4B90EFEABC06}" dt="2023-01-17T17:07:07.739" v="48300" actId="1035"/>
          <ac:spMkLst>
            <pc:docMk/>
            <pc:sldMk cId="1056175795" sldId="1809"/>
            <ac:spMk id="85" creationId="{23A6A0AF-17BB-4B41-871F-38E6EDC573D6}"/>
          </ac:spMkLst>
        </pc:spChg>
        <pc:spChg chg="add mod">
          <ac:chgData name="Gellenoncourt, Kevin" userId="83ce2c6d-0bd4-4cd9-955e-dd3efc6a7d5a" providerId="ADAL" clId="{C9839D59-2972-4323-A767-4B90EFEABC06}" dt="2023-01-17T17:07:07.739" v="48300" actId="1035"/>
          <ac:spMkLst>
            <pc:docMk/>
            <pc:sldMk cId="1056175795" sldId="1809"/>
            <ac:spMk id="92" creationId="{341C7442-5D3D-4976-9172-6BCB658F56C8}"/>
          </ac:spMkLst>
        </pc:spChg>
        <pc:spChg chg="add mod">
          <ac:chgData name="Gellenoncourt, Kevin" userId="83ce2c6d-0bd4-4cd9-955e-dd3efc6a7d5a" providerId="ADAL" clId="{C9839D59-2972-4323-A767-4B90EFEABC06}" dt="2023-01-17T17:07:07.739" v="48300" actId="1035"/>
          <ac:spMkLst>
            <pc:docMk/>
            <pc:sldMk cId="1056175795" sldId="1809"/>
            <ac:spMk id="110" creationId="{49378969-C54C-4F62-8B7E-3215C641017B}"/>
          </ac:spMkLst>
        </pc:spChg>
        <pc:spChg chg="add mod">
          <ac:chgData name="Gellenoncourt, Kevin" userId="83ce2c6d-0bd4-4cd9-955e-dd3efc6a7d5a" providerId="ADAL" clId="{C9839D59-2972-4323-A767-4B90EFEABC06}" dt="2023-01-17T17:07:07.739" v="48300" actId="1035"/>
          <ac:spMkLst>
            <pc:docMk/>
            <pc:sldMk cId="1056175795" sldId="1809"/>
            <ac:spMk id="111" creationId="{D9483CE9-BD20-4B7B-96FB-B7E7EA4DC927}"/>
          </ac:spMkLst>
        </pc:spChg>
        <pc:spChg chg="mod">
          <ac:chgData name="Gellenoncourt, Kevin" userId="83ce2c6d-0bd4-4cd9-955e-dd3efc6a7d5a" providerId="ADAL" clId="{C9839D59-2972-4323-A767-4B90EFEABC06}" dt="2022-12-30T14:21:34.019" v="40618" actId="14100"/>
          <ac:spMkLst>
            <pc:docMk/>
            <pc:sldMk cId="1056175795" sldId="1809"/>
            <ac:spMk id="113" creationId="{9BDC7C8D-9559-49D9-9E18-46EAABC19452}"/>
          </ac:spMkLst>
        </pc:spChg>
        <pc:spChg chg="del mod">
          <ac:chgData name="Gellenoncourt, Kevin" userId="83ce2c6d-0bd4-4cd9-955e-dd3efc6a7d5a" providerId="ADAL" clId="{C9839D59-2972-4323-A767-4B90EFEABC06}" dt="2023-01-17T17:04:39.269" v="48193" actId="478"/>
          <ac:spMkLst>
            <pc:docMk/>
            <pc:sldMk cId="1056175795" sldId="1809"/>
            <ac:spMk id="115" creationId="{DE2A0644-A8F3-4024-A729-1C21F63C6B6D}"/>
          </ac:spMkLst>
        </pc:spChg>
        <pc:spChg chg="mod">
          <ac:chgData name="Gellenoncourt, Kevin" userId="83ce2c6d-0bd4-4cd9-955e-dd3efc6a7d5a" providerId="ADAL" clId="{C9839D59-2972-4323-A767-4B90EFEABC06}" dt="2023-01-17T17:07:07.739" v="48300" actId="1035"/>
          <ac:spMkLst>
            <pc:docMk/>
            <pc:sldMk cId="1056175795" sldId="1809"/>
            <ac:spMk id="118" creationId="{96E00FEF-FE3F-4BF5-A2B4-4957973E6C8B}"/>
          </ac:spMkLst>
        </pc:spChg>
        <pc:spChg chg="mod">
          <ac:chgData name="Gellenoncourt, Kevin" userId="83ce2c6d-0bd4-4cd9-955e-dd3efc6a7d5a" providerId="ADAL" clId="{C9839D59-2972-4323-A767-4B90EFEABC06}" dt="2023-01-17T17:07:07.739" v="48300" actId="1035"/>
          <ac:spMkLst>
            <pc:docMk/>
            <pc:sldMk cId="1056175795" sldId="1809"/>
            <ac:spMk id="119" creationId="{D66CEC41-CAE0-4958-A604-5EC259342EF7}"/>
          </ac:spMkLst>
        </pc:spChg>
        <pc:spChg chg="mod">
          <ac:chgData name="Gellenoncourt, Kevin" userId="83ce2c6d-0bd4-4cd9-955e-dd3efc6a7d5a" providerId="ADAL" clId="{C9839D59-2972-4323-A767-4B90EFEABC06}" dt="2023-01-31T18:08:14.336" v="52367" actId="1036"/>
          <ac:spMkLst>
            <pc:docMk/>
            <pc:sldMk cId="1056175795" sldId="1809"/>
            <ac:spMk id="163" creationId="{14336E75-949A-4EAE-865A-76E7A6F1B834}"/>
          </ac:spMkLst>
        </pc:spChg>
        <pc:spChg chg="mod">
          <ac:chgData name="Gellenoncourt, Kevin" userId="83ce2c6d-0bd4-4cd9-955e-dd3efc6a7d5a" providerId="ADAL" clId="{C9839D59-2972-4323-A767-4B90EFEABC06}" dt="2023-01-03T16:31:02.646" v="42729" actId="14100"/>
          <ac:spMkLst>
            <pc:docMk/>
            <pc:sldMk cId="1056175795" sldId="1809"/>
            <ac:spMk id="187" creationId="{DD71FD5C-84AE-44F7-8ADD-E1B4E52B6F01}"/>
          </ac:spMkLst>
        </pc:spChg>
        <pc:picChg chg="mod">
          <ac:chgData name="Gellenoncourt, Kevin" userId="83ce2c6d-0bd4-4cd9-955e-dd3efc6a7d5a" providerId="ADAL" clId="{C9839D59-2972-4323-A767-4B90EFEABC06}" dt="2023-01-17T17:01:20.758" v="48115" actId="1038"/>
          <ac:picMkLst>
            <pc:docMk/>
            <pc:sldMk cId="1056175795" sldId="1809"/>
            <ac:picMk id="129" creationId="{D75B4460-7ADF-4FEE-AACE-A29CD2A97384}"/>
          </ac:picMkLst>
        </pc:picChg>
        <pc:cxnChg chg="add del mod">
          <ac:chgData name="Gellenoncourt, Kevin" userId="83ce2c6d-0bd4-4cd9-955e-dd3efc6a7d5a" providerId="ADAL" clId="{C9839D59-2972-4323-A767-4B90EFEABC06}" dt="2023-01-31T18:11:45.917" v="52470" actId="478"/>
          <ac:cxnSpMkLst>
            <pc:docMk/>
            <pc:sldMk cId="1056175795" sldId="1809"/>
            <ac:cxnSpMk id="14" creationId="{893352CD-5F67-B584-66B2-3EC8D7C5E0C6}"/>
          </ac:cxnSpMkLst>
        </pc:cxnChg>
        <pc:cxnChg chg="mod">
          <ac:chgData name="Gellenoncourt, Kevin" userId="83ce2c6d-0bd4-4cd9-955e-dd3efc6a7d5a" providerId="ADAL" clId="{C9839D59-2972-4323-A767-4B90EFEABC06}" dt="2023-01-31T18:11:04.550" v="52457" actId="1035"/>
          <ac:cxnSpMkLst>
            <pc:docMk/>
            <pc:sldMk cId="1056175795" sldId="1809"/>
            <ac:cxnSpMk id="52" creationId="{0DB1EAF8-5231-44E9-81D5-9512625E7653}"/>
          </ac:cxnSpMkLst>
        </pc:cxnChg>
        <pc:cxnChg chg="mod">
          <ac:chgData name="Gellenoncourt, Kevin" userId="83ce2c6d-0bd4-4cd9-955e-dd3efc6a7d5a" providerId="ADAL" clId="{C9839D59-2972-4323-A767-4B90EFEABC06}" dt="2023-02-01T08:49:17.347" v="52494" actId="14100"/>
          <ac:cxnSpMkLst>
            <pc:docMk/>
            <pc:sldMk cId="1056175795" sldId="1809"/>
            <ac:cxnSpMk id="55" creationId="{D2CCCC44-9F7B-48FD-AEA4-AF43FF31AD77}"/>
          </ac:cxnSpMkLst>
        </pc:cxnChg>
        <pc:cxnChg chg="mod">
          <ac:chgData name="Gellenoncourt, Kevin" userId="83ce2c6d-0bd4-4cd9-955e-dd3efc6a7d5a" providerId="ADAL" clId="{C9839D59-2972-4323-A767-4B90EFEABC06}" dt="2023-01-31T18:12:05.225" v="52472" actId="1036"/>
          <ac:cxnSpMkLst>
            <pc:docMk/>
            <pc:sldMk cId="1056175795" sldId="1809"/>
            <ac:cxnSpMk id="57" creationId="{2E086329-E21F-476E-9AA6-FE4408304C22}"/>
          </ac:cxnSpMkLst>
        </pc:cxnChg>
        <pc:cxnChg chg="mod">
          <ac:chgData name="Gellenoncourt, Kevin" userId="83ce2c6d-0bd4-4cd9-955e-dd3efc6a7d5a" providerId="ADAL" clId="{C9839D59-2972-4323-A767-4B90EFEABC06}" dt="2023-01-31T18:11:04.550" v="52457" actId="1035"/>
          <ac:cxnSpMkLst>
            <pc:docMk/>
            <pc:sldMk cId="1056175795" sldId="1809"/>
            <ac:cxnSpMk id="64" creationId="{A91CC47C-E193-4536-943C-9B1016D2A89B}"/>
          </ac:cxnSpMkLst>
        </pc:cxnChg>
        <pc:cxnChg chg="mod ord">
          <ac:chgData name="Gellenoncourt, Kevin" userId="83ce2c6d-0bd4-4cd9-955e-dd3efc6a7d5a" providerId="ADAL" clId="{C9839D59-2972-4323-A767-4B90EFEABC06}" dt="2023-01-31T18:12:05.225" v="52472" actId="1036"/>
          <ac:cxnSpMkLst>
            <pc:docMk/>
            <pc:sldMk cId="1056175795" sldId="1809"/>
            <ac:cxnSpMk id="66" creationId="{40DFCE7B-8F89-46F7-9203-097886952AB8}"/>
          </ac:cxnSpMkLst>
        </pc:cxnChg>
        <pc:cxnChg chg="mod">
          <ac:chgData name="Gellenoncourt, Kevin" userId="83ce2c6d-0bd4-4cd9-955e-dd3efc6a7d5a" providerId="ADAL" clId="{C9839D59-2972-4323-A767-4B90EFEABC06}" dt="2023-01-31T18:10:42.334" v="52430" actId="14100"/>
          <ac:cxnSpMkLst>
            <pc:docMk/>
            <pc:sldMk cId="1056175795" sldId="1809"/>
            <ac:cxnSpMk id="68" creationId="{3985C63F-8D05-4D14-83CA-C3FFBF958957}"/>
          </ac:cxnSpMkLst>
        </pc:cxnChg>
        <pc:cxnChg chg="mod">
          <ac:chgData name="Gellenoncourt, Kevin" userId="83ce2c6d-0bd4-4cd9-955e-dd3efc6a7d5a" providerId="ADAL" clId="{C9839D59-2972-4323-A767-4B90EFEABC06}" dt="2022-12-30T14:21:34.019" v="40618" actId="14100"/>
          <ac:cxnSpMkLst>
            <pc:docMk/>
            <pc:sldMk cId="1056175795" sldId="1809"/>
            <ac:cxnSpMk id="69" creationId="{14415ED0-9ECB-41DD-98B9-11E42672DF69}"/>
          </ac:cxnSpMkLst>
        </pc:cxnChg>
        <pc:cxnChg chg="mod">
          <ac:chgData name="Gellenoncourt, Kevin" userId="83ce2c6d-0bd4-4cd9-955e-dd3efc6a7d5a" providerId="ADAL" clId="{C9839D59-2972-4323-A767-4B90EFEABC06}" dt="2023-01-17T17:03:26.282" v="48165" actId="14100"/>
          <ac:cxnSpMkLst>
            <pc:docMk/>
            <pc:sldMk cId="1056175795" sldId="1809"/>
            <ac:cxnSpMk id="70" creationId="{A3CEFB2D-C8B9-4356-9B3F-044F10D976FF}"/>
          </ac:cxnSpMkLst>
        </pc:cxnChg>
        <pc:cxnChg chg="mod">
          <ac:chgData name="Gellenoncourt, Kevin" userId="83ce2c6d-0bd4-4cd9-955e-dd3efc6a7d5a" providerId="ADAL" clId="{C9839D59-2972-4323-A767-4B90EFEABC06}" dt="2023-01-31T18:12:05.225" v="52472" actId="1036"/>
          <ac:cxnSpMkLst>
            <pc:docMk/>
            <pc:sldMk cId="1056175795" sldId="1809"/>
            <ac:cxnSpMk id="73" creationId="{84E7DBD5-808B-42F7-86F6-6D7A1BDF1513}"/>
          </ac:cxnSpMkLst>
        </pc:cxnChg>
        <pc:cxnChg chg="mod">
          <ac:chgData name="Gellenoncourt, Kevin" userId="83ce2c6d-0bd4-4cd9-955e-dd3efc6a7d5a" providerId="ADAL" clId="{C9839D59-2972-4323-A767-4B90EFEABC06}" dt="2023-01-31T18:12:05.225" v="52472" actId="1036"/>
          <ac:cxnSpMkLst>
            <pc:docMk/>
            <pc:sldMk cId="1056175795" sldId="1809"/>
            <ac:cxnSpMk id="75" creationId="{42FB0472-FFAD-48A0-91FF-2532D67345DA}"/>
          </ac:cxnSpMkLst>
        </pc:cxnChg>
        <pc:cxnChg chg="mod">
          <ac:chgData name="Gellenoncourt, Kevin" userId="83ce2c6d-0bd4-4cd9-955e-dd3efc6a7d5a" providerId="ADAL" clId="{C9839D59-2972-4323-A767-4B90EFEABC06}" dt="2023-01-17T17:03:29.910" v="48166" actId="14100"/>
          <ac:cxnSpMkLst>
            <pc:docMk/>
            <pc:sldMk cId="1056175795" sldId="1809"/>
            <ac:cxnSpMk id="89" creationId="{CBC2197A-50B0-415E-AD89-8E710FBCC3B8}"/>
          </ac:cxnSpMkLst>
        </pc:cxnChg>
        <pc:cxnChg chg="mod">
          <ac:chgData name="Gellenoncourt, Kevin" userId="83ce2c6d-0bd4-4cd9-955e-dd3efc6a7d5a" providerId="ADAL" clId="{C9839D59-2972-4323-A767-4B90EFEABC06}" dt="2023-01-31T18:12:05.225" v="52472" actId="1036"/>
          <ac:cxnSpMkLst>
            <pc:docMk/>
            <pc:sldMk cId="1056175795" sldId="1809"/>
            <ac:cxnSpMk id="93" creationId="{B404CAC6-EE33-4698-8C7E-BDFCE62BAC99}"/>
          </ac:cxnSpMkLst>
        </pc:cxnChg>
        <pc:cxnChg chg="mod">
          <ac:chgData name="Gellenoncourt, Kevin" userId="83ce2c6d-0bd4-4cd9-955e-dd3efc6a7d5a" providerId="ADAL" clId="{C9839D59-2972-4323-A767-4B90EFEABC06}" dt="2022-12-30T14:22:18.233" v="40624" actId="14100"/>
          <ac:cxnSpMkLst>
            <pc:docMk/>
            <pc:sldMk cId="1056175795" sldId="1809"/>
            <ac:cxnSpMk id="101" creationId="{35740A11-6E4D-4984-AB60-8DED8FE7ACE7}"/>
          </ac:cxnSpMkLst>
        </pc:cxnChg>
        <pc:cxnChg chg="mod">
          <ac:chgData name="Gellenoncourt, Kevin" userId="83ce2c6d-0bd4-4cd9-955e-dd3efc6a7d5a" providerId="ADAL" clId="{C9839D59-2972-4323-A767-4B90EFEABC06}" dt="2023-01-17T17:01:20.758" v="48115" actId="1038"/>
          <ac:cxnSpMkLst>
            <pc:docMk/>
            <pc:sldMk cId="1056175795" sldId="1809"/>
            <ac:cxnSpMk id="103" creationId="{0176B091-64CE-4A76-A9B7-0DB8B80505C3}"/>
          </ac:cxnSpMkLst>
        </pc:cxnChg>
        <pc:cxnChg chg="mod">
          <ac:chgData name="Gellenoncourt, Kevin" userId="83ce2c6d-0bd4-4cd9-955e-dd3efc6a7d5a" providerId="ADAL" clId="{C9839D59-2972-4323-A767-4B90EFEABC06}" dt="2023-01-17T17:07:33.033" v="48303" actId="14100"/>
          <ac:cxnSpMkLst>
            <pc:docMk/>
            <pc:sldMk cId="1056175795" sldId="1809"/>
            <ac:cxnSpMk id="104" creationId="{A57CCD5D-DB86-468E-AF82-212E3B62F6E8}"/>
          </ac:cxnSpMkLst>
        </pc:cxnChg>
        <pc:cxnChg chg="mod">
          <ac:chgData name="Gellenoncourt, Kevin" userId="83ce2c6d-0bd4-4cd9-955e-dd3efc6a7d5a" providerId="ADAL" clId="{C9839D59-2972-4323-A767-4B90EFEABC06}" dt="2023-01-17T17:00:33.777" v="48103" actId="14100"/>
          <ac:cxnSpMkLst>
            <pc:docMk/>
            <pc:sldMk cId="1056175795" sldId="1809"/>
            <ac:cxnSpMk id="109" creationId="{271A16E6-D905-4011-B33F-80E1AD39F7F9}"/>
          </ac:cxnSpMkLst>
        </pc:cxnChg>
        <pc:cxnChg chg="mod">
          <ac:chgData name="Gellenoncourt, Kevin" userId="83ce2c6d-0bd4-4cd9-955e-dd3efc6a7d5a" providerId="ADAL" clId="{C9839D59-2972-4323-A767-4B90EFEABC06}" dt="2023-01-31T18:10:03.594" v="52420" actId="14100"/>
          <ac:cxnSpMkLst>
            <pc:docMk/>
            <pc:sldMk cId="1056175795" sldId="1809"/>
            <ac:cxnSpMk id="123" creationId="{D3233848-EA4F-4D02-BA4D-A8D35C5C3D22}"/>
          </ac:cxnSpMkLst>
        </pc:cxnChg>
        <pc:cxnChg chg="mod">
          <ac:chgData name="Gellenoncourt, Kevin" userId="83ce2c6d-0bd4-4cd9-955e-dd3efc6a7d5a" providerId="ADAL" clId="{C9839D59-2972-4323-A767-4B90EFEABC06}" dt="2023-01-17T17:01:26.228" v="48116" actId="14100"/>
          <ac:cxnSpMkLst>
            <pc:docMk/>
            <pc:sldMk cId="1056175795" sldId="1809"/>
            <ac:cxnSpMk id="132" creationId="{147D23D1-E0B7-4FE9-A5A9-1DD7A2525F9E}"/>
          </ac:cxnSpMkLst>
        </pc:cxnChg>
        <pc:cxnChg chg="mod">
          <ac:chgData name="Gellenoncourt, Kevin" userId="83ce2c6d-0bd4-4cd9-955e-dd3efc6a7d5a" providerId="ADAL" clId="{C9839D59-2972-4323-A767-4B90EFEABC06}" dt="2023-01-17T17:01:20.758" v="48115" actId="1038"/>
          <ac:cxnSpMkLst>
            <pc:docMk/>
            <pc:sldMk cId="1056175795" sldId="1809"/>
            <ac:cxnSpMk id="135" creationId="{74B6EE68-0448-4198-AF6E-35A79B995054}"/>
          </ac:cxnSpMkLst>
        </pc:cxnChg>
        <pc:cxnChg chg="del mod">
          <ac:chgData name="Gellenoncourt, Kevin" userId="83ce2c6d-0bd4-4cd9-955e-dd3efc6a7d5a" providerId="ADAL" clId="{C9839D59-2972-4323-A767-4B90EFEABC06}" dt="2023-01-31T18:10:11.784" v="52421" actId="478"/>
          <ac:cxnSpMkLst>
            <pc:docMk/>
            <pc:sldMk cId="1056175795" sldId="1809"/>
            <ac:cxnSpMk id="164" creationId="{F6837810-CD4D-43D9-BA54-3FD8D7E5088C}"/>
          </ac:cxnSpMkLst>
        </pc:cxnChg>
      </pc:sldChg>
      <pc:sldChg chg="addSp delSp modSp new del mod ord">
        <pc:chgData name="Gellenoncourt, Kevin" userId="83ce2c6d-0bd4-4cd9-955e-dd3efc6a7d5a" providerId="ADAL" clId="{C9839D59-2972-4323-A767-4B90EFEABC06}" dt="2022-12-22T15:06:26.060" v="39854" actId="47"/>
        <pc:sldMkLst>
          <pc:docMk/>
          <pc:sldMk cId="3546345416" sldId="1809"/>
        </pc:sldMkLst>
        <pc:spChg chg="del mod">
          <ac:chgData name="Gellenoncourt, Kevin" userId="83ce2c6d-0bd4-4cd9-955e-dd3efc6a7d5a" providerId="ADAL" clId="{C9839D59-2972-4323-A767-4B90EFEABC06}" dt="2022-12-09T10:45:28.304" v="22947" actId="21"/>
          <ac:spMkLst>
            <pc:docMk/>
            <pc:sldMk cId="3546345416" sldId="1809"/>
            <ac:spMk id="3" creationId="{BBE92C61-D1A3-4558-8B5E-A67E0831136A}"/>
          </ac:spMkLst>
        </pc:spChg>
        <pc:spChg chg="mod">
          <ac:chgData name="Gellenoncourt, Kevin" userId="83ce2c6d-0bd4-4cd9-955e-dd3efc6a7d5a" providerId="ADAL" clId="{C9839D59-2972-4323-A767-4B90EFEABC06}" dt="2022-12-07T14:47:29.248" v="20701" actId="20577"/>
          <ac:spMkLst>
            <pc:docMk/>
            <pc:sldMk cId="3546345416" sldId="1809"/>
            <ac:spMk id="4" creationId="{AC2A04AD-CFDC-4A62-AF68-343A6532FB0A}"/>
          </ac:spMkLst>
        </pc:spChg>
        <pc:spChg chg="del mod ord">
          <ac:chgData name="Gellenoncourt, Kevin" userId="83ce2c6d-0bd4-4cd9-955e-dd3efc6a7d5a" providerId="ADAL" clId="{C9839D59-2972-4323-A767-4B90EFEABC06}" dt="2022-12-09T10:45:28.304" v="22947" actId="21"/>
          <ac:spMkLst>
            <pc:docMk/>
            <pc:sldMk cId="3546345416" sldId="1809"/>
            <ac:spMk id="5" creationId="{8CBB8BB4-78A4-4DEF-A4E2-768A82CEE0AE}"/>
          </ac:spMkLst>
        </pc:spChg>
        <pc:spChg chg="add del mod">
          <ac:chgData name="Gellenoncourt, Kevin" userId="83ce2c6d-0bd4-4cd9-955e-dd3efc6a7d5a" providerId="ADAL" clId="{C9839D59-2972-4323-A767-4B90EFEABC06}" dt="2022-12-14T10:39:10.243" v="29977" actId="478"/>
          <ac:spMkLst>
            <pc:docMk/>
            <pc:sldMk cId="3546345416" sldId="1809"/>
            <ac:spMk id="5" creationId="{A4D4C3F2-9C4F-49D7-B196-416335FD0001}"/>
          </ac:spMkLst>
        </pc:spChg>
        <pc:spChg chg="mod">
          <ac:chgData name="Gellenoncourt, Kevin" userId="83ce2c6d-0bd4-4cd9-955e-dd3efc6a7d5a" providerId="ADAL" clId="{C9839D59-2972-4323-A767-4B90EFEABC06}" dt="2022-12-15T10:36:27.122" v="34103" actId="20577"/>
          <ac:spMkLst>
            <pc:docMk/>
            <pc:sldMk cId="3546345416" sldId="1809"/>
            <ac:spMk id="6" creationId="{EECE2E09-A1A0-4D89-B33B-3BCD28FDBD45}"/>
          </ac:spMkLst>
        </pc:spChg>
        <pc:spChg chg="add del mod">
          <ac:chgData name="Gellenoncourt, Kevin" userId="83ce2c6d-0bd4-4cd9-955e-dd3efc6a7d5a" providerId="ADAL" clId="{C9839D59-2972-4323-A767-4B90EFEABC06}" dt="2022-12-09T10:45:28.304" v="22947" actId="21"/>
          <ac:spMkLst>
            <pc:docMk/>
            <pc:sldMk cId="3546345416" sldId="1809"/>
            <ac:spMk id="8" creationId="{2262C59B-47C6-4CD0-91DB-484B166B8A5B}"/>
          </ac:spMkLst>
        </pc:spChg>
        <pc:spChg chg="add del mod">
          <ac:chgData name="Gellenoncourt, Kevin" userId="83ce2c6d-0bd4-4cd9-955e-dd3efc6a7d5a" providerId="ADAL" clId="{C9839D59-2972-4323-A767-4B90EFEABC06}" dt="2022-12-15T10:28:16.820" v="33654" actId="478"/>
          <ac:spMkLst>
            <pc:docMk/>
            <pc:sldMk cId="3546345416" sldId="1809"/>
            <ac:spMk id="9" creationId="{CE7F77DF-8A83-4D82-AA52-33A9C3FF77C2}"/>
          </ac:spMkLst>
        </pc:spChg>
        <pc:spChg chg="add del mod">
          <ac:chgData name="Gellenoncourt, Kevin" userId="83ce2c6d-0bd4-4cd9-955e-dd3efc6a7d5a" providerId="ADAL" clId="{C9839D59-2972-4323-A767-4B90EFEABC06}" dt="2022-12-09T10:46:00.221" v="22958" actId="478"/>
          <ac:spMkLst>
            <pc:docMk/>
            <pc:sldMk cId="3546345416" sldId="1809"/>
            <ac:spMk id="11" creationId="{E34E1EAF-D16C-4AAC-A24F-1F48676B0DF9}"/>
          </ac:spMkLst>
        </pc:spChg>
        <pc:spChg chg="add del mod">
          <ac:chgData name="Gellenoncourt, Kevin" userId="83ce2c6d-0bd4-4cd9-955e-dd3efc6a7d5a" providerId="ADAL" clId="{C9839D59-2972-4323-A767-4B90EFEABC06}" dt="2022-12-15T10:24:18.864" v="33598" actId="21"/>
          <ac:spMkLst>
            <pc:docMk/>
            <pc:sldMk cId="3546345416" sldId="1809"/>
            <ac:spMk id="13" creationId="{275F3264-D46B-4F14-B155-56A4045A8CEA}"/>
          </ac:spMkLst>
        </pc:spChg>
        <pc:spChg chg="add del mod">
          <ac:chgData name="Gellenoncourt, Kevin" userId="83ce2c6d-0bd4-4cd9-955e-dd3efc6a7d5a" providerId="ADAL" clId="{C9839D59-2972-4323-A767-4B90EFEABC06}" dt="2022-12-09T10:45:31.268" v="22948" actId="478"/>
          <ac:spMkLst>
            <pc:docMk/>
            <pc:sldMk cId="3546345416" sldId="1809"/>
            <ac:spMk id="13" creationId="{8A55833D-4325-43D5-BFE9-1F31C8511C69}"/>
          </ac:spMkLst>
        </pc:spChg>
        <pc:spChg chg="add del mod">
          <ac:chgData name="Gellenoncourt, Kevin" userId="83ce2c6d-0bd4-4cd9-955e-dd3efc6a7d5a" providerId="ADAL" clId="{C9839D59-2972-4323-A767-4B90EFEABC06}" dt="2022-12-14T10:39:06.735" v="29976" actId="478"/>
          <ac:spMkLst>
            <pc:docMk/>
            <pc:sldMk cId="3546345416" sldId="1809"/>
            <ac:spMk id="14" creationId="{3C574181-9863-4CB3-88AD-4F27DE55EB7A}"/>
          </ac:spMkLst>
        </pc:spChg>
        <pc:spChg chg="add del mod">
          <ac:chgData name="Gellenoncourt, Kevin" userId="83ce2c6d-0bd4-4cd9-955e-dd3efc6a7d5a" providerId="ADAL" clId="{C9839D59-2972-4323-A767-4B90EFEABC06}" dt="2022-12-14T10:39:06.735" v="29976" actId="478"/>
          <ac:spMkLst>
            <pc:docMk/>
            <pc:sldMk cId="3546345416" sldId="1809"/>
            <ac:spMk id="15" creationId="{049F1FB1-4E6E-4B37-93A9-6C01DE3108AA}"/>
          </ac:spMkLst>
        </pc:spChg>
        <pc:spChg chg="add del mod">
          <ac:chgData name="Gellenoncourt, Kevin" userId="83ce2c6d-0bd4-4cd9-955e-dd3efc6a7d5a" providerId="ADAL" clId="{C9839D59-2972-4323-A767-4B90EFEABC06}" dt="2022-12-14T10:39:06.735" v="29976" actId="478"/>
          <ac:spMkLst>
            <pc:docMk/>
            <pc:sldMk cId="3546345416" sldId="1809"/>
            <ac:spMk id="16" creationId="{CAAFF852-FA25-40CB-8D31-FE7B7E2C6663}"/>
          </ac:spMkLst>
        </pc:spChg>
        <pc:graphicFrameChg chg="add mod modGraphic">
          <ac:chgData name="Gellenoncourt, Kevin" userId="83ce2c6d-0bd4-4cd9-955e-dd3efc6a7d5a" providerId="ADAL" clId="{C9839D59-2972-4323-A767-4B90EFEABC06}" dt="2022-12-16T13:43:54.558" v="36712" actId="20577"/>
          <ac:graphicFrameMkLst>
            <pc:docMk/>
            <pc:sldMk cId="3546345416" sldId="1809"/>
            <ac:graphicFrameMk id="12" creationId="{3194A06A-B566-4351-A67A-1D9A5A79C3C5}"/>
          </ac:graphicFrameMkLst>
        </pc:graphicFrameChg>
      </pc:sldChg>
      <pc:sldChg chg="new del">
        <pc:chgData name="Gellenoncourt, Kevin" userId="83ce2c6d-0bd4-4cd9-955e-dd3efc6a7d5a" providerId="ADAL" clId="{C9839D59-2972-4323-A767-4B90EFEABC06}" dt="2022-12-09T14:49:43.692" v="24835" actId="47"/>
        <pc:sldMkLst>
          <pc:docMk/>
          <pc:sldMk cId="1362785134" sldId="1810"/>
        </pc:sldMkLst>
      </pc:sldChg>
      <pc:sldChg chg="modSp add del mod">
        <pc:chgData name="Gellenoncourt, Kevin" userId="83ce2c6d-0bd4-4cd9-955e-dd3efc6a7d5a" providerId="ADAL" clId="{C9839D59-2972-4323-A767-4B90EFEABC06}" dt="2022-12-12T11:07:33.195" v="26298" actId="47"/>
        <pc:sldMkLst>
          <pc:docMk/>
          <pc:sldMk cId="3006197277" sldId="1810"/>
        </pc:sldMkLst>
        <pc:spChg chg="mod">
          <ac:chgData name="Gellenoncourt, Kevin" userId="83ce2c6d-0bd4-4cd9-955e-dd3efc6a7d5a" providerId="ADAL" clId="{C9839D59-2972-4323-A767-4B90EFEABC06}" dt="2022-12-12T11:05:09.901" v="26274" actId="20577"/>
          <ac:spMkLst>
            <pc:docMk/>
            <pc:sldMk cId="3006197277" sldId="1810"/>
            <ac:spMk id="2" creationId="{152C8F2F-E00A-4EE0-B902-26D18F08FADE}"/>
          </ac:spMkLst>
        </pc:spChg>
        <pc:spChg chg="mod">
          <ac:chgData name="Gellenoncourt, Kevin" userId="83ce2c6d-0bd4-4cd9-955e-dd3efc6a7d5a" providerId="ADAL" clId="{C9839D59-2972-4323-A767-4B90EFEABC06}" dt="2022-12-12T11:04:23.461" v="26244" actId="20577"/>
          <ac:spMkLst>
            <pc:docMk/>
            <pc:sldMk cId="3006197277" sldId="1810"/>
            <ac:spMk id="6" creationId="{11C06DBF-6CF0-4553-A788-E7C24E15097A}"/>
          </ac:spMkLst>
        </pc:spChg>
      </pc:sldChg>
      <pc:sldChg chg="modSp add del mod">
        <pc:chgData name="Gellenoncourt, Kevin" userId="83ce2c6d-0bd4-4cd9-955e-dd3efc6a7d5a" providerId="ADAL" clId="{C9839D59-2972-4323-A767-4B90EFEABC06}" dt="2022-12-07T15:10:35.280" v="21080" actId="2696"/>
        <pc:sldMkLst>
          <pc:docMk/>
          <pc:sldMk cId="3035140714" sldId="1810"/>
        </pc:sldMkLst>
        <pc:spChg chg="mod">
          <ac:chgData name="Gellenoncourt, Kevin" userId="83ce2c6d-0bd4-4cd9-955e-dd3efc6a7d5a" providerId="ADAL" clId="{C9839D59-2972-4323-A767-4B90EFEABC06}" dt="2022-12-07T15:08:53.300" v="21020" actId="20577"/>
          <ac:spMkLst>
            <pc:docMk/>
            <pc:sldMk cId="3035140714" sldId="1810"/>
            <ac:spMk id="2" creationId="{5313D9C0-088A-4DAD-9584-C3127275C4FA}"/>
          </ac:spMkLst>
        </pc:spChg>
        <pc:spChg chg="mod">
          <ac:chgData name="Gellenoncourt, Kevin" userId="83ce2c6d-0bd4-4cd9-955e-dd3efc6a7d5a" providerId="ADAL" clId="{C9839D59-2972-4323-A767-4B90EFEABC06}" dt="2022-12-07T15:10:15.951" v="21076" actId="20577"/>
          <ac:spMkLst>
            <pc:docMk/>
            <pc:sldMk cId="3035140714" sldId="1810"/>
            <ac:spMk id="4" creationId="{1812B481-79D5-497B-9047-70E2D96278B1}"/>
          </ac:spMkLst>
        </pc:spChg>
      </pc:sldChg>
      <pc:sldChg chg="addSp delSp modSp new del mod">
        <pc:chgData name="Gellenoncourt, Kevin" userId="83ce2c6d-0bd4-4cd9-955e-dd3efc6a7d5a" providerId="ADAL" clId="{C9839D59-2972-4323-A767-4B90EFEABC06}" dt="2022-12-09T14:59:30.775" v="24881" actId="47"/>
        <pc:sldMkLst>
          <pc:docMk/>
          <pc:sldMk cId="3772741973" sldId="1810"/>
        </pc:sldMkLst>
        <pc:spChg chg="mod">
          <ac:chgData name="Gellenoncourt, Kevin" userId="83ce2c6d-0bd4-4cd9-955e-dd3efc6a7d5a" providerId="ADAL" clId="{C9839D59-2972-4323-A767-4B90EFEABC06}" dt="2022-12-09T14:58:55.346" v="24865" actId="20577"/>
          <ac:spMkLst>
            <pc:docMk/>
            <pc:sldMk cId="3772741973" sldId="1810"/>
            <ac:spMk id="2" creationId="{D8BC1FCA-8811-4F64-B3EB-71C01BA7BCE3}"/>
          </ac:spMkLst>
        </pc:spChg>
        <pc:spChg chg="mod">
          <ac:chgData name="Gellenoncourt, Kevin" userId="83ce2c6d-0bd4-4cd9-955e-dd3efc6a7d5a" providerId="ADAL" clId="{C9839D59-2972-4323-A767-4B90EFEABC06}" dt="2022-12-09T14:59:00.068" v="24873" actId="20577"/>
          <ac:spMkLst>
            <pc:docMk/>
            <pc:sldMk cId="3772741973" sldId="1810"/>
            <ac:spMk id="3" creationId="{C4983204-90B6-4A2F-9E54-43B32492BD5B}"/>
          </ac:spMkLst>
        </pc:spChg>
        <pc:spChg chg="del">
          <ac:chgData name="Gellenoncourt, Kevin" userId="83ce2c6d-0bd4-4cd9-955e-dd3efc6a7d5a" providerId="ADAL" clId="{C9839D59-2972-4323-A767-4B90EFEABC06}" dt="2022-12-09T14:59:06.945" v="24874" actId="478"/>
          <ac:spMkLst>
            <pc:docMk/>
            <pc:sldMk cId="3772741973" sldId="1810"/>
            <ac:spMk id="4" creationId="{B4575DF7-D84B-459D-B105-43D67CE19940}"/>
          </ac:spMkLst>
        </pc:spChg>
        <pc:picChg chg="add del mod">
          <ac:chgData name="Gellenoncourt, Kevin" userId="83ce2c6d-0bd4-4cd9-955e-dd3efc6a7d5a" providerId="ADAL" clId="{C9839D59-2972-4323-A767-4B90EFEABC06}" dt="2022-12-09T14:59:28.338" v="24880" actId="478"/>
          <ac:picMkLst>
            <pc:docMk/>
            <pc:sldMk cId="3772741973" sldId="1810"/>
            <ac:picMk id="8" creationId="{1EBD0738-5182-4DBF-BECC-0CB0EBA3A809}"/>
          </ac:picMkLst>
        </pc:picChg>
      </pc:sldChg>
      <pc:sldChg chg="addSp delSp modSp add del mod ord">
        <pc:chgData name="Gellenoncourt, Kevin" userId="83ce2c6d-0bd4-4cd9-955e-dd3efc6a7d5a" providerId="ADAL" clId="{C9839D59-2972-4323-A767-4B90EFEABC06}" dt="2022-12-13T08:54:32.427" v="28052" actId="2696"/>
        <pc:sldMkLst>
          <pc:docMk/>
          <pc:sldMk cId="1003077873" sldId="1811"/>
        </pc:sldMkLst>
        <pc:spChg chg="mod">
          <ac:chgData name="Gellenoncourt, Kevin" userId="83ce2c6d-0bd4-4cd9-955e-dd3efc6a7d5a" providerId="ADAL" clId="{C9839D59-2972-4323-A767-4B90EFEABC06}" dt="2022-12-12T11:08:24.624" v="26332" actId="20577"/>
          <ac:spMkLst>
            <pc:docMk/>
            <pc:sldMk cId="1003077873" sldId="1811"/>
            <ac:spMk id="2" creationId="{152C8F2F-E00A-4EE0-B902-26D18F08FADE}"/>
          </ac:spMkLst>
        </pc:spChg>
        <pc:spChg chg="mod">
          <ac:chgData name="Gellenoncourt, Kevin" userId="83ce2c6d-0bd4-4cd9-955e-dd3efc6a7d5a" providerId="ADAL" clId="{C9839D59-2972-4323-A767-4B90EFEABC06}" dt="2022-12-12T11:09:54.575" v="26353" actId="1076"/>
          <ac:spMkLst>
            <pc:docMk/>
            <pc:sldMk cId="1003077873" sldId="1811"/>
            <ac:spMk id="9" creationId="{101E0D61-ED85-4552-91B8-4D31EB4CD5E0}"/>
          </ac:spMkLst>
        </pc:spChg>
        <pc:spChg chg="mod">
          <ac:chgData name="Gellenoncourt, Kevin" userId="83ce2c6d-0bd4-4cd9-955e-dd3efc6a7d5a" providerId="ADAL" clId="{C9839D59-2972-4323-A767-4B90EFEABC06}" dt="2022-12-12T11:07:40.600" v="26300" actId="14100"/>
          <ac:spMkLst>
            <pc:docMk/>
            <pc:sldMk cId="1003077873" sldId="1811"/>
            <ac:spMk id="12" creationId="{7AF3C731-95EE-40ED-9B25-1E121D006C9A}"/>
          </ac:spMkLst>
        </pc:spChg>
        <pc:spChg chg="mod">
          <ac:chgData name="Gellenoncourt, Kevin" userId="83ce2c6d-0bd4-4cd9-955e-dd3efc6a7d5a" providerId="ADAL" clId="{C9839D59-2972-4323-A767-4B90EFEABC06}" dt="2022-12-13T08:51:23.791" v="28016" actId="21"/>
          <ac:spMkLst>
            <pc:docMk/>
            <pc:sldMk cId="1003077873" sldId="1811"/>
            <ac:spMk id="13" creationId="{FE2A4178-C52B-492F-83BB-B3EFB6A5B1A7}"/>
          </ac:spMkLst>
        </pc:spChg>
        <pc:spChg chg="mod">
          <ac:chgData name="Gellenoncourt, Kevin" userId="83ce2c6d-0bd4-4cd9-955e-dd3efc6a7d5a" providerId="ADAL" clId="{C9839D59-2972-4323-A767-4B90EFEABC06}" dt="2022-12-12T15:34:37.127" v="27351" actId="14100"/>
          <ac:spMkLst>
            <pc:docMk/>
            <pc:sldMk cId="1003077873" sldId="1811"/>
            <ac:spMk id="14" creationId="{566D1CD7-2AEB-4B53-858D-E33EAE41FD21}"/>
          </ac:spMkLst>
        </pc:spChg>
        <pc:spChg chg="mod">
          <ac:chgData name="Gellenoncourt, Kevin" userId="83ce2c6d-0bd4-4cd9-955e-dd3efc6a7d5a" providerId="ADAL" clId="{C9839D59-2972-4323-A767-4B90EFEABC06}" dt="2022-12-12T11:10:01.911" v="26356" actId="1076"/>
          <ac:spMkLst>
            <pc:docMk/>
            <pc:sldMk cId="1003077873" sldId="1811"/>
            <ac:spMk id="15" creationId="{556A0F2D-656C-469F-9CDF-18CC8625ABF6}"/>
          </ac:spMkLst>
        </pc:spChg>
        <pc:spChg chg="del">
          <ac:chgData name="Gellenoncourt, Kevin" userId="83ce2c6d-0bd4-4cd9-955e-dd3efc6a7d5a" providerId="ADAL" clId="{C9839D59-2972-4323-A767-4B90EFEABC06}" dt="2022-12-12T11:07:15.889" v="26295" actId="478"/>
          <ac:spMkLst>
            <pc:docMk/>
            <pc:sldMk cId="1003077873" sldId="1811"/>
            <ac:spMk id="16" creationId="{C531826D-C741-4B7E-8598-A0A8625F67C1}"/>
          </ac:spMkLst>
        </pc:spChg>
        <pc:spChg chg="add mod">
          <ac:chgData name="Gellenoncourt, Kevin" userId="83ce2c6d-0bd4-4cd9-955e-dd3efc6a7d5a" providerId="ADAL" clId="{C9839D59-2972-4323-A767-4B90EFEABC06}" dt="2022-12-12T11:10:21.122" v="26361" actId="1076"/>
          <ac:spMkLst>
            <pc:docMk/>
            <pc:sldMk cId="1003077873" sldId="1811"/>
            <ac:spMk id="17" creationId="{262C8136-6A51-4BCC-BC15-D0606D785514}"/>
          </ac:spMkLst>
        </pc:spChg>
        <pc:spChg chg="add mod">
          <ac:chgData name="Gellenoncourt, Kevin" userId="83ce2c6d-0bd4-4cd9-955e-dd3efc6a7d5a" providerId="ADAL" clId="{C9839D59-2972-4323-A767-4B90EFEABC06}" dt="2022-12-12T11:10:21.122" v="26361" actId="1076"/>
          <ac:spMkLst>
            <pc:docMk/>
            <pc:sldMk cId="1003077873" sldId="1811"/>
            <ac:spMk id="18" creationId="{645762A4-33DC-44DF-9B15-4A5502036F4A}"/>
          </ac:spMkLst>
        </pc:spChg>
        <pc:spChg chg="add mod">
          <ac:chgData name="Gellenoncourt, Kevin" userId="83ce2c6d-0bd4-4cd9-955e-dd3efc6a7d5a" providerId="ADAL" clId="{C9839D59-2972-4323-A767-4B90EFEABC06}" dt="2022-12-12T15:34:06.251" v="27350" actId="108"/>
          <ac:spMkLst>
            <pc:docMk/>
            <pc:sldMk cId="1003077873" sldId="1811"/>
            <ac:spMk id="19" creationId="{E9628947-4CE8-416C-B63E-A6BCEB5FD49D}"/>
          </ac:spMkLst>
        </pc:spChg>
        <pc:spChg chg="add mod">
          <ac:chgData name="Gellenoncourt, Kevin" userId="83ce2c6d-0bd4-4cd9-955e-dd3efc6a7d5a" providerId="ADAL" clId="{C9839D59-2972-4323-A767-4B90EFEABC06}" dt="2022-12-12T11:10:21.122" v="26361" actId="1076"/>
          <ac:spMkLst>
            <pc:docMk/>
            <pc:sldMk cId="1003077873" sldId="1811"/>
            <ac:spMk id="20" creationId="{54B4CDE6-D940-4BC4-8762-1B2C40659AB6}"/>
          </ac:spMkLst>
        </pc:spChg>
        <pc:spChg chg="add mod">
          <ac:chgData name="Gellenoncourt, Kevin" userId="83ce2c6d-0bd4-4cd9-955e-dd3efc6a7d5a" providerId="ADAL" clId="{C9839D59-2972-4323-A767-4B90EFEABC06}" dt="2022-12-12T12:10:22.815" v="26733" actId="14100"/>
          <ac:spMkLst>
            <pc:docMk/>
            <pc:sldMk cId="1003077873" sldId="1811"/>
            <ac:spMk id="21" creationId="{3E0A520B-6833-4B38-8ECA-8BD2CA72ABCA}"/>
          </ac:spMkLst>
        </pc:spChg>
        <pc:spChg chg="add mod">
          <ac:chgData name="Gellenoncourt, Kevin" userId="83ce2c6d-0bd4-4cd9-955e-dd3efc6a7d5a" providerId="ADAL" clId="{C9839D59-2972-4323-A767-4B90EFEABC06}" dt="2022-12-13T08:37:43.258" v="27771" actId="20577"/>
          <ac:spMkLst>
            <pc:docMk/>
            <pc:sldMk cId="1003077873" sldId="1811"/>
            <ac:spMk id="22" creationId="{A6129CDB-C398-4AF2-AB6E-792A24A9049D}"/>
          </ac:spMkLst>
        </pc:spChg>
        <pc:spChg chg="add del mod">
          <ac:chgData name="Gellenoncourt, Kevin" userId="83ce2c6d-0bd4-4cd9-955e-dd3efc6a7d5a" providerId="ADAL" clId="{C9839D59-2972-4323-A767-4B90EFEABC06}" dt="2022-12-13T08:54:29.117" v="28051" actId="21"/>
          <ac:spMkLst>
            <pc:docMk/>
            <pc:sldMk cId="1003077873" sldId="1811"/>
            <ac:spMk id="23" creationId="{7F464BDE-DD2B-46C5-A538-2D05EC6FBAFB}"/>
          </ac:spMkLst>
        </pc:spChg>
      </pc:sldChg>
      <pc:sldChg chg="modSp new del mod">
        <pc:chgData name="Gellenoncourt, Kevin" userId="83ce2c6d-0bd4-4cd9-955e-dd3efc6a7d5a" providerId="ADAL" clId="{C9839D59-2972-4323-A767-4B90EFEABC06}" dt="2022-12-07T17:15:41.278" v="21772" actId="2696"/>
        <pc:sldMkLst>
          <pc:docMk/>
          <pc:sldMk cId="2076631937" sldId="1811"/>
        </pc:sldMkLst>
        <pc:spChg chg="mod">
          <ac:chgData name="Gellenoncourt, Kevin" userId="83ce2c6d-0bd4-4cd9-955e-dd3efc6a7d5a" providerId="ADAL" clId="{C9839D59-2972-4323-A767-4B90EFEABC06}" dt="2022-12-07T15:10:19.796" v="21077"/>
          <ac:spMkLst>
            <pc:docMk/>
            <pc:sldMk cId="2076631937" sldId="1811"/>
            <ac:spMk id="3" creationId="{7CC1ADFE-DED7-46C7-AD6D-BC92A542CD18}"/>
          </ac:spMkLst>
        </pc:spChg>
        <pc:spChg chg="mod">
          <ac:chgData name="Gellenoncourt, Kevin" userId="83ce2c6d-0bd4-4cd9-955e-dd3efc6a7d5a" providerId="ADAL" clId="{C9839D59-2972-4323-A767-4B90EFEABC06}" dt="2022-12-07T15:10:31.501" v="21079"/>
          <ac:spMkLst>
            <pc:docMk/>
            <pc:sldMk cId="2076631937" sldId="1811"/>
            <ac:spMk id="5" creationId="{9C0BB26A-942E-4213-BD61-69F2EB1CE63F}"/>
          </ac:spMkLst>
        </pc:spChg>
        <pc:spChg chg="mod">
          <ac:chgData name="Gellenoncourt, Kevin" userId="83ce2c6d-0bd4-4cd9-955e-dd3efc6a7d5a" providerId="ADAL" clId="{C9839D59-2972-4323-A767-4B90EFEABC06}" dt="2022-12-07T15:10:25.424" v="21078"/>
          <ac:spMkLst>
            <pc:docMk/>
            <pc:sldMk cId="2076631937" sldId="1811"/>
            <ac:spMk id="8" creationId="{65701A97-1017-4592-A191-02885ED6A29B}"/>
          </ac:spMkLst>
        </pc:spChg>
      </pc:sldChg>
      <pc:sldChg chg="addSp delSp modSp add mod ord addCm delCm modCm">
        <pc:chgData name="Gellenoncourt, Kevin" userId="83ce2c6d-0bd4-4cd9-955e-dd3efc6a7d5a" providerId="ADAL" clId="{C9839D59-2972-4323-A767-4B90EFEABC06}" dt="2023-02-13T08:19:22.890" v="54693" actId="20577"/>
        <pc:sldMkLst>
          <pc:docMk/>
          <pc:sldMk cId="3846357991" sldId="1812"/>
        </pc:sldMkLst>
        <pc:spChg chg="mod">
          <ac:chgData name="Gellenoncourt, Kevin" userId="83ce2c6d-0bd4-4cd9-955e-dd3efc6a7d5a" providerId="ADAL" clId="{C9839D59-2972-4323-A767-4B90EFEABC06}" dt="2023-02-13T08:19:16.234" v="54691" actId="20577"/>
          <ac:spMkLst>
            <pc:docMk/>
            <pc:sldMk cId="3846357991" sldId="1812"/>
            <ac:spMk id="2" creationId="{5A7A24E1-B745-4C30-8722-068E5EE04E88}"/>
          </ac:spMkLst>
        </pc:spChg>
        <pc:spChg chg="add mod">
          <ac:chgData name="Gellenoncourt, Kevin" userId="83ce2c6d-0bd4-4cd9-955e-dd3efc6a7d5a" providerId="ADAL" clId="{C9839D59-2972-4323-A767-4B90EFEABC06}" dt="2023-02-13T08:19:22.890" v="54693" actId="20577"/>
          <ac:spMkLst>
            <pc:docMk/>
            <pc:sldMk cId="3846357991" sldId="1812"/>
            <ac:spMk id="3" creationId="{5F33B186-0A48-3F63-044F-25F4FC468C24}"/>
          </ac:spMkLst>
        </pc:spChg>
        <pc:spChg chg="add mod">
          <ac:chgData name="Gellenoncourt, Kevin" userId="83ce2c6d-0bd4-4cd9-955e-dd3efc6a7d5a" providerId="ADAL" clId="{C9839D59-2972-4323-A767-4B90EFEABC06}" dt="2023-02-01T11:04:49.712" v="52819" actId="14100"/>
          <ac:spMkLst>
            <pc:docMk/>
            <pc:sldMk cId="3846357991" sldId="1812"/>
            <ac:spMk id="4" creationId="{3976FD7E-BDAD-4918-B11F-4B42E56D7DBD}"/>
          </ac:spMkLst>
        </pc:spChg>
        <pc:spChg chg="mod">
          <ac:chgData name="Gellenoncourt, Kevin" userId="83ce2c6d-0bd4-4cd9-955e-dd3efc6a7d5a" providerId="ADAL" clId="{C9839D59-2972-4323-A767-4B90EFEABC06}" dt="2023-02-01T10:45:08.490" v="52542" actId="20577"/>
          <ac:spMkLst>
            <pc:docMk/>
            <pc:sldMk cId="3846357991" sldId="1812"/>
            <ac:spMk id="7" creationId="{1E635D63-9261-445C-926E-D41E81DA87D2}"/>
          </ac:spMkLst>
        </pc:spChg>
        <pc:spChg chg="del mod">
          <ac:chgData name="Gellenoncourt, Kevin" userId="83ce2c6d-0bd4-4cd9-955e-dd3efc6a7d5a" providerId="ADAL" clId="{C9839D59-2972-4323-A767-4B90EFEABC06}" dt="2022-12-21T15:13:18" v="37669" actId="21"/>
          <ac:spMkLst>
            <pc:docMk/>
            <pc:sldMk cId="3846357991" sldId="1812"/>
            <ac:spMk id="8" creationId="{17E636A2-5D0D-4652-B2F6-0C2FE088B3DC}"/>
          </ac:spMkLst>
        </pc:spChg>
        <pc:spChg chg="add mod">
          <ac:chgData name="Gellenoncourt, Kevin" userId="83ce2c6d-0bd4-4cd9-955e-dd3efc6a7d5a" providerId="ADAL" clId="{C9839D59-2972-4323-A767-4B90EFEABC06}" dt="2023-02-01T10:59:56.029" v="52742" actId="20577"/>
          <ac:spMkLst>
            <pc:docMk/>
            <pc:sldMk cId="3846357991" sldId="1812"/>
            <ac:spMk id="8" creationId="{F0211C0A-9588-F39B-5E54-29F4E000D518}"/>
          </ac:spMkLst>
        </pc:spChg>
        <pc:spChg chg="add mod">
          <ac:chgData name="Gellenoncourt, Kevin" userId="83ce2c6d-0bd4-4cd9-955e-dd3efc6a7d5a" providerId="ADAL" clId="{C9839D59-2972-4323-A767-4B90EFEABC06}" dt="2023-02-01T10:59:40.441" v="52727" actId="1076"/>
          <ac:spMkLst>
            <pc:docMk/>
            <pc:sldMk cId="3846357991" sldId="1812"/>
            <ac:spMk id="9" creationId="{5957A463-C271-B868-84B0-0ABB178F5845}"/>
          </ac:spMkLst>
        </pc:spChg>
        <pc:spChg chg="add del mod">
          <ac:chgData name="Gellenoncourt, Kevin" userId="83ce2c6d-0bd4-4cd9-955e-dd3efc6a7d5a" providerId="ADAL" clId="{C9839D59-2972-4323-A767-4B90EFEABC06}" dt="2023-02-01T10:58:11.814" v="52715" actId="478"/>
          <ac:spMkLst>
            <pc:docMk/>
            <pc:sldMk cId="3846357991" sldId="1812"/>
            <ac:spMk id="10" creationId="{C7B23976-DA4F-4F56-A1C5-E22A55CA1424}"/>
          </ac:spMkLst>
        </pc:spChg>
        <pc:spChg chg="del mod ord">
          <ac:chgData name="Gellenoncourt, Kevin" userId="83ce2c6d-0bd4-4cd9-955e-dd3efc6a7d5a" providerId="ADAL" clId="{C9839D59-2972-4323-A767-4B90EFEABC06}" dt="2023-01-03T08:37:51.372" v="41963" actId="478"/>
          <ac:spMkLst>
            <pc:docMk/>
            <pc:sldMk cId="3846357991" sldId="1812"/>
            <ac:spMk id="11" creationId="{2F8E0A17-44E9-45B7-BA29-A6DCAA08F18F}"/>
          </ac:spMkLst>
        </pc:spChg>
        <pc:spChg chg="add del mod">
          <ac:chgData name="Gellenoncourt, Kevin" userId="83ce2c6d-0bd4-4cd9-955e-dd3efc6a7d5a" providerId="ADAL" clId="{C9839D59-2972-4323-A767-4B90EFEABC06}" dt="2023-02-01T10:59:21.512" v="52723" actId="21"/>
          <ac:spMkLst>
            <pc:docMk/>
            <pc:sldMk cId="3846357991" sldId="1812"/>
            <ac:spMk id="11" creationId="{CAD747C8-974F-4622-A444-1CEEFF919597}"/>
          </ac:spMkLst>
        </pc:spChg>
        <pc:spChg chg="add del mod">
          <ac:chgData name="Gellenoncourt, Kevin" userId="83ce2c6d-0bd4-4cd9-955e-dd3efc6a7d5a" providerId="ADAL" clId="{C9839D59-2972-4323-A767-4B90EFEABC06}" dt="2023-02-01T10:59:21.512" v="52723" actId="21"/>
          <ac:spMkLst>
            <pc:docMk/>
            <pc:sldMk cId="3846357991" sldId="1812"/>
            <ac:spMk id="12" creationId="{11EE727E-2EA7-4E55-85AE-37A316FF617E}"/>
          </ac:spMkLst>
        </pc:spChg>
        <pc:spChg chg="del mod">
          <ac:chgData name="Gellenoncourt, Kevin" userId="83ce2c6d-0bd4-4cd9-955e-dd3efc6a7d5a" providerId="ADAL" clId="{C9839D59-2972-4323-A767-4B90EFEABC06}" dt="2023-01-03T08:37:51.372" v="41963" actId="478"/>
          <ac:spMkLst>
            <pc:docMk/>
            <pc:sldMk cId="3846357991" sldId="1812"/>
            <ac:spMk id="12" creationId="{64ECD094-0BAB-404B-ADBE-CE9D0FC9EDE5}"/>
          </ac:spMkLst>
        </pc:spChg>
        <pc:spChg chg="del mod">
          <ac:chgData name="Gellenoncourt, Kevin" userId="83ce2c6d-0bd4-4cd9-955e-dd3efc6a7d5a" providerId="ADAL" clId="{C9839D59-2972-4323-A767-4B90EFEABC06}" dt="2023-01-03T08:37:51.372" v="41963" actId="478"/>
          <ac:spMkLst>
            <pc:docMk/>
            <pc:sldMk cId="3846357991" sldId="1812"/>
            <ac:spMk id="13" creationId="{36488E25-BB99-4BCA-8CC5-841F57BCB6E0}"/>
          </ac:spMkLst>
        </pc:spChg>
        <pc:spChg chg="add del mod">
          <ac:chgData name="Gellenoncourt, Kevin" userId="83ce2c6d-0bd4-4cd9-955e-dd3efc6a7d5a" providerId="ADAL" clId="{C9839D59-2972-4323-A767-4B90EFEABC06}" dt="2023-02-01T10:59:21.512" v="52723" actId="21"/>
          <ac:spMkLst>
            <pc:docMk/>
            <pc:sldMk cId="3846357991" sldId="1812"/>
            <ac:spMk id="13" creationId="{431798C1-27AC-4265-9EEF-7B523516EA03}"/>
          </ac:spMkLst>
        </pc:spChg>
        <pc:spChg chg="add del">
          <ac:chgData name="Gellenoncourt, Kevin" userId="83ce2c6d-0bd4-4cd9-955e-dd3efc6a7d5a" providerId="ADAL" clId="{C9839D59-2972-4323-A767-4B90EFEABC06}" dt="2022-12-12T11:14:45.171" v="26429" actId="478"/>
          <ac:spMkLst>
            <pc:docMk/>
            <pc:sldMk cId="3846357991" sldId="1812"/>
            <ac:spMk id="14" creationId="{9A5F942E-8C46-4AF8-8357-416B7C49715A}"/>
          </ac:spMkLst>
        </pc:spChg>
        <pc:spChg chg="add del mod">
          <ac:chgData name="Gellenoncourt, Kevin" userId="83ce2c6d-0bd4-4cd9-955e-dd3efc6a7d5a" providerId="ADAL" clId="{C9839D59-2972-4323-A767-4B90EFEABC06}" dt="2023-02-01T10:59:21.512" v="52723" actId="21"/>
          <ac:spMkLst>
            <pc:docMk/>
            <pc:sldMk cId="3846357991" sldId="1812"/>
            <ac:spMk id="14" creationId="{C5904F92-069E-4B0C-8C0B-3F525C534C10}"/>
          </ac:spMkLst>
        </pc:spChg>
        <pc:spChg chg="add del">
          <ac:chgData name="Gellenoncourt, Kevin" userId="83ce2c6d-0bd4-4cd9-955e-dd3efc6a7d5a" providerId="ADAL" clId="{C9839D59-2972-4323-A767-4B90EFEABC06}" dt="2022-12-12T11:14:49.225" v="26430" actId="478"/>
          <ac:spMkLst>
            <pc:docMk/>
            <pc:sldMk cId="3846357991" sldId="1812"/>
            <ac:spMk id="15" creationId="{01F94DF5-D52A-4BC3-B6F3-EBB697F2CAF0}"/>
          </ac:spMkLst>
        </pc:spChg>
        <pc:spChg chg="add del mod">
          <ac:chgData name="Gellenoncourt, Kevin" userId="83ce2c6d-0bd4-4cd9-955e-dd3efc6a7d5a" providerId="ADAL" clId="{C9839D59-2972-4323-A767-4B90EFEABC06}" dt="2023-01-03T08:37:51.372" v="41963" actId="478"/>
          <ac:spMkLst>
            <pc:docMk/>
            <pc:sldMk cId="3846357991" sldId="1812"/>
            <ac:spMk id="15" creationId="{780FCF85-F2E4-48D5-8946-D4ABAF36D17D}"/>
          </ac:spMkLst>
        </pc:spChg>
        <pc:spChg chg="add del mod">
          <ac:chgData name="Gellenoncourt, Kevin" userId="83ce2c6d-0bd4-4cd9-955e-dd3efc6a7d5a" providerId="ADAL" clId="{C9839D59-2972-4323-A767-4B90EFEABC06}" dt="2023-02-01T11:03:09.175" v="52799" actId="21"/>
          <ac:spMkLst>
            <pc:docMk/>
            <pc:sldMk cId="3846357991" sldId="1812"/>
            <ac:spMk id="15" creationId="{B7310226-4568-4F5C-EDC3-1DA1CD00A70D}"/>
          </ac:spMkLst>
        </pc:spChg>
        <pc:spChg chg="add mod">
          <ac:chgData name="Gellenoncourt, Kevin" userId="83ce2c6d-0bd4-4cd9-955e-dd3efc6a7d5a" providerId="ADAL" clId="{C9839D59-2972-4323-A767-4B90EFEABC06}" dt="2023-02-01T11:04:57.651" v="52821" actId="14100"/>
          <ac:spMkLst>
            <pc:docMk/>
            <pc:sldMk cId="3846357991" sldId="1812"/>
            <ac:spMk id="16" creationId="{65E13864-F888-D0F7-0A1F-EB9EBDAEB98D}"/>
          </ac:spMkLst>
        </pc:spChg>
        <pc:spChg chg="add del mod">
          <ac:chgData name="Gellenoncourt, Kevin" userId="83ce2c6d-0bd4-4cd9-955e-dd3efc6a7d5a" providerId="ADAL" clId="{C9839D59-2972-4323-A767-4B90EFEABC06}" dt="2023-01-03T08:37:51.372" v="41963" actId="478"/>
          <ac:spMkLst>
            <pc:docMk/>
            <pc:sldMk cId="3846357991" sldId="1812"/>
            <ac:spMk id="16" creationId="{BE4D4D94-F0C9-49F4-B3BB-844FBDA7E64C}"/>
          </ac:spMkLst>
        </pc:spChg>
        <pc:spChg chg="add del mod">
          <ac:chgData name="Gellenoncourt, Kevin" userId="83ce2c6d-0bd4-4cd9-955e-dd3efc6a7d5a" providerId="ADAL" clId="{C9839D59-2972-4323-A767-4B90EFEABC06}" dt="2023-01-03T08:37:51.372" v="41963" actId="478"/>
          <ac:spMkLst>
            <pc:docMk/>
            <pc:sldMk cId="3846357991" sldId="1812"/>
            <ac:spMk id="17" creationId="{7DBAED25-ECEF-40D1-9F22-E7207CC0AEBE}"/>
          </ac:spMkLst>
        </pc:spChg>
        <pc:spChg chg="add del mod">
          <ac:chgData name="Gellenoncourt, Kevin" userId="83ce2c6d-0bd4-4cd9-955e-dd3efc6a7d5a" providerId="ADAL" clId="{C9839D59-2972-4323-A767-4B90EFEABC06}" dt="2023-02-01T10:51:48.706" v="52678" actId="21"/>
          <ac:spMkLst>
            <pc:docMk/>
            <pc:sldMk cId="3846357991" sldId="1812"/>
            <ac:spMk id="18" creationId="{53119671-F576-43B2-B6FA-A84A02E8F262}"/>
          </ac:spMkLst>
        </pc:spChg>
        <pc:spChg chg="add del mod">
          <ac:chgData name="Gellenoncourt, Kevin" userId="83ce2c6d-0bd4-4cd9-955e-dd3efc6a7d5a" providerId="ADAL" clId="{C9839D59-2972-4323-A767-4B90EFEABC06}" dt="2022-12-23T14:08:39.332" v="40149" actId="21"/>
          <ac:spMkLst>
            <pc:docMk/>
            <pc:sldMk cId="3846357991" sldId="1812"/>
            <ac:spMk id="18" creationId="{7010A69B-3600-40DF-BF6D-B3E354C14CF5}"/>
          </ac:spMkLst>
        </pc:spChg>
      </pc:sldChg>
      <pc:sldChg chg="addSp delSp modSp add del mod ord addCm modCm">
        <pc:chgData name="Gellenoncourt, Kevin" userId="83ce2c6d-0bd4-4cd9-955e-dd3efc6a7d5a" providerId="ADAL" clId="{C9839D59-2972-4323-A767-4B90EFEABC06}" dt="2022-12-14T10:44:04.337" v="30095" actId="2696"/>
        <pc:sldMkLst>
          <pc:docMk/>
          <pc:sldMk cId="3648101007" sldId="1813"/>
        </pc:sldMkLst>
        <pc:spChg chg="mod">
          <ac:chgData name="Gellenoncourt, Kevin" userId="83ce2c6d-0bd4-4cd9-955e-dd3efc6a7d5a" providerId="ADAL" clId="{C9839D59-2972-4323-A767-4B90EFEABC06}" dt="2022-12-14T10:29:38.810" v="29962" actId="20577"/>
          <ac:spMkLst>
            <pc:docMk/>
            <pc:sldMk cId="3648101007" sldId="1813"/>
            <ac:spMk id="2" creationId="{152C8F2F-E00A-4EE0-B902-26D18F08FADE}"/>
          </ac:spMkLst>
        </pc:spChg>
        <pc:spChg chg="add del mod">
          <ac:chgData name="Gellenoncourt, Kevin" userId="83ce2c6d-0bd4-4cd9-955e-dd3efc6a7d5a" providerId="ADAL" clId="{C9839D59-2972-4323-A767-4B90EFEABC06}" dt="2022-12-12T12:22:57.995" v="27184" actId="478"/>
          <ac:spMkLst>
            <pc:docMk/>
            <pc:sldMk cId="3648101007" sldId="1813"/>
            <ac:spMk id="5" creationId="{A2497600-5192-4A4F-8C62-2D609BE9C0A2}"/>
          </ac:spMkLst>
        </pc:spChg>
        <pc:spChg chg="del mod">
          <ac:chgData name="Gellenoncourt, Kevin" userId="83ce2c6d-0bd4-4cd9-955e-dd3efc6a7d5a" providerId="ADAL" clId="{C9839D59-2972-4323-A767-4B90EFEABC06}" dt="2022-12-12T12:22:54.964" v="27183" actId="478"/>
          <ac:spMkLst>
            <pc:docMk/>
            <pc:sldMk cId="3648101007" sldId="1813"/>
            <ac:spMk id="6" creationId="{11C06DBF-6CF0-4553-A788-E7C24E15097A}"/>
          </ac:spMkLst>
        </pc:spChg>
        <pc:spChg chg="del">
          <ac:chgData name="Gellenoncourt, Kevin" userId="83ce2c6d-0bd4-4cd9-955e-dd3efc6a7d5a" providerId="ADAL" clId="{C9839D59-2972-4323-A767-4B90EFEABC06}" dt="2022-12-12T12:13:49.036" v="26927" actId="478"/>
          <ac:spMkLst>
            <pc:docMk/>
            <pc:sldMk cId="3648101007" sldId="1813"/>
            <ac:spMk id="12" creationId="{91EADC8F-1AE9-4571-BEF2-2B3234576341}"/>
          </ac:spMkLst>
        </pc:spChg>
        <pc:graphicFrameChg chg="add del mod modGraphic">
          <ac:chgData name="Gellenoncourt, Kevin" userId="83ce2c6d-0bd4-4cd9-955e-dd3efc6a7d5a" providerId="ADAL" clId="{C9839D59-2972-4323-A767-4B90EFEABC06}" dt="2022-12-14T10:40:31.525" v="30042" actId="21"/>
          <ac:graphicFrameMkLst>
            <pc:docMk/>
            <pc:sldMk cId="3648101007" sldId="1813"/>
            <ac:graphicFrameMk id="9" creationId="{4263940A-3C13-4EBD-BEA7-38643D228D08}"/>
          </ac:graphicFrameMkLst>
        </pc:graphicFrameChg>
      </pc:sldChg>
      <pc:sldChg chg="addSp delSp modSp add mod ord">
        <pc:chgData name="Gellenoncourt, Kevin" userId="83ce2c6d-0bd4-4cd9-955e-dd3efc6a7d5a" providerId="ADAL" clId="{C9839D59-2972-4323-A767-4B90EFEABC06}" dt="2023-01-03T08:43:08.316" v="42117" actId="14734"/>
        <pc:sldMkLst>
          <pc:docMk/>
          <pc:sldMk cId="165802858" sldId="1814"/>
        </pc:sldMkLst>
        <pc:spChg chg="mod">
          <ac:chgData name="Gellenoncourt, Kevin" userId="83ce2c6d-0bd4-4cd9-955e-dd3efc6a7d5a" providerId="ADAL" clId="{C9839D59-2972-4323-A767-4B90EFEABC06}" dt="2022-12-15T10:37:39.093" v="34120"/>
          <ac:spMkLst>
            <pc:docMk/>
            <pc:sldMk cId="165802858" sldId="1814"/>
            <ac:spMk id="2" creationId="{152C8F2F-E00A-4EE0-B902-26D18F08FADE}"/>
          </ac:spMkLst>
        </pc:spChg>
        <pc:spChg chg="add del mod">
          <ac:chgData name="Gellenoncourt, Kevin" userId="83ce2c6d-0bd4-4cd9-955e-dd3efc6a7d5a" providerId="ADAL" clId="{C9839D59-2972-4323-A767-4B90EFEABC06}" dt="2022-12-29T12:12:06.561" v="40574" actId="478"/>
          <ac:spMkLst>
            <pc:docMk/>
            <pc:sldMk cId="165802858" sldId="1814"/>
            <ac:spMk id="7" creationId="{DC673AF8-4D93-46F5-9A38-34084823E2F7}"/>
          </ac:spMkLst>
        </pc:spChg>
        <pc:graphicFrameChg chg="mod modGraphic">
          <ac:chgData name="Gellenoncourt, Kevin" userId="83ce2c6d-0bd4-4cd9-955e-dd3efc6a7d5a" providerId="ADAL" clId="{C9839D59-2972-4323-A767-4B90EFEABC06}" dt="2023-01-03T08:43:08.316" v="42117" actId="14734"/>
          <ac:graphicFrameMkLst>
            <pc:docMk/>
            <pc:sldMk cId="165802858" sldId="1814"/>
            <ac:graphicFrameMk id="9" creationId="{4263940A-3C13-4EBD-BEA7-38643D228D08}"/>
          </ac:graphicFrameMkLst>
        </pc:graphicFrameChg>
      </pc:sldChg>
      <pc:sldChg chg="add del">
        <pc:chgData name="Gellenoncourt, Kevin" userId="83ce2c6d-0bd4-4cd9-955e-dd3efc6a7d5a" providerId="ADAL" clId="{C9839D59-2972-4323-A767-4B90EFEABC06}" dt="2022-12-13T13:31:13.536" v="28191" actId="47"/>
        <pc:sldMkLst>
          <pc:docMk/>
          <pc:sldMk cId="1830600198" sldId="1815"/>
        </pc:sldMkLst>
      </pc:sldChg>
      <pc:sldChg chg="modSp new del mod ord">
        <pc:chgData name="Gellenoncourt, Kevin" userId="83ce2c6d-0bd4-4cd9-955e-dd3efc6a7d5a" providerId="ADAL" clId="{C9839D59-2972-4323-A767-4B90EFEABC06}" dt="2022-12-22T13:44:06.552" v="39454" actId="2696"/>
        <pc:sldMkLst>
          <pc:docMk/>
          <pc:sldMk cId="2570011420" sldId="1815"/>
        </pc:sldMkLst>
        <pc:spChg chg="mod">
          <ac:chgData name="Gellenoncourt, Kevin" userId="83ce2c6d-0bd4-4cd9-955e-dd3efc6a7d5a" providerId="ADAL" clId="{C9839D59-2972-4323-A767-4B90EFEABC06}" dt="2022-12-13T13:31:37.380" v="28229" actId="20577"/>
          <ac:spMkLst>
            <pc:docMk/>
            <pc:sldMk cId="2570011420" sldId="1815"/>
            <ac:spMk id="2" creationId="{D99BD866-1B02-402C-A632-07C0E2A6B153}"/>
          </ac:spMkLst>
        </pc:spChg>
        <pc:spChg chg="mod">
          <ac:chgData name="Gellenoncourt, Kevin" userId="83ce2c6d-0bd4-4cd9-955e-dd3efc6a7d5a" providerId="ADAL" clId="{C9839D59-2972-4323-A767-4B90EFEABC06}" dt="2022-12-14T13:02:13.141" v="30971" actId="20577"/>
          <ac:spMkLst>
            <pc:docMk/>
            <pc:sldMk cId="2570011420" sldId="1815"/>
            <ac:spMk id="3" creationId="{5E617246-C1D9-41E6-ACAB-E5FC5D257723}"/>
          </ac:spMkLst>
        </pc:spChg>
        <pc:spChg chg="mod">
          <ac:chgData name="Gellenoncourt, Kevin" userId="83ce2c6d-0bd4-4cd9-955e-dd3efc6a7d5a" providerId="ADAL" clId="{C9839D59-2972-4323-A767-4B90EFEABC06}" dt="2022-12-22T13:43:45.425" v="39446" actId="21"/>
          <ac:spMkLst>
            <pc:docMk/>
            <pc:sldMk cId="2570011420" sldId="1815"/>
            <ac:spMk id="4" creationId="{86A452D5-19C1-4D2B-B7AA-0679D2DEA573}"/>
          </ac:spMkLst>
        </pc:spChg>
      </pc:sldChg>
      <pc:sldChg chg="addSp delSp modSp new del mod ord modClrScheme chgLayout">
        <pc:chgData name="Gellenoncourt, Kevin" userId="83ce2c6d-0bd4-4cd9-955e-dd3efc6a7d5a" providerId="ADAL" clId="{C9839D59-2972-4323-A767-4B90EFEABC06}" dt="2022-12-22T15:06:27.414" v="39855" actId="47"/>
        <pc:sldMkLst>
          <pc:docMk/>
          <pc:sldMk cId="2598829890" sldId="1816"/>
        </pc:sldMkLst>
        <pc:spChg chg="mod ord">
          <ac:chgData name="Gellenoncourt, Kevin" userId="83ce2c6d-0bd4-4cd9-955e-dd3efc6a7d5a" providerId="ADAL" clId="{C9839D59-2972-4323-A767-4B90EFEABC06}" dt="2022-12-15T15:02:06.952" v="34732" actId="700"/>
          <ac:spMkLst>
            <pc:docMk/>
            <pc:sldMk cId="2598829890" sldId="1816"/>
            <ac:spMk id="2" creationId="{0AC54E1C-F428-4FC0-86DB-3784F26B958B}"/>
          </ac:spMkLst>
        </pc:spChg>
        <pc:spChg chg="del mod ord">
          <ac:chgData name="Gellenoncourt, Kevin" userId="83ce2c6d-0bd4-4cd9-955e-dd3efc6a7d5a" providerId="ADAL" clId="{C9839D59-2972-4323-A767-4B90EFEABC06}" dt="2022-12-15T10:16:17.553" v="33224" actId="700"/>
          <ac:spMkLst>
            <pc:docMk/>
            <pc:sldMk cId="2598829890" sldId="1816"/>
            <ac:spMk id="3" creationId="{08EEA6FF-4D65-48AA-B61B-1E01F9CAD61E}"/>
          </ac:spMkLst>
        </pc:spChg>
        <pc:spChg chg="add mod ord">
          <ac:chgData name="Gellenoncourt, Kevin" userId="83ce2c6d-0bd4-4cd9-955e-dd3efc6a7d5a" providerId="ADAL" clId="{C9839D59-2972-4323-A767-4B90EFEABC06}" dt="2022-12-15T15:02:29.568" v="34753" actId="20577"/>
          <ac:spMkLst>
            <pc:docMk/>
            <pc:sldMk cId="2598829890" sldId="1816"/>
            <ac:spMk id="3" creationId="{A4507361-6383-4866-B639-7C0D7715D1C8}"/>
          </ac:spMkLst>
        </pc:spChg>
        <pc:spChg chg="del mod ord">
          <ac:chgData name="Gellenoncourt, Kevin" userId="83ce2c6d-0bd4-4cd9-955e-dd3efc6a7d5a" providerId="ADAL" clId="{C9839D59-2972-4323-A767-4B90EFEABC06}" dt="2022-12-15T10:16:17.553" v="33224" actId="700"/>
          <ac:spMkLst>
            <pc:docMk/>
            <pc:sldMk cId="2598829890" sldId="1816"/>
            <ac:spMk id="4" creationId="{7E8DEE76-00AF-43FF-BD11-963D28ABF127}"/>
          </ac:spMkLst>
        </pc:spChg>
        <pc:spChg chg="add mod ord">
          <ac:chgData name="Gellenoncourt, Kevin" userId="83ce2c6d-0bd4-4cd9-955e-dd3efc6a7d5a" providerId="ADAL" clId="{C9839D59-2972-4323-A767-4B90EFEABC06}" dt="2022-12-15T15:02:21.639" v="34737" actId="20577"/>
          <ac:spMkLst>
            <pc:docMk/>
            <pc:sldMk cId="2598829890" sldId="1816"/>
            <ac:spMk id="4" creationId="{9E20FEC0-8079-4BD5-8CAF-C28296220DB1}"/>
          </ac:spMkLst>
        </pc:spChg>
        <pc:spChg chg="del">
          <ac:chgData name="Gellenoncourt, Kevin" userId="83ce2c6d-0bd4-4cd9-955e-dd3efc6a7d5a" providerId="ADAL" clId="{C9839D59-2972-4323-A767-4B90EFEABC06}" dt="2022-12-15T10:16:17.553" v="33224" actId="700"/>
          <ac:spMkLst>
            <pc:docMk/>
            <pc:sldMk cId="2598829890" sldId="1816"/>
            <ac:spMk id="5" creationId="{76099930-BF19-43A9-8B29-9EDEC96A2958}"/>
          </ac:spMkLst>
        </pc:spChg>
        <pc:spChg chg="del mod ord">
          <ac:chgData name="Gellenoncourt, Kevin" userId="83ce2c6d-0bd4-4cd9-955e-dd3efc6a7d5a" providerId="ADAL" clId="{C9839D59-2972-4323-A767-4B90EFEABC06}" dt="2022-12-15T10:16:17.553" v="33224" actId="700"/>
          <ac:spMkLst>
            <pc:docMk/>
            <pc:sldMk cId="2598829890" sldId="1816"/>
            <ac:spMk id="6" creationId="{6C914439-33B7-4C35-8EA0-2976734DE1DD}"/>
          </ac:spMkLst>
        </pc:spChg>
        <pc:spChg chg="mod ord">
          <ac:chgData name="Gellenoncourt, Kevin" userId="83ce2c6d-0bd4-4cd9-955e-dd3efc6a7d5a" providerId="ADAL" clId="{C9839D59-2972-4323-A767-4B90EFEABC06}" dt="2022-12-15T15:02:06.952" v="34732" actId="700"/>
          <ac:spMkLst>
            <pc:docMk/>
            <pc:sldMk cId="2598829890" sldId="1816"/>
            <ac:spMk id="7" creationId="{5861DF18-0EB4-469A-8070-6E4A34325761}"/>
          </ac:spMkLst>
        </pc:spChg>
        <pc:spChg chg="add mod ord">
          <ac:chgData name="Gellenoncourt, Kevin" userId="83ce2c6d-0bd4-4cd9-955e-dd3efc6a7d5a" providerId="ADAL" clId="{C9839D59-2972-4323-A767-4B90EFEABC06}" dt="2022-12-15T15:02:06.952" v="34732" actId="700"/>
          <ac:spMkLst>
            <pc:docMk/>
            <pc:sldMk cId="2598829890" sldId="1816"/>
            <ac:spMk id="8" creationId="{7DEF65DB-6F77-4F43-8EAB-B5DBE42403A8}"/>
          </ac:spMkLst>
        </pc:spChg>
        <pc:spChg chg="add del mod ord">
          <ac:chgData name="Gellenoncourt, Kevin" userId="83ce2c6d-0bd4-4cd9-955e-dd3efc6a7d5a" providerId="ADAL" clId="{C9839D59-2972-4323-A767-4B90EFEABC06}" dt="2022-12-15T15:02:06.952" v="34732" actId="700"/>
          <ac:spMkLst>
            <pc:docMk/>
            <pc:sldMk cId="2598829890" sldId="1816"/>
            <ac:spMk id="9" creationId="{44CA4D6E-5B60-472A-90B4-87C2B31F40AA}"/>
          </ac:spMkLst>
        </pc:spChg>
        <pc:spChg chg="add mod ord">
          <ac:chgData name="Gellenoncourt, Kevin" userId="83ce2c6d-0bd4-4cd9-955e-dd3efc6a7d5a" providerId="ADAL" clId="{C9839D59-2972-4323-A767-4B90EFEABC06}" dt="2022-12-19T15:29:57.057" v="37183" actId="20577"/>
          <ac:spMkLst>
            <pc:docMk/>
            <pc:sldMk cId="2598829890" sldId="1816"/>
            <ac:spMk id="10" creationId="{6CCB30C5-2B4C-4B5E-839B-2531840B0B17}"/>
          </ac:spMkLst>
        </pc:spChg>
      </pc:sldChg>
      <pc:sldChg chg="addSp delSp modSp add mod ord">
        <pc:chgData name="Gellenoncourt, Kevin" userId="83ce2c6d-0bd4-4cd9-955e-dd3efc6a7d5a" providerId="ADAL" clId="{C9839D59-2972-4323-A767-4B90EFEABC06}" dt="2023-02-13T08:19:35.695" v="54695" actId="20577"/>
        <pc:sldMkLst>
          <pc:docMk/>
          <pc:sldMk cId="378616490" sldId="1817"/>
        </pc:sldMkLst>
        <pc:spChg chg="mod">
          <ac:chgData name="Gellenoncourt, Kevin" userId="83ce2c6d-0bd4-4cd9-955e-dd3efc6a7d5a" providerId="ADAL" clId="{C9839D59-2972-4323-A767-4B90EFEABC06}" dt="2023-02-13T08:19:35.695" v="54695" actId="20577"/>
          <ac:spMkLst>
            <pc:docMk/>
            <pc:sldMk cId="378616490" sldId="1817"/>
            <ac:spMk id="2" creationId="{5A7A24E1-B745-4C30-8722-068E5EE04E88}"/>
          </ac:spMkLst>
        </pc:spChg>
        <pc:spChg chg="del">
          <ac:chgData name="Gellenoncourt, Kevin" userId="83ce2c6d-0bd4-4cd9-955e-dd3efc6a7d5a" providerId="ADAL" clId="{C9839D59-2972-4323-A767-4B90EFEABC06}" dt="2022-12-21T16:39:12.762" v="38165" actId="478"/>
          <ac:spMkLst>
            <pc:docMk/>
            <pc:sldMk cId="378616490" sldId="1817"/>
            <ac:spMk id="4" creationId="{3976FD7E-BDAD-4918-B11F-4B42E56D7DBD}"/>
          </ac:spMkLst>
        </pc:spChg>
        <pc:spChg chg="mod">
          <ac:chgData name="Gellenoncourt, Kevin" userId="83ce2c6d-0bd4-4cd9-955e-dd3efc6a7d5a" providerId="ADAL" clId="{C9839D59-2972-4323-A767-4B90EFEABC06}" dt="2023-02-01T10:51:14.787" v="52675" actId="20577"/>
          <ac:spMkLst>
            <pc:docMk/>
            <pc:sldMk cId="378616490" sldId="1817"/>
            <ac:spMk id="7" creationId="{1E635D63-9261-445C-926E-D41E81DA87D2}"/>
          </ac:spMkLst>
        </pc:spChg>
        <pc:spChg chg="add del mod">
          <ac:chgData name="Gellenoncourt, Kevin" userId="83ce2c6d-0bd4-4cd9-955e-dd3efc6a7d5a" providerId="ADAL" clId="{C9839D59-2972-4323-A767-4B90EFEABC06}" dt="2022-12-21T16:39:21.344" v="38167" actId="478"/>
          <ac:spMkLst>
            <pc:docMk/>
            <pc:sldMk cId="378616490" sldId="1817"/>
            <ac:spMk id="8" creationId="{42E8D68D-BB09-4393-8F69-E640814FAA77}"/>
          </ac:spMkLst>
        </pc:spChg>
        <pc:spChg chg="add del">
          <ac:chgData name="Gellenoncourt, Kevin" userId="83ce2c6d-0bd4-4cd9-955e-dd3efc6a7d5a" providerId="ADAL" clId="{C9839D59-2972-4323-A767-4B90EFEABC06}" dt="2022-12-22T12:20:21.692" v="38673" actId="22"/>
          <ac:spMkLst>
            <pc:docMk/>
            <pc:sldMk cId="378616490" sldId="1817"/>
            <ac:spMk id="9" creationId="{1C7FC3B6-1BA5-44A9-A748-6B5C3827946F}"/>
          </ac:spMkLst>
        </pc:spChg>
        <pc:spChg chg="del">
          <ac:chgData name="Gellenoncourt, Kevin" userId="83ce2c6d-0bd4-4cd9-955e-dd3efc6a7d5a" providerId="ADAL" clId="{C9839D59-2972-4323-A767-4B90EFEABC06}" dt="2022-12-21T16:37:46.703" v="38127" actId="478"/>
          <ac:spMkLst>
            <pc:docMk/>
            <pc:sldMk cId="378616490" sldId="1817"/>
            <ac:spMk id="10" creationId="{C7B23976-DA4F-4F56-A1C5-E22A55CA1424}"/>
          </ac:spMkLst>
        </pc:spChg>
        <pc:spChg chg="add del">
          <ac:chgData name="Gellenoncourt, Kevin" userId="83ce2c6d-0bd4-4cd9-955e-dd3efc6a7d5a" providerId="ADAL" clId="{C9839D59-2972-4323-A767-4B90EFEABC06}" dt="2022-12-21T16:39:54.181" v="38173" actId="478"/>
          <ac:spMkLst>
            <pc:docMk/>
            <pc:sldMk cId="378616490" sldId="1817"/>
            <ac:spMk id="11" creationId="{2F8E0A17-44E9-45B7-BA29-A6DCAA08F18F}"/>
          </ac:spMkLst>
        </pc:spChg>
        <pc:spChg chg="del">
          <ac:chgData name="Gellenoncourt, Kevin" userId="83ce2c6d-0bd4-4cd9-955e-dd3efc6a7d5a" providerId="ADAL" clId="{C9839D59-2972-4323-A767-4B90EFEABC06}" dt="2022-12-21T16:39:58.491" v="38174" actId="478"/>
          <ac:spMkLst>
            <pc:docMk/>
            <pc:sldMk cId="378616490" sldId="1817"/>
            <ac:spMk id="12" creationId="{64ECD094-0BAB-404B-ADBE-CE9D0FC9EDE5}"/>
          </ac:spMkLst>
        </pc:spChg>
        <pc:spChg chg="del mod">
          <ac:chgData name="Gellenoncourt, Kevin" userId="83ce2c6d-0bd4-4cd9-955e-dd3efc6a7d5a" providerId="ADAL" clId="{C9839D59-2972-4323-A767-4B90EFEABC06}" dt="2022-12-21T16:39:58.491" v="38174" actId="478"/>
          <ac:spMkLst>
            <pc:docMk/>
            <pc:sldMk cId="378616490" sldId="1817"/>
            <ac:spMk id="13" creationId="{36488E25-BB99-4BCA-8CC5-841F57BCB6E0}"/>
          </ac:spMkLst>
        </pc:spChg>
        <pc:spChg chg="mod">
          <ac:chgData name="Gellenoncourt, Kevin" userId="83ce2c6d-0bd4-4cd9-955e-dd3efc6a7d5a" providerId="ADAL" clId="{C9839D59-2972-4323-A767-4B90EFEABC06}" dt="2023-02-01T10:51:18.343" v="52676" actId="313"/>
          <ac:spMkLst>
            <pc:docMk/>
            <pc:sldMk cId="378616490" sldId="1817"/>
            <ac:spMk id="14" creationId="{C5904F92-069E-4B0C-8C0B-3F525C534C10}"/>
          </ac:spMkLst>
        </pc:spChg>
        <pc:spChg chg="del">
          <ac:chgData name="Gellenoncourt, Kevin" userId="83ce2c6d-0bd4-4cd9-955e-dd3efc6a7d5a" providerId="ADAL" clId="{C9839D59-2972-4323-A767-4B90EFEABC06}" dt="2022-12-21T16:40:07.417" v="38177" actId="478"/>
          <ac:spMkLst>
            <pc:docMk/>
            <pc:sldMk cId="378616490" sldId="1817"/>
            <ac:spMk id="15" creationId="{780FCF85-F2E4-48D5-8946-D4ABAF36D17D}"/>
          </ac:spMkLst>
        </pc:spChg>
        <pc:spChg chg="add mod">
          <ac:chgData name="Gellenoncourt, Kevin" userId="83ce2c6d-0bd4-4cd9-955e-dd3efc6a7d5a" providerId="ADAL" clId="{C9839D59-2972-4323-A767-4B90EFEABC06}" dt="2023-02-01T10:53:37.655" v="52706" actId="20577"/>
          <ac:spMkLst>
            <pc:docMk/>
            <pc:sldMk cId="378616490" sldId="1817"/>
            <ac:spMk id="16" creationId="{96011582-233E-4ECD-AA22-E4D44FDEA9B5}"/>
          </ac:spMkLst>
        </pc:spChg>
      </pc:sldChg>
      <pc:sldChg chg="modSp add mod ord">
        <pc:chgData name="Gellenoncourt, Kevin" userId="83ce2c6d-0bd4-4cd9-955e-dd3efc6a7d5a" providerId="ADAL" clId="{C9839D59-2972-4323-A767-4B90EFEABC06}" dt="2023-02-07T09:37:48.858" v="54576" actId="20577"/>
        <pc:sldMkLst>
          <pc:docMk/>
          <pc:sldMk cId="4132447992" sldId="1818"/>
        </pc:sldMkLst>
        <pc:spChg chg="mod">
          <ac:chgData name="Gellenoncourt, Kevin" userId="83ce2c6d-0bd4-4cd9-955e-dd3efc6a7d5a" providerId="ADAL" clId="{C9839D59-2972-4323-A767-4B90EFEABC06}" dt="2023-02-01T10:43:39.376" v="52505" actId="20577"/>
          <ac:spMkLst>
            <pc:docMk/>
            <pc:sldMk cId="4132447992" sldId="1818"/>
            <ac:spMk id="7" creationId="{E42BCCB4-5ADC-48EF-AB6B-F068147D8558}"/>
          </ac:spMkLst>
        </pc:spChg>
        <pc:spChg chg="mod">
          <ac:chgData name="Gellenoncourt, Kevin" userId="83ce2c6d-0bd4-4cd9-955e-dd3efc6a7d5a" providerId="ADAL" clId="{C9839D59-2972-4323-A767-4B90EFEABC06}" dt="2023-02-07T09:37:48.858" v="54576" actId="20577"/>
          <ac:spMkLst>
            <pc:docMk/>
            <pc:sldMk cId="4132447992" sldId="1818"/>
            <ac:spMk id="8" creationId="{EF4CE90A-C0B9-4342-BF6C-766D39B37411}"/>
          </ac:spMkLst>
        </pc:spChg>
      </pc:sldChg>
      <pc:sldChg chg="addSp delSp modSp add del mod addCm modCm">
        <pc:chgData name="Gellenoncourt, Kevin" userId="83ce2c6d-0bd4-4cd9-955e-dd3efc6a7d5a" providerId="ADAL" clId="{C9839D59-2972-4323-A767-4B90EFEABC06}" dt="2023-02-01T11:18:36.789" v="53032" actId="2696"/>
        <pc:sldMkLst>
          <pc:docMk/>
          <pc:sldMk cId="1818983037" sldId="1819"/>
        </pc:sldMkLst>
        <pc:spChg chg="mod">
          <ac:chgData name="Gellenoncourt, Kevin" userId="83ce2c6d-0bd4-4cd9-955e-dd3efc6a7d5a" providerId="ADAL" clId="{C9839D59-2972-4323-A767-4B90EFEABC06}" dt="2023-01-27T15:02:24.609" v="49568" actId="14100"/>
          <ac:spMkLst>
            <pc:docMk/>
            <pc:sldMk cId="1818983037" sldId="1819"/>
            <ac:spMk id="3" creationId="{A9B0F70A-B76F-4F26-BF51-EB425661233A}"/>
          </ac:spMkLst>
        </pc:spChg>
        <pc:spChg chg="del mod">
          <ac:chgData name="Gellenoncourt, Kevin" userId="83ce2c6d-0bd4-4cd9-955e-dd3efc6a7d5a" providerId="ADAL" clId="{C9839D59-2972-4323-A767-4B90EFEABC06}" dt="2023-02-01T11:12:54.608" v="52936" actId="21"/>
          <ac:spMkLst>
            <pc:docMk/>
            <pc:sldMk cId="1818983037" sldId="1819"/>
            <ac:spMk id="5" creationId="{C8A7EE70-FF63-4962-834E-84D8AB436D50}"/>
          </ac:spMkLst>
        </pc:spChg>
        <pc:spChg chg="mod">
          <ac:chgData name="Gellenoncourt, Kevin" userId="83ce2c6d-0bd4-4cd9-955e-dd3efc6a7d5a" providerId="ADAL" clId="{C9839D59-2972-4323-A767-4B90EFEABC06}" dt="2023-02-01T10:57:13.751" v="52712" actId="20577"/>
          <ac:spMkLst>
            <pc:docMk/>
            <pc:sldMk cId="1818983037" sldId="1819"/>
            <ac:spMk id="6" creationId="{545CD746-F16C-481B-A728-84E859CAA7A3}"/>
          </ac:spMkLst>
        </pc:spChg>
        <pc:spChg chg="add del mod">
          <ac:chgData name="Gellenoncourt, Kevin" userId="83ce2c6d-0bd4-4cd9-955e-dd3efc6a7d5a" providerId="ADAL" clId="{C9839D59-2972-4323-A767-4B90EFEABC06}" dt="2023-02-01T11:12:57.106" v="52937" actId="478"/>
          <ac:spMkLst>
            <pc:docMk/>
            <pc:sldMk cId="1818983037" sldId="1819"/>
            <ac:spMk id="9" creationId="{D47DC752-B430-2E82-14F2-4B1ED4BFBDAF}"/>
          </ac:spMkLst>
        </pc:spChg>
        <pc:spChg chg="add del mod">
          <ac:chgData name="Gellenoncourt, Kevin" userId="83ce2c6d-0bd4-4cd9-955e-dd3efc6a7d5a" providerId="ADAL" clId="{C9839D59-2972-4323-A767-4B90EFEABC06}" dt="2023-02-01T11:12:54.608" v="52936" actId="21"/>
          <ac:spMkLst>
            <pc:docMk/>
            <pc:sldMk cId="1818983037" sldId="1819"/>
            <ac:spMk id="10" creationId="{EE0E6785-B3EB-4851-85EF-C1E748ECD7B1}"/>
          </ac:spMkLst>
        </pc:spChg>
        <pc:spChg chg="add del mod">
          <ac:chgData name="Gellenoncourt, Kevin" userId="83ce2c6d-0bd4-4cd9-955e-dd3efc6a7d5a" providerId="ADAL" clId="{C9839D59-2972-4323-A767-4B90EFEABC06}" dt="2023-02-01T11:12:54.608" v="52936" actId="21"/>
          <ac:spMkLst>
            <pc:docMk/>
            <pc:sldMk cId="1818983037" sldId="1819"/>
            <ac:spMk id="11" creationId="{C03FEC15-5063-4257-8923-DC66DEE2BEC2}"/>
          </ac:spMkLst>
        </pc:spChg>
        <pc:spChg chg="add del mod">
          <ac:chgData name="Gellenoncourt, Kevin" userId="83ce2c6d-0bd4-4cd9-955e-dd3efc6a7d5a" providerId="ADAL" clId="{C9839D59-2972-4323-A767-4B90EFEABC06}" dt="2023-02-01T11:12:54.608" v="52936" actId="21"/>
          <ac:spMkLst>
            <pc:docMk/>
            <pc:sldMk cId="1818983037" sldId="1819"/>
            <ac:spMk id="12" creationId="{51A49E7C-25A3-44FC-A141-189496C04ED5}"/>
          </ac:spMkLst>
        </pc:spChg>
        <pc:spChg chg="add del mod">
          <ac:chgData name="Gellenoncourt, Kevin" userId="83ce2c6d-0bd4-4cd9-955e-dd3efc6a7d5a" providerId="ADAL" clId="{C9839D59-2972-4323-A767-4B90EFEABC06}" dt="2023-02-01T11:12:54.608" v="52936" actId="21"/>
          <ac:spMkLst>
            <pc:docMk/>
            <pc:sldMk cId="1818983037" sldId="1819"/>
            <ac:spMk id="13" creationId="{821C10F7-ADE6-450E-9D57-190824049371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25" creationId="{1F70CCB5-FF33-484A-927D-6013CD244F4A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35" creationId="{046AE8D9-A8FD-4185-93A9-5B5F6D945B1C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36" creationId="{C07686D5-70A7-4D7E-87BB-F20D31858CEC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37" creationId="{F734DCBC-34B0-40D3-A133-BD0983BA22BD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38" creationId="{3A6E5369-7C27-4265-8E33-4FCFD8E0CA91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39" creationId="{6F6D37F5-C804-41F9-BE75-D4279CA128BC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40" creationId="{B7735D4B-679E-4BC0-9CB7-B78BF325F9AB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49" creationId="{072A8AAD-A246-4A03-8D55-EF2649F869A6}"/>
          </ac:spMkLst>
        </pc:spChg>
        <pc:spChg chg="add del mod">
          <ac:chgData name="Gellenoncourt, Kevin" userId="83ce2c6d-0bd4-4cd9-955e-dd3efc6a7d5a" providerId="ADAL" clId="{C9839D59-2972-4323-A767-4B90EFEABC06}" dt="2022-12-30T15:56:08.531" v="40959" actId="478"/>
          <ac:spMkLst>
            <pc:docMk/>
            <pc:sldMk cId="1818983037" sldId="1819"/>
            <ac:spMk id="50" creationId="{CD5595B4-45A6-4559-AC4A-2632F70B0D15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60" creationId="{2BB38ADA-952F-4794-B274-36673D468CEF}"/>
          </ac:spMkLst>
        </pc:spChg>
        <pc:spChg chg="add del mod">
          <ac:chgData name="Gellenoncourt, Kevin" userId="83ce2c6d-0bd4-4cd9-955e-dd3efc6a7d5a" providerId="ADAL" clId="{C9839D59-2972-4323-A767-4B90EFEABC06}" dt="2023-02-01T11:15:32.780" v="52977" actId="478"/>
          <ac:spMkLst>
            <pc:docMk/>
            <pc:sldMk cId="1818983037" sldId="1819"/>
            <ac:spMk id="66" creationId="{BC7764E2-8416-44D0-B468-5D1A15FBCBC0}"/>
          </ac:spMkLst>
        </pc:spChg>
        <pc:spChg chg="add del mod">
          <ac:chgData name="Gellenoncourt, Kevin" userId="83ce2c6d-0bd4-4cd9-955e-dd3efc6a7d5a" providerId="ADAL" clId="{C9839D59-2972-4323-A767-4B90EFEABC06}" dt="2023-02-01T11:15:39.489" v="52978" actId="21"/>
          <ac:spMkLst>
            <pc:docMk/>
            <pc:sldMk cId="1818983037" sldId="1819"/>
            <ac:spMk id="72" creationId="{159CE8D8-E1AB-40EB-A841-E4CE638071F4}"/>
          </ac:spMkLst>
        </pc:spChg>
        <pc:spChg chg="add del mod ord">
          <ac:chgData name="Gellenoncourt, Kevin" userId="83ce2c6d-0bd4-4cd9-955e-dd3efc6a7d5a" providerId="ADAL" clId="{C9839D59-2972-4323-A767-4B90EFEABC06}" dt="2023-02-01T11:15:31.318" v="52976" actId="478"/>
          <ac:spMkLst>
            <pc:docMk/>
            <pc:sldMk cId="1818983037" sldId="1819"/>
            <ac:spMk id="110" creationId="{3C0D1AAA-473D-4C4F-8B1F-34CD860B529D}"/>
          </ac:spMkLst>
        </pc:spChg>
        <pc:picChg chg="del">
          <ac:chgData name="Gellenoncourt, Kevin" userId="83ce2c6d-0bd4-4cd9-955e-dd3efc6a7d5a" providerId="ADAL" clId="{C9839D59-2972-4323-A767-4B90EFEABC06}" dt="2022-12-30T15:41:35.815" v="40699" actId="478"/>
          <ac:picMkLst>
            <pc:docMk/>
            <pc:sldMk cId="1818983037" sldId="1819"/>
            <ac:picMk id="9" creationId="{3F5D4823-3B1F-48E3-BE8F-9FC4EBD21218}"/>
          </ac:picMkLst>
        </pc:picChg>
        <pc:picChg chg="del">
          <ac:chgData name="Gellenoncourt, Kevin" userId="83ce2c6d-0bd4-4cd9-955e-dd3efc6a7d5a" providerId="ADAL" clId="{C9839D59-2972-4323-A767-4B90EFEABC06}" dt="2022-12-30T15:41:33.916" v="40698" actId="478"/>
          <ac:picMkLst>
            <pc:docMk/>
            <pc:sldMk cId="1818983037" sldId="1819"/>
            <ac:picMk id="20" creationId="{930999CA-A50B-453C-AE94-AE93C6ECF69D}"/>
          </ac:picMkLst>
        </pc:picChg>
        <pc:cxnChg chg="add del mod">
          <ac:chgData name="Gellenoncourt, Kevin" userId="83ce2c6d-0bd4-4cd9-955e-dd3efc6a7d5a" providerId="ADAL" clId="{C9839D59-2972-4323-A767-4B90EFEABC06}" dt="2023-02-01T11:12:54.608" v="52936" actId="21"/>
          <ac:cxnSpMkLst>
            <pc:docMk/>
            <pc:sldMk cId="1818983037" sldId="1819"/>
            <ac:cxnSpMk id="14" creationId="{02AC3673-CD37-4F6E-995C-DFAEB2DF0725}"/>
          </ac:cxnSpMkLst>
        </pc:cxnChg>
        <pc:cxnChg chg="add del mod">
          <ac:chgData name="Gellenoncourt, Kevin" userId="83ce2c6d-0bd4-4cd9-955e-dd3efc6a7d5a" providerId="ADAL" clId="{C9839D59-2972-4323-A767-4B90EFEABC06}" dt="2023-02-01T11:12:54.608" v="52936" actId="21"/>
          <ac:cxnSpMkLst>
            <pc:docMk/>
            <pc:sldMk cId="1818983037" sldId="1819"/>
            <ac:cxnSpMk id="18" creationId="{710BE5C7-9205-472C-A9FD-04C470464852}"/>
          </ac:cxnSpMkLst>
        </pc:cxnChg>
        <pc:cxnChg chg="add del mod">
          <ac:chgData name="Gellenoncourt, Kevin" userId="83ce2c6d-0bd4-4cd9-955e-dd3efc6a7d5a" providerId="ADAL" clId="{C9839D59-2972-4323-A767-4B90EFEABC06}" dt="2023-02-01T11:12:54.608" v="52936" actId="21"/>
          <ac:cxnSpMkLst>
            <pc:docMk/>
            <pc:sldMk cId="1818983037" sldId="1819"/>
            <ac:cxnSpMk id="21" creationId="{8DCB5E7F-7DC9-4FE1-949D-20DB4177F84B}"/>
          </ac:cxnSpMkLst>
        </pc:cxnChg>
        <pc:cxnChg chg="add del mod">
          <ac:chgData name="Gellenoncourt, Kevin" userId="83ce2c6d-0bd4-4cd9-955e-dd3efc6a7d5a" providerId="ADAL" clId="{C9839D59-2972-4323-A767-4B90EFEABC06}" dt="2023-02-01T11:12:54.608" v="52936" actId="21"/>
          <ac:cxnSpMkLst>
            <pc:docMk/>
            <pc:sldMk cId="1818983037" sldId="1819"/>
            <ac:cxnSpMk id="31" creationId="{4DC13D7F-4A43-4E91-B830-6F9C5C8844D4}"/>
          </ac:cxnSpMkLst>
        </pc:cxnChg>
        <pc:cxnChg chg="add del mod">
          <ac:chgData name="Gellenoncourt, Kevin" userId="83ce2c6d-0bd4-4cd9-955e-dd3efc6a7d5a" providerId="ADAL" clId="{C9839D59-2972-4323-A767-4B90EFEABC06}" dt="2023-02-01T11:15:39.489" v="52978" actId="21"/>
          <ac:cxnSpMkLst>
            <pc:docMk/>
            <pc:sldMk cId="1818983037" sldId="1819"/>
            <ac:cxnSpMk id="32" creationId="{76AF1E7B-D050-41AA-86C2-1E61ED1C2A7B}"/>
          </ac:cxnSpMkLst>
        </pc:cxnChg>
        <pc:cxnChg chg="add del mod">
          <ac:chgData name="Gellenoncourt, Kevin" userId="83ce2c6d-0bd4-4cd9-955e-dd3efc6a7d5a" providerId="ADAL" clId="{C9839D59-2972-4323-A767-4B90EFEABC06}" dt="2023-02-01T11:15:39.489" v="52978" actId="21"/>
          <ac:cxnSpMkLst>
            <pc:docMk/>
            <pc:sldMk cId="1818983037" sldId="1819"/>
            <ac:cxnSpMk id="41" creationId="{689B7AA2-8C59-44A8-895F-03DABD32BC12}"/>
          </ac:cxnSpMkLst>
        </pc:cxnChg>
        <pc:cxnChg chg="add del mod">
          <ac:chgData name="Gellenoncourt, Kevin" userId="83ce2c6d-0bd4-4cd9-955e-dd3efc6a7d5a" providerId="ADAL" clId="{C9839D59-2972-4323-A767-4B90EFEABC06}" dt="2023-02-01T11:15:39.489" v="52978" actId="21"/>
          <ac:cxnSpMkLst>
            <pc:docMk/>
            <pc:sldMk cId="1818983037" sldId="1819"/>
            <ac:cxnSpMk id="42" creationId="{196BB7BF-1DD9-4A2B-8FA0-F39B7D2FF72D}"/>
          </ac:cxnSpMkLst>
        </pc:cxnChg>
        <pc:cxnChg chg="add del mod">
          <ac:chgData name="Gellenoncourt, Kevin" userId="83ce2c6d-0bd4-4cd9-955e-dd3efc6a7d5a" providerId="ADAL" clId="{C9839D59-2972-4323-A767-4B90EFEABC06}" dt="2023-02-01T11:15:39.489" v="52978" actId="21"/>
          <ac:cxnSpMkLst>
            <pc:docMk/>
            <pc:sldMk cId="1818983037" sldId="1819"/>
            <ac:cxnSpMk id="44" creationId="{4E7270B0-ED14-4F83-9869-EAEB66E2621C}"/>
          </ac:cxnSpMkLst>
        </pc:cxnChg>
        <pc:cxnChg chg="add del mod">
          <ac:chgData name="Gellenoncourt, Kevin" userId="83ce2c6d-0bd4-4cd9-955e-dd3efc6a7d5a" providerId="ADAL" clId="{C9839D59-2972-4323-A767-4B90EFEABC06}" dt="2023-02-01T11:15:39.489" v="52978" actId="21"/>
          <ac:cxnSpMkLst>
            <pc:docMk/>
            <pc:sldMk cId="1818983037" sldId="1819"/>
            <ac:cxnSpMk id="51" creationId="{C27939BA-87B4-450B-8BE6-5D6BAA1F0025}"/>
          </ac:cxnSpMkLst>
        </pc:cxnChg>
        <pc:cxnChg chg="add del mod">
          <ac:chgData name="Gellenoncourt, Kevin" userId="83ce2c6d-0bd4-4cd9-955e-dd3efc6a7d5a" providerId="ADAL" clId="{C9839D59-2972-4323-A767-4B90EFEABC06}" dt="2022-12-30T15:56:03.750" v="40957" actId="478"/>
          <ac:cxnSpMkLst>
            <pc:docMk/>
            <pc:sldMk cId="1818983037" sldId="1819"/>
            <ac:cxnSpMk id="55" creationId="{4CA77D9C-C2DF-4998-AA38-0EFCA96A6B20}"/>
          </ac:cxnSpMkLst>
        </pc:cxnChg>
        <pc:cxnChg chg="add del mod">
          <ac:chgData name="Gellenoncourt, Kevin" userId="83ce2c6d-0bd4-4cd9-955e-dd3efc6a7d5a" providerId="ADAL" clId="{C9839D59-2972-4323-A767-4B90EFEABC06}" dt="2023-02-01T11:15:39.489" v="52978" actId="21"/>
          <ac:cxnSpMkLst>
            <pc:docMk/>
            <pc:sldMk cId="1818983037" sldId="1819"/>
            <ac:cxnSpMk id="61" creationId="{B4877759-0599-4345-8F14-42CFA9BAC97B}"/>
          </ac:cxnSpMkLst>
        </pc:cxnChg>
        <pc:cxnChg chg="add del mod">
          <ac:chgData name="Gellenoncourt, Kevin" userId="83ce2c6d-0bd4-4cd9-955e-dd3efc6a7d5a" providerId="ADAL" clId="{C9839D59-2972-4323-A767-4B90EFEABC06}" dt="2023-02-01T11:15:39.489" v="52978" actId="21"/>
          <ac:cxnSpMkLst>
            <pc:docMk/>
            <pc:sldMk cId="1818983037" sldId="1819"/>
            <ac:cxnSpMk id="73" creationId="{D2B3D9BB-89FE-487E-90F5-96D36449651B}"/>
          </ac:cxnSpMkLst>
        </pc:cxnChg>
        <pc:cxnChg chg="add del mod">
          <ac:chgData name="Gellenoncourt, Kevin" userId="83ce2c6d-0bd4-4cd9-955e-dd3efc6a7d5a" providerId="ADAL" clId="{C9839D59-2972-4323-A767-4B90EFEABC06}" dt="2023-02-01T11:12:54.608" v="52936" actId="21"/>
          <ac:cxnSpMkLst>
            <pc:docMk/>
            <pc:sldMk cId="1818983037" sldId="1819"/>
            <ac:cxnSpMk id="74" creationId="{72B34C11-E400-4E1B-A219-2F16F6588315}"/>
          </ac:cxnSpMkLst>
        </pc:cxnChg>
        <pc:cxnChg chg="add del mod">
          <ac:chgData name="Gellenoncourt, Kevin" userId="83ce2c6d-0bd4-4cd9-955e-dd3efc6a7d5a" providerId="ADAL" clId="{C9839D59-2972-4323-A767-4B90EFEABC06}" dt="2023-02-01T11:15:39.489" v="52978" actId="21"/>
          <ac:cxnSpMkLst>
            <pc:docMk/>
            <pc:sldMk cId="1818983037" sldId="1819"/>
            <ac:cxnSpMk id="76" creationId="{02DD84B7-68A0-4717-8452-1EF6415256FD}"/>
          </ac:cxnSpMkLst>
        </pc:cxnChg>
      </pc:sldChg>
      <pc:sldChg chg="addSp delSp modSp add mod ord modClrScheme addCm modCm chgLayout">
        <pc:chgData name="Gellenoncourt, Kevin" userId="83ce2c6d-0bd4-4cd9-955e-dd3efc6a7d5a" providerId="ADAL" clId="{C9839D59-2972-4323-A767-4B90EFEABC06}" dt="2023-02-13T08:15:58.805" v="54680" actId="14100"/>
        <pc:sldMkLst>
          <pc:docMk/>
          <pc:sldMk cId="573987221" sldId="1820"/>
        </pc:sldMkLst>
        <pc:spChg chg="mod ord">
          <ac:chgData name="Gellenoncourt, Kevin" userId="83ce2c6d-0bd4-4cd9-955e-dd3efc6a7d5a" providerId="ADAL" clId="{C9839D59-2972-4323-A767-4B90EFEABC06}" dt="2023-01-03T08:53:14.346" v="42300" actId="700"/>
          <ac:spMkLst>
            <pc:docMk/>
            <pc:sldMk cId="573987221" sldId="1820"/>
            <ac:spMk id="2" creationId="{5A7A24E1-B745-4C30-8722-068E5EE04E88}"/>
          </ac:spMkLst>
        </pc:spChg>
        <pc:spChg chg="add mod ord">
          <ac:chgData name="Gellenoncourt, Kevin" userId="83ce2c6d-0bd4-4cd9-955e-dd3efc6a7d5a" providerId="ADAL" clId="{C9839D59-2972-4323-A767-4B90EFEABC06}" dt="2023-02-03T14:25:53.253" v="54541" actId="5793"/>
          <ac:spMkLst>
            <pc:docMk/>
            <pc:sldMk cId="573987221" sldId="1820"/>
            <ac:spMk id="3" creationId="{4E363664-8C9A-480E-80D0-66989654605F}"/>
          </ac:spMkLst>
        </pc:spChg>
        <pc:spChg chg="del">
          <ac:chgData name="Gellenoncourt, Kevin" userId="83ce2c6d-0bd4-4cd9-955e-dd3efc6a7d5a" providerId="ADAL" clId="{C9839D59-2972-4323-A767-4B90EFEABC06}" dt="2023-01-03T08:36:30.136" v="41938" actId="478"/>
          <ac:spMkLst>
            <pc:docMk/>
            <pc:sldMk cId="573987221" sldId="1820"/>
            <ac:spMk id="4" creationId="{3976FD7E-BDAD-4918-B11F-4B42E56D7DBD}"/>
          </ac:spMkLst>
        </pc:spChg>
        <pc:spChg chg="add mod">
          <ac:chgData name="Gellenoncourt, Kevin" userId="83ce2c6d-0bd4-4cd9-955e-dd3efc6a7d5a" providerId="ADAL" clId="{C9839D59-2972-4323-A767-4B90EFEABC06}" dt="2023-02-01T11:17:44.468" v="53016" actId="1076"/>
          <ac:spMkLst>
            <pc:docMk/>
            <pc:sldMk cId="573987221" sldId="1820"/>
            <ac:spMk id="4" creationId="{A4812549-E5D9-F48C-C809-C25738F27D16}"/>
          </ac:spMkLst>
        </pc:spChg>
        <pc:spChg chg="add del mod ord">
          <ac:chgData name="Gellenoncourt, Kevin" userId="83ce2c6d-0bd4-4cd9-955e-dd3efc6a7d5a" providerId="ADAL" clId="{C9839D59-2972-4323-A767-4B90EFEABC06}" dt="2023-01-03T16:47:44.082" v="43065" actId="21"/>
          <ac:spMkLst>
            <pc:docMk/>
            <pc:sldMk cId="573987221" sldId="1820"/>
            <ac:spMk id="4" creationId="{AADAA3A3-F8F6-4F15-B64E-B4E1FFA38B51}"/>
          </ac:spMkLst>
        </pc:spChg>
        <pc:spChg chg="mod ord">
          <ac:chgData name="Gellenoncourt, Kevin" userId="83ce2c6d-0bd4-4cd9-955e-dd3efc6a7d5a" providerId="ADAL" clId="{C9839D59-2972-4323-A767-4B90EFEABC06}" dt="2023-02-01T11:16:08.083" v="52986" actId="1076"/>
          <ac:spMkLst>
            <pc:docMk/>
            <pc:sldMk cId="573987221" sldId="1820"/>
            <ac:spMk id="5" creationId="{0C8FEBB9-FAE7-4ADC-91CE-5FCDA7F70D82}"/>
          </ac:spMkLst>
        </pc:spChg>
        <pc:spChg chg="mod ord">
          <ac:chgData name="Gellenoncourt, Kevin" userId="83ce2c6d-0bd4-4cd9-955e-dd3efc6a7d5a" providerId="ADAL" clId="{C9839D59-2972-4323-A767-4B90EFEABC06}" dt="2023-01-03T08:53:14.346" v="42300" actId="700"/>
          <ac:spMkLst>
            <pc:docMk/>
            <pc:sldMk cId="573987221" sldId="1820"/>
            <ac:spMk id="6" creationId="{25DF5375-E35E-4821-B898-0B132F2F56B4}"/>
          </ac:spMkLst>
        </pc:spChg>
        <pc:spChg chg="del mod ord">
          <ac:chgData name="Gellenoncourt, Kevin" userId="83ce2c6d-0bd4-4cd9-955e-dd3efc6a7d5a" providerId="ADAL" clId="{C9839D59-2972-4323-A767-4B90EFEABC06}" dt="2023-01-03T08:37:04.613" v="41946" actId="478"/>
          <ac:spMkLst>
            <pc:docMk/>
            <pc:sldMk cId="573987221" sldId="1820"/>
            <ac:spMk id="7" creationId="{1E635D63-9261-445C-926E-D41E81DA87D2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7" creationId="{400D757F-0F0F-CEB0-390D-4C592B1CD82C}"/>
          </ac:spMkLst>
        </pc:spChg>
        <pc:spChg chg="add del mod ord">
          <ac:chgData name="Gellenoncourt, Kevin" userId="83ce2c6d-0bd4-4cd9-955e-dd3efc6a7d5a" providerId="ADAL" clId="{C9839D59-2972-4323-A767-4B90EFEABC06}" dt="2023-01-03T16:48:00.293" v="43068" actId="478"/>
          <ac:spMkLst>
            <pc:docMk/>
            <pc:sldMk cId="573987221" sldId="1820"/>
            <ac:spMk id="8" creationId="{27A7A06C-3A1A-4C33-8596-842FF0A91786}"/>
          </ac:spMkLst>
        </pc:spChg>
        <pc:spChg chg="add del mod">
          <ac:chgData name="Gellenoncourt, Kevin" userId="83ce2c6d-0bd4-4cd9-955e-dd3efc6a7d5a" providerId="ADAL" clId="{C9839D59-2972-4323-A767-4B90EFEABC06}" dt="2023-01-03T08:36:35.930" v="41939" actId="478"/>
          <ac:spMkLst>
            <pc:docMk/>
            <pc:sldMk cId="573987221" sldId="1820"/>
            <ac:spMk id="8" creationId="{75DB25BF-3FCD-4FFA-B780-B8C153EC4E46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8" creationId="{AED28076-5AB9-E42F-2C0D-10191949AFEE}"/>
          </ac:spMkLst>
        </pc:spChg>
        <pc:spChg chg="add del mod ord">
          <ac:chgData name="Gellenoncourt, Kevin" userId="83ce2c6d-0bd4-4cd9-955e-dd3efc6a7d5a" providerId="ADAL" clId="{C9839D59-2972-4323-A767-4B90EFEABC06}" dt="2023-02-01T10:47:36.643" v="52602"/>
          <ac:spMkLst>
            <pc:docMk/>
            <pc:sldMk cId="573987221" sldId="1820"/>
            <ac:spMk id="9" creationId="{5BCE3D02-D0A2-48C9-9272-081BC40839F6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10" creationId="{5D5B4EF9-6A9A-E88A-E581-9E52FFF8AEF3}"/>
          </ac:spMkLst>
        </pc:spChg>
        <pc:spChg chg="del">
          <ac:chgData name="Gellenoncourt, Kevin" userId="83ce2c6d-0bd4-4cd9-955e-dd3efc6a7d5a" providerId="ADAL" clId="{C9839D59-2972-4323-A767-4B90EFEABC06}" dt="2023-01-03T08:36:25.132" v="41937" actId="478"/>
          <ac:spMkLst>
            <pc:docMk/>
            <pc:sldMk cId="573987221" sldId="1820"/>
            <ac:spMk id="10" creationId="{C7B23976-DA4F-4F56-A1C5-E22A55CA1424}"/>
          </ac:spMkLst>
        </pc:spChg>
        <pc:spChg chg="add del mod">
          <ac:chgData name="Gellenoncourt, Kevin" userId="83ce2c6d-0bd4-4cd9-955e-dd3efc6a7d5a" providerId="ADAL" clId="{C9839D59-2972-4323-A767-4B90EFEABC06}" dt="2023-01-03T08:53:35.715" v="42306" actId="478"/>
          <ac:spMkLst>
            <pc:docMk/>
            <pc:sldMk cId="573987221" sldId="1820"/>
            <ac:spMk id="11" creationId="{2F8E0A17-44E9-45B7-BA29-A6DCAA08F18F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11" creationId="{66419242-533A-BEE9-75A6-57D6672C7770}"/>
          </ac:spMkLst>
        </pc:spChg>
        <pc:spChg chg="mod">
          <ac:chgData name="Gellenoncourt, Kevin" userId="83ce2c6d-0bd4-4cd9-955e-dd3efc6a7d5a" providerId="ADAL" clId="{C9839D59-2972-4323-A767-4B90EFEABC06}" dt="2023-02-01T11:17:47.842" v="53017" actId="1076"/>
          <ac:spMkLst>
            <pc:docMk/>
            <pc:sldMk cId="573987221" sldId="1820"/>
            <ac:spMk id="12" creationId="{64ECD094-0BAB-404B-ADBE-CE9D0FC9EDE5}"/>
          </ac:spMkLst>
        </pc:spChg>
        <pc:spChg chg="add mod">
          <ac:chgData name="Gellenoncourt, Kevin" userId="83ce2c6d-0bd4-4cd9-955e-dd3efc6a7d5a" providerId="ADAL" clId="{C9839D59-2972-4323-A767-4B90EFEABC06}" dt="2023-02-13T08:15:18.255" v="54674" actId="14100"/>
          <ac:spMkLst>
            <pc:docMk/>
            <pc:sldMk cId="573987221" sldId="1820"/>
            <ac:spMk id="13" creationId="{0B5FD30F-0950-4F5A-8483-1B33E24F4568}"/>
          </ac:spMkLst>
        </pc:spChg>
        <pc:spChg chg="del mod">
          <ac:chgData name="Gellenoncourt, Kevin" userId="83ce2c6d-0bd4-4cd9-955e-dd3efc6a7d5a" providerId="ADAL" clId="{C9839D59-2972-4323-A767-4B90EFEABC06}" dt="2023-01-03T08:53:41.865" v="42308" actId="478"/>
          <ac:spMkLst>
            <pc:docMk/>
            <pc:sldMk cId="573987221" sldId="1820"/>
            <ac:spMk id="13" creationId="{36488E25-BB99-4BCA-8CC5-841F57BCB6E0}"/>
          </ac:spMkLst>
        </pc:spChg>
        <pc:spChg chg="add mod">
          <ac:chgData name="Gellenoncourt, Kevin" userId="83ce2c6d-0bd4-4cd9-955e-dd3efc6a7d5a" providerId="ADAL" clId="{C9839D59-2972-4323-A767-4B90EFEABC06}" dt="2023-02-01T11:15:12.507" v="52973" actId="14100"/>
          <ac:spMkLst>
            <pc:docMk/>
            <pc:sldMk cId="573987221" sldId="1820"/>
            <ac:spMk id="14" creationId="{072A5DAD-F5AA-4E5D-820A-6F350620D2E2}"/>
          </ac:spMkLst>
        </pc:spChg>
        <pc:spChg chg="del">
          <ac:chgData name="Gellenoncourt, Kevin" userId="83ce2c6d-0bd4-4cd9-955e-dd3efc6a7d5a" providerId="ADAL" clId="{C9839D59-2972-4323-A767-4B90EFEABC06}" dt="2023-01-03T08:36:25.132" v="41937" actId="478"/>
          <ac:spMkLst>
            <pc:docMk/>
            <pc:sldMk cId="573987221" sldId="1820"/>
            <ac:spMk id="14" creationId="{C5904F92-069E-4B0C-8C0B-3F525C534C10}"/>
          </ac:spMkLst>
        </pc:spChg>
        <pc:spChg chg="add mod">
          <ac:chgData name="Gellenoncourt, Kevin" userId="83ce2c6d-0bd4-4cd9-955e-dd3efc6a7d5a" providerId="ADAL" clId="{C9839D59-2972-4323-A767-4B90EFEABC06}" dt="2023-02-01T11:15:15.678" v="52974" actId="1076"/>
          <ac:spMkLst>
            <pc:docMk/>
            <pc:sldMk cId="573987221" sldId="1820"/>
            <ac:spMk id="15" creationId="{3FE305E2-E5A2-4927-8C26-1C40D6E7A44E}"/>
          </ac:spMkLst>
        </pc:spChg>
        <pc:spChg chg="del">
          <ac:chgData name="Gellenoncourt, Kevin" userId="83ce2c6d-0bd4-4cd9-955e-dd3efc6a7d5a" providerId="ADAL" clId="{C9839D59-2972-4323-A767-4B90EFEABC06}" dt="2023-01-03T08:41:15.101" v="42082" actId="21"/>
          <ac:spMkLst>
            <pc:docMk/>
            <pc:sldMk cId="573987221" sldId="1820"/>
            <ac:spMk id="15" creationId="{780FCF85-F2E4-48D5-8946-D4ABAF36D17D}"/>
          </ac:spMkLst>
        </pc:spChg>
        <pc:spChg chg="mod">
          <ac:chgData name="Gellenoncourt, Kevin" userId="83ce2c6d-0bd4-4cd9-955e-dd3efc6a7d5a" providerId="ADAL" clId="{C9839D59-2972-4323-A767-4B90EFEABC06}" dt="2023-02-01T11:17:00.074" v="52999" actId="1076"/>
          <ac:spMkLst>
            <pc:docMk/>
            <pc:sldMk cId="573987221" sldId="1820"/>
            <ac:spMk id="16" creationId="{BE4D4D94-F0C9-49F4-B3BB-844FBDA7E64C}"/>
          </ac:spMkLst>
        </pc:spChg>
        <pc:spChg chg="mod">
          <ac:chgData name="Gellenoncourt, Kevin" userId="83ce2c6d-0bd4-4cd9-955e-dd3efc6a7d5a" providerId="ADAL" clId="{C9839D59-2972-4323-A767-4B90EFEABC06}" dt="2023-01-03T16:48:42.110" v="43079" actId="1076"/>
          <ac:spMkLst>
            <pc:docMk/>
            <pc:sldMk cId="573987221" sldId="1820"/>
            <ac:spMk id="17" creationId="{7DBAED25-ECEF-40D1-9F22-E7207CC0AEBE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18" creationId="{A9D615CA-42A2-EC1C-8EC6-B8301B61A812}"/>
          </ac:spMkLst>
        </pc:spChg>
        <pc:spChg chg="add del mod">
          <ac:chgData name="Gellenoncourt, Kevin" userId="83ce2c6d-0bd4-4cd9-955e-dd3efc6a7d5a" providerId="ADAL" clId="{C9839D59-2972-4323-A767-4B90EFEABC06}" dt="2023-01-03T16:48:01.964" v="43070"/>
          <ac:spMkLst>
            <pc:docMk/>
            <pc:sldMk cId="573987221" sldId="1820"/>
            <ac:spMk id="18" creationId="{A9E65B52-1126-4801-9D9A-1E7F90426EE1}"/>
          </ac:spMkLst>
        </pc:spChg>
        <pc:spChg chg="add del mod">
          <ac:chgData name="Gellenoncourt, Kevin" userId="83ce2c6d-0bd4-4cd9-955e-dd3efc6a7d5a" providerId="ADAL" clId="{C9839D59-2972-4323-A767-4B90EFEABC06}" dt="2023-01-03T08:37:09.810" v="41947" actId="478"/>
          <ac:spMkLst>
            <pc:docMk/>
            <pc:sldMk cId="573987221" sldId="1820"/>
            <ac:spMk id="19" creationId="{05134C2B-967B-49A2-8EAB-7333C7E1005B}"/>
          </ac:spMkLst>
        </pc:spChg>
        <pc:spChg chg="add mod">
          <ac:chgData name="Gellenoncourt, Kevin" userId="83ce2c6d-0bd4-4cd9-955e-dd3efc6a7d5a" providerId="ADAL" clId="{C9839D59-2972-4323-A767-4B90EFEABC06}" dt="2023-02-01T11:15:21.872" v="52975" actId="1076"/>
          <ac:spMkLst>
            <pc:docMk/>
            <pc:sldMk cId="573987221" sldId="1820"/>
            <ac:spMk id="19" creationId="{5E227989-D143-4E57-9683-E895B3910F5F}"/>
          </ac:spMkLst>
        </pc:spChg>
        <pc:spChg chg="add del mod ord">
          <ac:chgData name="Gellenoncourt, Kevin" userId="83ce2c6d-0bd4-4cd9-955e-dd3efc6a7d5a" providerId="ADAL" clId="{C9839D59-2972-4323-A767-4B90EFEABC06}" dt="2023-01-03T08:37:25.841" v="41950" actId="700"/>
          <ac:spMkLst>
            <pc:docMk/>
            <pc:sldMk cId="573987221" sldId="1820"/>
            <ac:spMk id="20" creationId="{299B279B-BC21-4EE5-83B2-B731E888DB5B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20" creationId="{5FBD6145-54C9-94AC-CE03-DB26E056241F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21" creationId="{7DB028AC-9516-B8D6-3750-CEE5A1A39DE0}"/>
          </ac:spMkLst>
        </pc:spChg>
        <pc:spChg chg="add del mod ord">
          <ac:chgData name="Gellenoncourt, Kevin" userId="83ce2c6d-0bd4-4cd9-955e-dd3efc6a7d5a" providerId="ADAL" clId="{C9839D59-2972-4323-A767-4B90EFEABC06}" dt="2023-01-03T08:37:25.841" v="41950" actId="700"/>
          <ac:spMkLst>
            <pc:docMk/>
            <pc:sldMk cId="573987221" sldId="1820"/>
            <ac:spMk id="21" creationId="{89FD7C65-817A-49E4-815F-6C71A2C05E72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24" creationId="{08E72654-7A85-D2D1-2FAE-8CF7D2DFD344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26" creationId="{1EE37197-6171-8064-C729-00D98AFD4DB7}"/>
          </ac:spMkLst>
        </pc:spChg>
        <pc:spChg chg="add del mod">
          <ac:chgData name="Gellenoncourt, Kevin" userId="83ce2c6d-0bd4-4cd9-955e-dd3efc6a7d5a" providerId="ADAL" clId="{C9839D59-2972-4323-A767-4B90EFEABC06}" dt="2023-02-01T11:15:46.854" v="52980"/>
          <ac:spMkLst>
            <pc:docMk/>
            <pc:sldMk cId="573987221" sldId="1820"/>
            <ac:spMk id="28" creationId="{99035097-3A77-39EB-B647-BD912E81D0AC}"/>
          </ac:spMkLst>
        </pc:spChg>
        <pc:spChg chg="add mod">
          <ac:chgData name="Gellenoncourt, Kevin" userId="83ce2c6d-0bd4-4cd9-955e-dd3efc6a7d5a" providerId="ADAL" clId="{C9839D59-2972-4323-A767-4B90EFEABC06}" dt="2023-02-13T08:15:40.660" v="54676" actId="404"/>
          <ac:spMkLst>
            <pc:docMk/>
            <pc:sldMk cId="573987221" sldId="1820"/>
            <ac:spMk id="33" creationId="{8016746C-CB99-6FF4-34CC-0DB6A89249E0}"/>
          </ac:spMkLst>
        </pc:spChg>
        <pc:spChg chg="add mod">
          <ac:chgData name="Gellenoncourt, Kevin" userId="83ce2c6d-0bd4-4cd9-955e-dd3efc6a7d5a" providerId="ADAL" clId="{C9839D59-2972-4323-A767-4B90EFEABC06}" dt="2023-02-01T11:16:08.083" v="52986" actId="1076"/>
          <ac:spMkLst>
            <pc:docMk/>
            <pc:sldMk cId="573987221" sldId="1820"/>
            <ac:spMk id="34" creationId="{066DCDB7-D6E4-4733-81D6-34ECFC27D0CE}"/>
          </ac:spMkLst>
        </pc:spChg>
        <pc:spChg chg="add mod">
          <ac:chgData name="Gellenoncourt, Kevin" userId="83ce2c6d-0bd4-4cd9-955e-dd3efc6a7d5a" providerId="ADAL" clId="{C9839D59-2972-4323-A767-4B90EFEABC06}" dt="2023-02-01T11:16:08.083" v="52986" actId="1076"/>
          <ac:spMkLst>
            <pc:docMk/>
            <pc:sldMk cId="573987221" sldId="1820"/>
            <ac:spMk id="35" creationId="{7FC68D04-E723-5BD2-70F4-13D945FDCE90}"/>
          </ac:spMkLst>
        </pc:spChg>
        <pc:spChg chg="add mod">
          <ac:chgData name="Gellenoncourt, Kevin" userId="83ce2c6d-0bd4-4cd9-955e-dd3efc6a7d5a" providerId="ADAL" clId="{C9839D59-2972-4323-A767-4B90EFEABC06}" dt="2023-02-13T08:15:53.168" v="54679" actId="14100"/>
          <ac:spMkLst>
            <pc:docMk/>
            <pc:sldMk cId="573987221" sldId="1820"/>
            <ac:spMk id="36" creationId="{E87DEBAE-0F6E-7145-08B0-D3EEE76D69AF}"/>
          </ac:spMkLst>
        </pc:spChg>
        <pc:spChg chg="add mod">
          <ac:chgData name="Gellenoncourt, Kevin" userId="83ce2c6d-0bd4-4cd9-955e-dd3efc6a7d5a" providerId="ADAL" clId="{C9839D59-2972-4323-A767-4B90EFEABC06}" dt="2023-02-01T11:15:52.960" v="52982" actId="1076"/>
          <ac:spMkLst>
            <pc:docMk/>
            <pc:sldMk cId="573987221" sldId="1820"/>
            <ac:spMk id="37" creationId="{D00126E8-4668-16C3-3EE0-E52524250404}"/>
          </ac:spMkLst>
        </pc:spChg>
        <pc:spChg chg="add mod">
          <ac:chgData name="Gellenoncourt, Kevin" userId="83ce2c6d-0bd4-4cd9-955e-dd3efc6a7d5a" providerId="ADAL" clId="{C9839D59-2972-4323-A767-4B90EFEABC06}" dt="2023-02-01T11:15:52.960" v="52982" actId="1076"/>
          <ac:spMkLst>
            <pc:docMk/>
            <pc:sldMk cId="573987221" sldId="1820"/>
            <ac:spMk id="38" creationId="{1A60E62F-4E60-F4DA-558E-5F9B22269E56}"/>
          </ac:spMkLst>
        </pc:spChg>
        <pc:spChg chg="add mod">
          <ac:chgData name="Gellenoncourt, Kevin" userId="83ce2c6d-0bd4-4cd9-955e-dd3efc6a7d5a" providerId="ADAL" clId="{C9839D59-2972-4323-A767-4B90EFEABC06}" dt="2023-02-01T11:15:52.960" v="52982" actId="1076"/>
          <ac:spMkLst>
            <pc:docMk/>
            <pc:sldMk cId="573987221" sldId="1820"/>
            <ac:spMk id="39" creationId="{B3FE79E3-65B6-366D-DCDC-87FFDB552029}"/>
          </ac:spMkLst>
        </pc:spChg>
        <pc:spChg chg="add mod">
          <ac:chgData name="Gellenoncourt, Kevin" userId="83ce2c6d-0bd4-4cd9-955e-dd3efc6a7d5a" providerId="ADAL" clId="{C9839D59-2972-4323-A767-4B90EFEABC06}" dt="2023-02-01T11:15:52.960" v="52982" actId="1076"/>
          <ac:spMkLst>
            <pc:docMk/>
            <pc:sldMk cId="573987221" sldId="1820"/>
            <ac:spMk id="42" creationId="{413EFA98-18AA-B36F-01D6-C0DB25DAB02E}"/>
          </ac:spMkLst>
        </pc:spChg>
        <pc:spChg chg="add mod">
          <ac:chgData name="Gellenoncourt, Kevin" userId="83ce2c6d-0bd4-4cd9-955e-dd3efc6a7d5a" providerId="ADAL" clId="{C9839D59-2972-4323-A767-4B90EFEABC06}" dt="2023-02-01T11:15:52.960" v="52982" actId="1076"/>
          <ac:spMkLst>
            <pc:docMk/>
            <pc:sldMk cId="573987221" sldId="1820"/>
            <ac:spMk id="44" creationId="{2FA43ED5-81A8-72AB-4D50-F9D538DEF32F}"/>
          </ac:spMkLst>
        </pc:spChg>
        <pc:spChg chg="add mod">
          <ac:chgData name="Gellenoncourt, Kevin" userId="83ce2c6d-0bd4-4cd9-955e-dd3efc6a7d5a" providerId="ADAL" clId="{C9839D59-2972-4323-A767-4B90EFEABC06}" dt="2023-02-01T11:15:52.960" v="52982" actId="1076"/>
          <ac:spMkLst>
            <pc:docMk/>
            <pc:sldMk cId="573987221" sldId="1820"/>
            <ac:spMk id="46" creationId="{C820315A-37A8-D7DF-4FEA-0D805E2CC87E}"/>
          </ac:spMkLst>
        </pc:spChg>
        <pc:cxnChg chg="add del mod">
          <ac:chgData name="Gellenoncourt, Kevin" userId="83ce2c6d-0bd4-4cd9-955e-dd3efc6a7d5a" providerId="ADAL" clId="{C9839D59-2972-4323-A767-4B90EFEABC06}" dt="2023-02-01T11:15:46.854" v="52980"/>
          <ac:cxnSpMkLst>
            <pc:docMk/>
            <pc:sldMk cId="573987221" sldId="1820"/>
            <ac:cxnSpMk id="22" creationId="{9EC734A8-7255-52B0-9A19-4E60810ED10A}"/>
          </ac:cxnSpMkLst>
        </pc:cxnChg>
        <pc:cxnChg chg="add del mod">
          <ac:chgData name="Gellenoncourt, Kevin" userId="83ce2c6d-0bd4-4cd9-955e-dd3efc6a7d5a" providerId="ADAL" clId="{C9839D59-2972-4323-A767-4B90EFEABC06}" dt="2023-02-01T11:15:46.854" v="52980"/>
          <ac:cxnSpMkLst>
            <pc:docMk/>
            <pc:sldMk cId="573987221" sldId="1820"/>
            <ac:cxnSpMk id="23" creationId="{20A27162-6DA7-966E-5AB3-ACF473BDB8C9}"/>
          </ac:cxnSpMkLst>
        </pc:cxnChg>
        <pc:cxnChg chg="add del mod">
          <ac:chgData name="Gellenoncourt, Kevin" userId="83ce2c6d-0bd4-4cd9-955e-dd3efc6a7d5a" providerId="ADAL" clId="{C9839D59-2972-4323-A767-4B90EFEABC06}" dt="2023-02-01T11:15:46.854" v="52980"/>
          <ac:cxnSpMkLst>
            <pc:docMk/>
            <pc:sldMk cId="573987221" sldId="1820"/>
            <ac:cxnSpMk id="25" creationId="{4FDA9E8F-C2D4-554A-A79A-D3F7DF43D238}"/>
          </ac:cxnSpMkLst>
        </pc:cxnChg>
        <pc:cxnChg chg="add del mod">
          <ac:chgData name="Gellenoncourt, Kevin" userId="83ce2c6d-0bd4-4cd9-955e-dd3efc6a7d5a" providerId="ADAL" clId="{C9839D59-2972-4323-A767-4B90EFEABC06}" dt="2023-02-01T11:15:46.854" v="52980"/>
          <ac:cxnSpMkLst>
            <pc:docMk/>
            <pc:sldMk cId="573987221" sldId="1820"/>
            <ac:cxnSpMk id="27" creationId="{04C5446B-9FDE-EB5A-3127-66A2194FB0E7}"/>
          </ac:cxnSpMkLst>
        </pc:cxnChg>
        <pc:cxnChg chg="add del mod">
          <ac:chgData name="Gellenoncourt, Kevin" userId="83ce2c6d-0bd4-4cd9-955e-dd3efc6a7d5a" providerId="ADAL" clId="{C9839D59-2972-4323-A767-4B90EFEABC06}" dt="2023-02-01T11:15:46.854" v="52980"/>
          <ac:cxnSpMkLst>
            <pc:docMk/>
            <pc:sldMk cId="573987221" sldId="1820"/>
            <ac:cxnSpMk id="29" creationId="{2024CDB3-95A7-FC0B-9FD5-1603F02979B0}"/>
          </ac:cxnSpMkLst>
        </pc:cxnChg>
        <pc:cxnChg chg="add del mod">
          <ac:chgData name="Gellenoncourt, Kevin" userId="83ce2c6d-0bd4-4cd9-955e-dd3efc6a7d5a" providerId="ADAL" clId="{C9839D59-2972-4323-A767-4B90EFEABC06}" dt="2023-02-01T11:15:46.854" v="52980"/>
          <ac:cxnSpMkLst>
            <pc:docMk/>
            <pc:sldMk cId="573987221" sldId="1820"/>
            <ac:cxnSpMk id="30" creationId="{72E59330-667E-5A66-AA47-49A1761A43CE}"/>
          </ac:cxnSpMkLst>
        </pc:cxnChg>
        <pc:cxnChg chg="add del mod">
          <ac:chgData name="Gellenoncourt, Kevin" userId="83ce2c6d-0bd4-4cd9-955e-dd3efc6a7d5a" providerId="ADAL" clId="{C9839D59-2972-4323-A767-4B90EFEABC06}" dt="2023-02-01T11:15:46.854" v="52980"/>
          <ac:cxnSpMkLst>
            <pc:docMk/>
            <pc:sldMk cId="573987221" sldId="1820"/>
            <ac:cxnSpMk id="31" creationId="{3625E9B8-82AD-930A-E4E7-1724BB630CF3}"/>
          </ac:cxnSpMkLst>
        </pc:cxnChg>
        <pc:cxnChg chg="add del mod">
          <ac:chgData name="Gellenoncourt, Kevin" userId="83ce2c6d-0bd4-4cd9-955e-dd3efc6a7d5a" providerId="ADAL" clId="{C9839D59-2972-4323-A767-4B90EFEABC06}" dt="2023-02-01T11:15:46.854" v="52980"/>
          <ac:cxnSpMkLst>
            <pc:docMk/>
            <pc:sldMk cId="573987221" sldId="1820"/>
            <ac:cxnSpMk id="32" creationId="{B2635297-05D1-FDBB-62B0-8E7C1C75AA2B}"/>
          </ac:cxnSpMkLst>
        </pc:cxnChg>
        <pc:cxnChg chg="add mod">
          <ac:chgData name="Gellenoncourt, Kevin" userId="83ce2c6d-0bd4-4cd9-955e-dd3efc6a7d5a" providerId="ADAL" clId="{C9839D59-2972-4323-A767-4B90EFEABC06}" dt="2023-02-01T11:15:52.960" v="52982" actId="1076"/>
          <ac:cxnSpMkLst>
            <pc:docMk/>
            <pc:sldMk cId="573987221" sldId="1820"/>
            <ac:cxnSpMk id="40" creationId="{772A9A18-B4D7-C26A-822B-78046E98E76F}"/>
          </ac:cxnSpMkLst>
        </pc:cxnChg>
        <pc:cxnChg chg="add mod">
          <ac:chgData name="Gellenoncourt, Kevin" userId="83ce2c6d-0bd4-4cd9-955e-dd3efc6a7d5a" providerId="ADAL" clId="{C9839D59-2972-4323-A767-4B90EFEABC06}" dt="2023-02-01T11:15:52.960" v="52982" actId="1076"/>
          <ac:cxnSpMkLst>
            <pc:docMk/>
            <pc:sldMk cId="573987221" sldId="1820"/>
            <ac:cxnSpMk id="41" creationId="{F9B64CD3-7193-C762-9DDC-FF82D947B462}"/>
          </ac:cxnSpMkLst>
        </pc:cxnChg>
        <pc:cxnChg chg="add mod">
          <ac:chgData name="Gellenoncourt, Kevin" userId="83ce2c6d-0bd4-4cd9-955e-dd3efc6a7d5a" providerId="ADAL" clId="{C9839D59-2972-4323-A767-4B90EFEABC06}" dt="2023-02-01T11:15:52.960" v="52982" actId="1076"/>
          <ac:cxnSpMkLst>
            <pc:docMk/>
            <pc:sldMk cId="573987221" sldId="1820"/>
            <ac:cxnSpMk id="43" creationId="{ECA62D55-FA6C-0D6E-2FB8-BBF6548B041B}"/>
          </ac:cxnSpMkLst>
        </pc:cxnChg>
        <pc:cxnChg chg="add mod">
          <ac:chgData name="Gellenoncourt, Kevin" userId="83ce2c6d-0bd4-4cd9-955e-dd3efc6a7d5a" providerId="ADAL" clId="{C9839D59-2972-4323-A767-4B90EFEABC06}" dt="2023-02-01T11:15:52.960" v="52982" actId="1076"/>
          <ac:cxnSpMkLst>
            <pc:docMk/>
            <pc:sldMk cId="573987221" sldId="1820"/>
            <ac:cxnSpMk id="45" creationId="{8E1E9837-2AB9-F671-6219-00383E8A6287}"/>
          </ac:cxnSpMkLst>
        </pc:cxnChg>
        <pc:cxnChg chg="add mod">
          <ac:chgData name="Gellenoncourt, Kevin" userId="83ce2c6d-0bd4-4cd9-955e-dd3efc6a7d5a" providerId="ADAL" clId="{C9839D59-2972-4323-A767-4B90EFEABC06}" dt="2023-02-13T08:15:58.805" v="54680" actId="14100"/>
          <ac:cxnSpMkLst>
            <pc:docMk/>
            <pc:sldMk cId="573987221" sldId="1820"/>
            <ac:cxnSpMk id="47" creationId="{E651C0C6-85D9-CB2B-C171-A4281BC8D980}"/>
          </ac:cxnSpMkLst>
        </pc:cxnChg>
        <pc:cxnChg chg="add mod">
          <ac:chgData name="Gellenoncourt, Kevin" userId="83ce2c6d-0bd4-4cd9-955e-dd3efc6a7d5a" providerId="ADAL" clId="{C9839D59-2972-4323-A767-4B90EFEABC06}" dt="2023-02-01T11:15:52.960" v="52982" actId="1076"/>
          <ac:cxnSpMkLst>
            <pc:docMk/>
            <pc:sldMk cId="573987221" sldId="1820"/>
            <ac:cxnSpMk id="48" creationId="{69314EB6-A98A-1759-5E1B-766EEFA1BFD4}"/>
          </ac:cxnSpMkLst>
        </pc:cxnChg>
        <pc:cxnChg chg="add mod">
          <ac:chgData name="Gellenoncourt, Kevin" userId="83ce2c6d-0bd4-4cd9-955e-dd3efc6a7d5a" providerId="ADAL" clId="{C9839D59-2972-4323-A767-4B90EFEABC06}" dt="2023-02-01T11:16:14.961" v="52988" actId="14100"/>
          <ac:cxnSpMkLst>
            <pc:docMk/>
            <pc:sldMk cId="573987221" sldId="1820"/>
            <ac:cxnSpMk id="49" creationId="{1206383A-9D62-93C5-C5BF-24E041273B24}"/>
          </ac:cxnSpMkLst>
        </pc:cxnChg>
        <pc:cxnChg chg="add mod">
          <ac:chgData name="Gellenoncourt, Kevin" userId="83ce2c6d-0bd4-4cd9-955e-dd3efc6a7d5a" providerId="ADAL" clId="{C9839D59-2972-4323-A767-4B90EFEABC06}" dt="2023-02-01T11:16:11.473" v="52987" actId="14100"/>
          <ac:cxnSpMkLst>
            <pc:docMk/>
            <pc:sldMk cId="573987221" sldId="1820"/>
            <ac:cxnSpMk id="50" creationId="{6933EA48-58AC-DE75-5987-2BA91F799AF5}"/>
          </ac:cxnSpMkLst>
        </pc:cxnChg>
      </pc:sldChg>
      <pc:sldChg chg="addSp delSp modSp new mod ord">
        <pc:chgData name="Gellenoncourt, Kevin" userId="83ce2c6d-0bd4-4cd9-955e-dd3efc6a7d5a" providerId="ADAL" clId="{C9839D59-2972-4323-A767-4B90EFEABC06}" dt="2023-02-01T10:52:57.451" v="52695"/>
        <pc:sldMkLst>
          <pc:docMk/>
          <pc:sldMk cId="3517604494" sldId="1821"/>
        </pc:sldMkLst>
        <pc:spChg chg="mod">
          <ac:chgData name="Gellenoncourt, Kevin" userId="83ce2c6d-0bd4-4cd9-955e-dd3efc6a7d5a" providerId="ADAL" clId="{C9839D59-2972-4323-A767-4B90EFEABC06}" dt="2023-02-01T10:52:57.451" v="52695"/>
          <ac:spMkLst>
            <pc:docMk/>
            <pc:sldMk cId="3517604494" sldId="1821"/>
            <ac:spMk id="2" creationId="{AD72B603-34D9-4DF3-8A63-2BAF2610FC96}"/>
          </ac:spMkLst>
        </pc:spChg>
        <pc:spChg chg="mod">
          <ac:chgData name="Gellenoncourt, Kevin" userId="83ce2c6d-0bd4-4cd9-955e-dd3efc6a7d5a" providerId="ADAL" clId="{C9839D59-2972-4323-A767-4B90EFEABC06}" dt="2023-02-01T10:52:40.201" v="52686" actId="20577"/>
          <ac:spMkLst>
            <pc:docMk/>
            <pc:sldMk cId="3517604494" sldId="1821"/>
            <ac:spMk id="3" creationId="{60204C13-1344-4E15-8DE3-26ED6375C70D}"/>
          </ac:spMkLst>
        </pc:spChg>
        <pc:spChg chg="del mod">
          <ac:chgData name="Gellenoncourt, Kevin" userId="83ce2c6d-0bd4-4cd9-955e-dd3efc6a7d5a" providerId="ADAL" clId="{C9839D59-2972-4323-A767-4B90EFEABC06}" dt="2023-01-05T15:12:37.051" v="43730" actId="478"/>
          <ac:spMkLst>
            <pc:docMk/>
            <pc:sldMk cId="3517604494" sldId="1821"/>
            <ac:spMk id="4" creationId="{5D6281FA-0745-4F23-A810-9F23BF6F593F}"/>
          </ac:spMkLst>
        </pc:spChg>
        <pc:spChg chg="add del mod">
          <ac:chgData name="Gellenoncourt, Kevin" userId="83ce2c6d-0bd4-4cd9-955e-dd3efc6a7d5a" providerId="ADAL" clId="{C9839D59-2972-4323-A767-4B90EFEABC06}" dt="2023-01-05T15:12:40.597" v="43731" actId="478"/>
          <ac:spMkLst>
            <pc:docMk/>
            <pc:sldMk cId="3517604494" sldId="1821"/>
            <ac:spMk id="8" creationId="{ECB019F8-7629-4077-BCCE-A382AE0280BA}"/>
          </ac:spMkLst>
        </pc:spChg>
        <pc:graphicFrameChg chg="add mod modGraphic">
          <ac:chgData name="Gellenoncourt, Kevin" userId="83ce2c6d-0bd4-4cd9-955e-dd3efc6a7d5a" providerId="ADAL" clId="{C9839D59-2972-4323-A767-4B90EFEABC06}" dt="2023-01-27T18:25:04.501" v="51323" actId="20577"/>
          <ac:graphicFrameMkLst>
            <pc:docMk/>
            <pc:sldMk cId="3517604494" sldId="1821"/>
            <ac:graphicFrameMk id="9" creationId="{69D58248-41CB-4105-81B7-C44D2FD87403}"/>
          </ac:graphicFrameMkLst>
        </pc:graphicFrameChg>
      </pc:sldChg>
      <pc:sldChg chg="addSp delSp modSp add del mod ord addCm delCm modCm chgLayout">
        <pc:chgData name="Gellenoncourt, Kevin" userId="83ce2c6d-0bd4-4cd9-955e-dd3efc6a7d5a" providerId="ADAL" clId="{C9839D59-2972-4323-A767-4B90EFEABC06}" dt="2023-02-02T15:54:55.418" v="54501" actId="20577"/>
        <pc:sldMkLst>
          <pc:docMk/>
          <pc:sldMk cId="439706182" sldId="1822"/>
        </pc:sldMkLst>
        <pc:spChg chg="mod ord">
          <ac:chgData name="Gellenoncourt, Kevin" userId="83ce2c6d-0bd4-4cd9-955e-dd3efc6a7d5a" providerId="ADAL" clId="{C9839D59-2972-4323-A767-4B90EFEABC06}" dt="2023-02-02T15:54:55.418" v="54501" actId="20577"/>
          <ac:spMkLst>
            <pc:docMk/>
            <pc:sldMk cId="439706182" sldId="1822"/>
            <ac:spMk id="2" creationId="{81B4020D-2DE6-4B6C-822C-676A9E68ECFA}"/>
          </ac:spMkLst>
        </pc:spChg>
        <pc:spChg chg="add mod ord">
          <ac:chgData name="Gellenoncourt, Kevin" userId="83ce2c6d-0bd4-4cd9-955e-dd3efc6a7d5a" providerId="ADAL" clId="{C9839D59-2972-4323-A767-4B90EFEABC06}" dt="2023-01-17T13:43:32.334" v="47985" actId="14100"/>
          <ac:spMkLst>
            <pc:docMk/>
            <pc:sldMk cId="439706182" sldId="1822"/>
            <ac:spMk id="3" creationId="{27D2F22D-9FC0-44F8-B90E-3D7A78BA3F00}"/>
          </ac:spMkLst>
        </pc:spChg>
        <pc:spChg chg="add mod ord">
          <ac:chgData name="Gellenoncourt, Kevin" userId="83ce2c6d-0bd4-4cd9-955e-dd3efc6a7d5a" providerId="ADAL" clId="{C9839D59-2972-4323-A767-4B90EFEABC06}" dt="2023-01-17T13:43:53.061" v="47999" actId="14100"/>
          <ac:spMkLst>
            <pc:docMk/>
            <pc:sldMk cId="439706182" sldId="1822"/>
            <ac:spMk id="4" creationId="{4622D693-0346-46DB-AB29-B2A55F5E35C2}"/>
          </ac:spMkLst>
        </pc:spChg>
        <pc:spChg chg="add del mod ord">
          <ac:chgData name="Gellenoncourt, Kevin" userId="83ce2c6d-0bd4-4cd9-955e-dd3efc6a7d5a" providerId="ADAL" clId="{C9839D59-2972-4323-A767-4B90EFEABC06}" dt="2023-01-09T14:16:05.499" v="44411" actId="478"/>
          <ac:spMkLst>
            <pc:docMk/>
            <pc:sldMk cId="439706182" sldId="1822"/>
            <ac:spMk id="4" creationId="{E66EAED2-A0D1-4F1E-BB55-A5D2119F7339}"/>
          </ac:spMkLst>
        </pc:spChg>
        <pc:spChg chg="mod ord">
          <ac:chgData name="Gellenoncourt, Kevin" userId="83ce2c6d-0bd4-4cd9-955e-dd3efc6a7d5a" providerId="ADAL" clId="{C9839D59-2972-4323-A767-4B90EFEABC06}" dt="2023-01-10T13:10:37.939" v="45476" actId="700"/>
          <ac:spMkLst>
            <pc:docMk/>
            <pc:sldMk cId="439706182" sldId="1822"/>
            <ac:spMk id="6" creationId="{4576F49A-6A7E-470D-82F5-6D36342DDF17}"/>
          </ac:spMkLst>
        </pc:spChg>
        <pc:spChg chg="mod ord">
          <ac:chgData name="Gellenoncourt, Kevin" userId="83ce2c6d-0bd4-4cd9-955e-dd3efc6a7d5a" providerId="ADAL" clId="{C9839D59-2972-4323-A767-4B90EFEABC06}" dt="2023-02-01T11:24:07.729" v="53095" actId="20577"/>
          <ac:spMkLst>
            <pc:docMk/>
            <pc:sldMk cId="439706182" sldId="1822"/>
            <ac:spMk id="7" creationId="{92F87223-3247-43AA-997B-71B533465805}"/>
          </ac:spMkLst>
        </pc:spChg>
        <pc:spChg chg="add del mod">
          <ac:chgData name="Gellenoncourt, Kevin" userId="83ce2c6d-0bd4-4cd9-955e-dd3efc6a7d5a" providerId="ADAL" clId="{C9839D59-2972-4323-A767-4B90EFEABC06}" dt="2023-01-10T13:11:31.215" v="45494" actId="478"/>
          <ac:spMkLst>
            <pc:docMk/>
            <pc:sldMk cId="439706182" sldId="1822"/>
            <ac:spMk id="8" creationId="{3617D4C5-B99E-49D7-9A68-ED65204DD8DE}"/>
          </ac:spMkLst>
        </pc:spChg>
        <pc:spChg chg="del">
          <ac:chgData name="Gellenoncourt, Kevin" userId="83ce2c6d-0bd4-4cd9-955e-dd3efc6a7d5a" providerId="ADAL" clId="{C9839D59-2972-4323-A767-4B90EFEABC06}" dt="2023-01-09T13:01:02.886" v="44183" actId="478"/>
          <ac:spMkLst>
            <pc:docMk/>
            <pc:sldMk cId="439706182" sldId="1822"/>
            <ac:spMk id="8" creationId="{B83ACEE6-7D37-4A7B-83F5-B1E35E3DFFA2}"/>
          </ac:spMkLst>
        </pc:spChg>
        <pc:spChg chg="mod ord">
          <ac:chgData name="Gellenoncourt, Kevin" userId="83ce2c6d-0bd4-4cd9-955e-dd3efc6a7d5a" providerId="ADAL" clId="{C9839D59-2972-4323-A767-4B90EFEABC06}" dt="2023-01-10T13:10:37.939" v="45476" actId="700"/>
          <ac:spMkLst>
            <pc:docMk/>
            <pc:sldMk cId="439706182" sldId="1822"/>
            <ac:spMk id="9" creationId="{7F453CFC-B06F-47DA-871C-58C842AF94E4}"/>
          </ac:spMkLst>
        </pc:spChg>
        <pc:spChg chg="add del mod">
          <ac:chgData name="Gellenoncourt, Kevin" userId="83ce2c6d-0bd4-4cd9-955e-dd3efc6a7d5a" providerId="ADAL" clId="{C9839D59-2972-4323-A767-4B90EFEABC06}" dt="2023-01-16T16:21:19.154" v="47235" actId="478"/>
          <ac:spMkLst>
            <pc:docMk/>
            <pc:sldMk cId="439706182" sldId="1822"/>
            <ac:spMk id="10" creationId="{519F8ABD-324C-4F03-BAE8-0146CD446784}"/>
          </ac:spMkLst>
        </pc:spChg>
        <pc:spChg chg="del mod">
          <ac:chgData name="Gellenoncourt, Kevin" userId="83ce2c6d-0bd4-4cd9-955e-dd3efc6a7d5a" providerId="ADAL" clId="{C9839D59-2972-4323-A767-4B90EFEABC06}" dt="2023-01-10T13:11:06.872" v="45486" actId="478"/>
          <ac:spMkLst>
            <pc:docMk/>
            <pc:sldMk cId="439706182" sldId="1822"/>
            <ac:spMk id="10" creationId="{5FE8E838-5A41-47E2-A1EB-775C05268CCE}"/>
          </ac:spMkLst>
        </pc:spChg>
        <pc:spChg chg="del">
          <ac:chgData name="Gellenoncourt, Kevin" userId="83ce2c6d-0bd4-4cd9-955e-dd3efc6a7d5a" providerId="ADAL" clId="{C9839D59-2972-4323-A767-4B90EFEABC06}" dt="2023-01-09T13:01:34.965" v="44189" actId="478"/>
          <ac:spMkLst>
            <pc:docMk/>
            <pc:sldMk cId="439706182" sldId="1822"/>
            <ac:spMk id="11" creationId="{54985B2C-1B52-44A0-A334-531A652DC8A5}"/>
          </ac:spMkLst>
        </pc:spChg>
        <pc:spChg chg="add mod">
          <ac:chgData name="Gellenoncourt, Kevin" userId="83ce2c6d-0bd4-4cd9-955e-dd3efc6a7d5a" providerId="ADAL" clId="{C9839D59-2972-4323-A767-4B90EFEABC06}" dt="2023-01-23T08:36:04.166" v="48444" actId="20577"/>
          <ac:spMkLst>
            <pc:docMk/>
            <pc:sldMk cId="439706182" sldId="1822"/>
            <ac:spMk id="11" creationId="{725171DA-B03F-40E1-A5F7-16C6E8D46E84}"/>
          </ac:spMkLst>
        </pc:spChg>
        <pc:spChg chg="add del mod">
          <ac:chgData name="Gellenoncourt, Kevin" userId="83ce2c6d-0bd4-4cd9-955e-dd3efc6a7d5a" providerId="ADAL" clId="{C9839D59-2972-4323-A767-4B90EFEABC06}" dt="2023-01-09T14:11:59.987" v="44349"/>
          <ac:spMkLst>
            <pc:docMk/>
            <pc:sldMk cId="439706182" sldId="1822"/>
            <ac:spMk id="11" creationId="{D3D718CD-F314-4CAB-AA8A-F0A4F2F2E689}"/>
          </ac:spMkLst>
        </pc:spChg>
        <pc:spChg chg="del">
          <ac:chgData name="Gellenoncourt, Kevin" userId="83ce2c6d-0bd4-4cd9-955e-dd3efc6a7d5a" providerId="ADAL" clId="{C9839D59-2972-4323-A767-4B90EFEABC06}" dt="2023-01-09T13:01:20.702" v="44187" actId="478"/>
          <ac:spMkLst>
            <pc:docMk/>
            <pc:sldMk cId="439706182" sldId="1822"/>
            <ac:spMk id="12" creationId="{B104700F-4F00-45C5-9952-8E84D40A9556}"/>
          </ac:spMkLst>
        </pc:spChg>
        <pc:spChg chg="add mod">
          <ac:chgData name="Gellenoncourt, Kevin" userId="83ce2c6d-0bd4-4cd9-955e-dd3efc6a7d5a" providerId="ADAL" clId="{C9839D59-2972-4323-A767-4B90EFEABC06}" dt="2023-01-17T13:43:56.344" v="48001" actId="14100"/>
          <ac:spMkLst>
            <pc:docMk/>
            <pc:sldMk cId="439706182" sldId="1822"/>
            <ac:spMk id="12" creationId="{C1621A4C-E51F-4A7C-BFC7-35C44636CF8F}"/>
          </ac:spMkLst>
        </pc:spChg>
        <pc:spChg chg="del">
          <ac:chgData name="Gellenoncourt, Kevin" userId="83ce2c6d-0bd4-4cd9-955e-dd3efc6a7d5a" providerId="ADAL" clId="{C9839D59-2972-4323-A767-4B90EFEABC06}" dt="2023-01-09T13:01:02.886" v="44183" actId="478"/>
          <ac:spMkLst>
            <pc:docMk/>
            <pc:sldMk cId="439706182" sldId="1822"/>
            <ac:spMk id="13" creationId="{1CEFF053-7A64-4822-A62E-925BCC5E4DCE}"/>
          </ac:spMkLst>
        </pc:spChg>
        <pc:spChg chg="del">
          <ac:chgData name="Gellenoncourt, Kevin" userId="83ce2c6d-0bd4-4cd9-955e-dd3efc6a7d5a" providerId="ADAL" clId="{C9839D59-2972-4323-A767-4B90EFEABC06}" dt="2023-01-09T13:01:02.886" v="44183" actId="478"/>
          <ac:spMkLst>
            <pc:docMk/>
            <pc:sldMk cId="439706182" sldId="1822"/>
            <ac:spMk id="14" creationId="{A9853726-C667-4973-92E8-7E76D38C3D22}"/>
          </ac:spMkLst>
        </pc:spChg>
        <pc:spChg chg="del">
          <ac:chgData name="Gellenoncourt, Kevin" userId="83ce2c6d-0bd4-4cd9-955e-dd3efc6a7d5a" providerId="ADAL" clId="{C9839D59-2972-4323-A767-4B90EFEABC06}" dt="2023-01-09T13:01:20.702" v="44187" actId="478"/>
          <ac:spMkLst>
            <pc:docMk/>
            <pc:sldMk cId="439706182" sldId="1822"/>
            <ac:spMk id="15" creationId="{4DA88B71-EBDF-4B03-97EA-7B154EC1D156}"/>
          </ac:spMkLst>
        </pc:spChg>
        <pc:spChg chg="del">
          <ac:chgData name="Gellenoncourt, Kevin" userId="83ce2c6d-0bd4-4cd9-955e-dd3efc6a7d5a" providerId="ADAL" clId="{C9839D59-2972-4323-A767-4B90EFEABC06}" dt="2023-01-09T13:01:02.886" v="44183" actId="478"/>
          <ac:spMkLst>
            <pc:docMk/>
            <pc:sldMk cId="439706182" sldId="1822"/>
            <ac:spMk id="16" creationId="{28FDA27F-E51A-47BE-B78B-E19180B09B39}"/>
          </ac:spMkLst>
        </pc:spChg>
        <pc:spChg chg="del">
          <ac:chgData name="Gellenoncourt, Kevin" userId="83ce2c6d-0bd4-4cd9-955e-dd3efc6a7d5a" providerId="ADAL" clId="{C9839D59-2972-4323-A767-4B90EFEABC06}" dt="2023-01-09T13:01:34.965" v="44189" actId="478"/>
          <ac:spMkLst>
            <pc:docMk/>
            <pc:sldMk cId="439706182" sldId="1822"/>
            <ac:spMk id="17" creationId="{B0859BEC-5006-43DE-8B6E-4FB8E113FF7D}"/>
          </ac:spMkLst>
        </pc:spChg>
        <pc:spChg chg="del">
          <ac:chgData name="Gellenoncourt, Kevin" userId="83ce2c6d-0bd4-4cd9-955e-dd3efc6a7d5a" providerId="ADAL" clId="{C9839D59-2972-4323-A767-4B90EFEABC06}" dt="2023-01-09T13:01:20.702" v="44187" actId="478"/>
          <ac:spMkLst>
            <pc:docMk/>
            <pc:sldMk cId="439706182" sldId="1822"/>
            <ac:spMk id="18" creationId="{D29CFD93-4DA2-4C5E-8607-CE2A1EFFD801}"/>
          </ac:spMkLst>
        </pc:spChg>
        <pc:spChg chg="del">
          <ac:chgData name="Gellenoncourt, Kevin" userId="83ce2c6d-0bd4-4cd9-955e-dd3efc6a7d5a" providerId="ADAL" clId="{C9839D59-2972-4323-A767-4B90EFEABC06}" dt="2023-01-09T13:01:20.702" v="44187" actId="478"/>
          <ac:spMkLst>
            <pc:docMk/>
            <pc:sldMk cId="439706182" sldId="1822"/>
            <ac:spMk id="19" creationId="{AE326722-3D69-414A-BFA6-66C85D1A4BAE}"/>
          </ac:spMkLst>
        </pc:spChg>
        <pc:spChg chg="del">
          <ac:chgData name="Gellenoncourt, Kevin" userId="83ce2c6d-0bd4-4cd9-955e-dd3efc6a7d5a" providerId="ADAL" clId="{C9839D59-2972-4323-A767-4B90EFEABC06}" dt="2023-01-09T13:01:34.965" v="44189" actId="478"/>
          <ac:spMkLst>
            <pc:docMk/>
            <pc:sldMk cId="439706182" sldId="1822"/>
            <ac:spMk id="20" creationId="{B6F7DD0C-2D57-4A32-B0C7-A45161BEE992}"/>
          </ac:spMkLst>
        </pc:spChg>
        <pc:spChg chg="del">
          <ac:chgData name="Gellenoncourt, Kevin" userId="83ce2c6d-0bd4-4cd9-955e-dd3efc6a7d5a" providerId="ADAL" clId="{C9839D59-2972-4323-A767-4B90EFEABC06}" dt="2023-01-09T13:01:20.702" v="44187" actId="478"/>
          <ac:spMkLst>
            <pc:docMk/>
            <pc:sldMk cId="439706182" sldId="1822"/>
            <ac:spMk id="21" creationId="{7B90F373-D3ED-4A5A-81DD-11B4B5E645DB}"/>
          </ac:spMkLst>
        </pc:spChg>
      </pc:sldChg>
      <pc:sldChg chg="modSp add del mod">
        <pc:chgData name="Gellenoncourt, Kevin" userId="83ce2c6d-0bd4-4cd9-955e-dd3efc6a7d5a" providerId="ADAL" clId="{C9839D59-2972-4323-A767-4B90EFEABC06}" dt="2023-01-20T12:19:13.201" v="48317" actId="2696"/>
        <pc:sldMkLst>
          <pc:docMk/>
          <pc:sldMk cId="1271883402" sldId="1823"/>
        </pc:sldMkLst>
        <pc:spChg chg="mod">
          <ac:chgData name="Gellenoncourt, Kevin" userId="83ce2c6d-0bd4-4cd9-955e-dd3efc6a7d5a" providerId="ADAL" clId="{C9839D59-2972-4323-A767-4B90EFEABC06}" dt="2023-01-19T09:16:09.650" v="48312" actId="20577"/>
          <ac:spMkLst>
            <pc:docMk/>
            <pc:sldMk cId="1271883402" sldId="1823"/>
            <ac:spMk id="2" creationId="{81B4020D-2DE6-4B6C-822C-676A9E68ECFA}"/>
          </ac:spMkLst>
        </pc:spChg>
      </pc:sldChg>
      <pc:sldChg chg="addSp delSp modSp add mod ord modClrScheme chgLayout">
        <pc:chgData name="Gellenoncourt, Kevin" userId="83ce2c6d-0bd4-4cd9-955e-dd3efc6a7d5a" providerId="ADAL" clId="{C9839D59-2972-4323-A767-4B90EFEABC06}" dt="2023-02-01T10:45:56.920" v="52553" actId="20577"/>
        <pc:sldMkLst>
          <pc:docMk/>
          <pc:sldMk cId="1847149617" sldId="1823"/>
        </pc:sldMkLst>
        <pc:spChg chg="mod ord">
          <ac:chgData name="Gellenoncourt, Kevin" userId="83ce2c6d-0bd4-4cd9-955e-dd3efc6a7d5a" providerId="ADAL" clId="{C9839D59-2972-4323-A767-4B90EFEABC06}" dt="2023-02-01T10:45:56.920" v="52553" actId="20577"/>
          <ac:spMkLst>
            <pc:docMk/>
            <pc:sldMk cId="1847149617" sldId="1823"/>
            <ac:spMk id="2" creationId="{81B4020D-2DE6-4B6C-822C-676A9E68ECFA}"/>
          </ac:spMkLst>
        </pc:spChg>
        <pc:spChg chg="add del mod">
          <ac:chgData name="Gellenoncourt, Kevin" userId="83ce2c6d-0bd4-4cd9-955e-dd3efc6a7d5a" providerId="ADAL" clId="{C9839D59-2972-4323-A767-4B90EFEABC06}" dt="2023-01-27T15:09:45.349" v="49806" actId="478"/>
          <ac:spMkLst>
            <pc:docMk/>
            <pc:sldMk cId="1847149617" sldId="1823"/>
            <ac:spMk id="3" creationId="{6FEDFAEF-9297-4CC5-7404-B9667C687D11}"/>
          </ac:spMkLst>
        </pc:spChg>
        <pc:spChg chg="add mod">
          <ac:chgData name="Gellenoncourt, Kevin" userId="83ce2c6d-0bd4-4cd9-955e-dd3efc6a7d5a" providerId="ADAL" clId="{C9839D59-2972-4323-A767-4B90EFEABC06}" dt="2023-01-30T13:54:00.061" v="52267" actId="404"/>
          <ac:spMkLst>
            <pc:docMk/>
            <pc:sldMk cId="1847149617" sldId="1823"/>
            <ac:spMk id="3" creationId="{C3167168-4490-6A90-9CBD-B650CA1D9D85}"/>
          </ac:spMkLst>
        </pc:spChg>
        <pc:spChg chg="add mod ord">
          <ac:chgData name="Gellenoncourt, Kevin" userId="83ce2c6d-0bd4-4cd9-955e-dd3efc6a7d5a" providerId="ADAL" clId="{C9839D59-2972-4323-A767-4B90EFEABC06}" dt="2023-01-27T17:05:36.030" v="50862" actId="14100"/>
          <ac:spMkLst>
            <pc:docMk/>
            <pc:sldMk cId="1847149617" sldId="1823"/>
            <ac:spMk id="4" creationId="{781745C1-C867-E87B-11AE-472979276EDC}"/>
          </ac:spMkLst>
        </pc:spChg>
        <pc:spChg chg="add del mod ord">
          <ac:chgData name="Gellenoncourt, Kevin" userId="83ce2c6d-0bd4-4cd9-955e-dd3efc6a7d5a" providerId="ADAL" clId="{C9839D59-2972-4323-A767-4B90EFEABC06}" dt="2023-01-25T11:05:16.659" v="48778" actId="700"/>
          <ac:spMkLst>
            <pc:docMk/>
            <pc:sldMk cId="1847149617" sldId="1823"/>
            <ac:spMk id="4" creationId="{B6BD6B53-5663-42DF-835A-BF297403A8AE}"/>
          </ac:spMkLst>
        </pc:spChg>
        <pc:spChg chg="add mod ord">
          <ac:chgData name="Gellenoncourt, Kevin" userId="83ce2c6d-0bd4-4cd9-955e-dd3efc6a7d5a" providerId="ADAL" clId="{C9839D59-2972-4323-A767-4B90EFEABC06}" dt="2023-02-01T10:45:52.360" v="52548"/>
          <ac:spMkLst>
            <pc:docMk/>
            <pc:sldMk cId="1847149617" sldId="1823"/>
            <ac:spMk id="5" creationId="{3A1CEC8E-2106-4E29-8ABA-B55743DA8832}"/>
          </ac:spMkLst>
        </pc:spChg>
        <pc:spChg chg="mod ord">
          <ac:chgData name="Gellenoncourt, Kevin" userId="83ce2c6d-0bd4-4cd9-955e-dd3efc6a7d5a" providerId="ADAL" clId="{C9839D59-2972-4323-A767-4B90EFEABC06}" dt="2023-01-27T17:05:03.998" v="50860" actId="1076"/>
          <ac:spMkLst>
            <pc:docMk/>
            <pc:sldMk cId="1847149617" sldId="1823"/>
            <ac:spMk id="6" creationId="{4576F49A-6A7E-470D-82F5-6D36342DDF17}"/>
          </ac:spMkLst>
        </pc:spChg>
        <pc:spChg chg="del mod ord">
          <ac:chgData name="Gellenoncourt, Kevin" userId="83ce2c6d-0bd4-4cd9-955e-dd3efc6a7d5a" providerId="ADAL" clId="{C9839D59-2972-4323-A767-4B90EFEABC06}" dt="2023-01-27T15:06:58.938" v="49654" actId="478"/>
          <ac:spMkLst>
            <pc:docMk/>
            <pc:sldMk cId="1847149617" sldId="1823"/>
            <ac:spMk id="7" creationId="{92F87223-3247-43AA-997B-71B533465805}"/>
          </ac:spMkLst>
        </pc:spChg>
        <pc:spChg chg="add mod">
          <ac:chgData name="Gellenoncourt, Kevin" userId="83ce2c6d-0bd4-4cd9-955e-dd3efc6a7d5a" providerId="ADAL" clId="{C9839D59-2972-4323-A767-4B90EFEABC06}" dt="2023-01-30T13:51:20.590" v="52238" actId="113"/>
          <ac:spMkLst>
            <pc:docMk/>
            <pc:sldMk cId="1847149617" sldId="1823"/>
            <ac:spMk id="7" creationId="{F13AB203-EAC6-E49A-83BD-3061EAD28268}"/>
          </ac:spMkLst>
        </pc:spChg>
        <pc:spChg chg="add mod">
          <ac:chgData name="Gellenoncourt, Kevin" userId="83ce2c6d-0bd4-4cd9-955e-dd3efc6a7d5a" providerId="ADAL" clId="{C9839D59-2972-4323-A767-4B90EFEABC06}" dt="2023-01-30T13:46:46.811" v="52161" actId="14100"/>
          <ac:spMkLst>
            <pc:docMk/>
            <pc:sldMk cId="1847149617" sldId="1823"/>
            <ac:spMk id="8" creationId="{830FDC17-CB5D-9C8B-ED8F-FDC3F7FD6590}"/>
          </ac:spMkLst>
        </pc:spChg>
        <pc:spChg chg="del">
          <ac:chgData name="Gellenoncourt, Kevin" userId="83ce2c6d-0bd4-4cd9-955e-dd3efc6a7d5a" providerId="ADAL" clId="{C9839D59-2972-4323-A767-4B90EFEABC06}" dt="2023-01-25T11:05:11.512" v="48777" actId="478"/>
          <ac:spMkLst>
            <pc:docMk/>
            <pc:sldMk cId="1847149617" sldId="1823"/>
            <ac:spMk id="8" creationId="{B83ACEE6-7D37-4A7B-83F5-B1E35E3DFFA2}"/>
          </ac:spMkLst>
        </pc:spChg>
        <pc:spChg chg="mod ord">
          <ac:chgData name="Gellenoncourt, Kevin" userId="83ce2c6d-0bd4-4cd9-955e-dd3efc6a7d5a" providerId="ADAL" clId="{C9839D59-2972-4323-A767-4B90EFEABC06}" dt="2023-01-25T11:05:16.659" v="48778" actId="700"/>
          <ac:spMkLst>
            <pc:docMk/>
            <pc:sldMk cId="1847149617" sldId="1823"/>
            <ac:spMk id="9" creationId="{7F453CFC-B06F-47DA-871C-58C842AF94E4}"/>
          </ac:spMkLst>
        </pc:spChg>
        <pc:spChg chg="add del mod">
          <ac:chgData name="Gellenoncourt, Kevin" userId="83ce2c6d-0bd4-4cd9-955e-dd3efc6a7d5a" providerId="ADAL" clId="{C9839D59-2972-4323-A767-4B90EFEABC06}" dt="2023-01-27T15:07:03.093" v="49655" actId="478"/>
          <ac:spMkLst>
            <pc:docMk/>
            <pc:sldMk cId="1847149617" sldId="1823"/>
            <ac:spMk id="10" creationId="{C8E833F3-5D1E-82B4-28A6-512853EDF8BF}"/>
          </ac:spMkLst>
        </pc:spChg>
        <pc:spChg chg="del">
          <ac:chgData name="Gellenoncourt, Kevin" userId="83ce2c6d-0bd4-4cd9-955e-dd3efc6a7d5a" providerId="ADAL" clId="{C9839D59-2972-4323-A767-4B90EFEABC06}" dt="2023-01-25T11:04:15.151" v="48749" actId="478"/>
          <ac:spMkLst>
            <pc:docMk/>
            <pc:sldMk cId="1847149617" sldId="1823"/>
            <ac:spMk id="11" creationId="{54985B2C-1B52-44A0-A334-531A652DC8A5}"/>
          </ac:spMkLst>
        </pc:spChg>
        <pc:spChg chg="add mod">
          <ac:chgData name="Gellenoncourt, Kevin" userId="83ce2c6d-0bd4-4cd9-955e-dd3efc6a7d5a" providerId="ADAL" clId="{C9839D59-2972-4323-A767-4B90EFEABC06}" dt="2023-01-30T13:56:10.398" v="52327" actId="113"/>
          <ac:spMkLst>
            <pc:docMk/>
            <pc:sldMk cId="1847149617" sldId="1823"/>
            <ac:spMk id="11" creationId="{842C7B8B-D546-5F52-8614-36B5D5B7072A}"/>
          </ac:spMkLst>
        </pc:spChg>
        <pc:spChg chg="mod">
          <ac:chgData name="Gellenoncourt, Kevin" userId="83ce2c6d-0bd4-4cd9-955e-dd3efc6a7d5a" providerId="ADAL" clId="{C9839D59-2972-4323-A767-4B90EFEABC06}" dt="2023-01-30T13:53:09.863" v="52245" actId="20577"/>
          <ac:spMkLst>
            <pc:docMk/>
            <pc:sldMk cId="1847149617" sldId="1823"/>
            <ac:spMk id="12" creationId="{B104700F-4F00-45C5-9952-8E84D40A9556}"/>
          </ac:spMkLst>
        </pc:spChg>
        <pc:spChg chg="del">
          <ac:chgData name="Gellenoncourt, Kevin" userId="83ce2c6d-0bd4-4cd9-955e-dd3efc6a7d5a" providerId="ADAL" clId="{C9839D59-2972-4323-A767-4B90EFEABC06}" dt="2023-01-25T11:04:40.442" v="48774" actId="478"/>
          <ac:spMkLst>
            <pc:docMk/>
            <pc:sldMk cId="1847149617" sldId="1823"/>
            <ac:spMk id="13" creationId="{1CEFF053-7A64-4822-A62E-925BCC5E4DCE}"/>
          </ac:spMkLst>
        </pc:spChg>
        <pc:spChg chg="add del mod">
          <ac:chgData name="Gellenoncourt, Kevin" userId="83ce2c6d-0bd4-4cd9-955e-dd3efc6a7d5a" providerId="ADAL" clId="{C9839D59-2972-4323-A767-4B90EFEABC06}" dt="2023-01-30T13:18:53.735" v="51681" actId="478"/>
          <ac:spMkLst>
            <pc:docMk/>
            <pc:sldMk cId="1847149617" sldId="1823"/>
            <ac:spMk id="13" creationId="{BC700C30-D808-14E2-4F85-85AC87CE02B3}"/>
          </ac:spMkLst>
        </pc:spChg>
        <pc:spChg chg="add mod">
          <ac:chgData name="Gellenoncourt, Kevin" userId="83ce2c6d-0bd4-4cd9-955e-dd3efc6a7d5a" providerId="ADAL" clId="{C9839D59-2972-4323-A767-4B90EFEABC06}" dt="2023-01-31T13:38:49.006" v="52353" actId="113"/>
          <ac:spMkLst>
            <pc:docMk/>
            <pc:sldMk cId="1847149617" sldId="1823"/>
            <ac:spMk id="14" creationId="{417EBD97-910E-B0D6-C155-F9B9D1A40E38}"/>
          </ac:spMkLst>
        </pc:spChg>
        <pc:spChg chg="del">
          <ac:chgData name="Gellenoncourt, Kevin" userId="83ce2c6d-0bd4-4cd9-955e-dd3efc6a7d5a" providerId="ADAL" clId="{C9839D59-2972-4323-A767-4B90EFEABC06}" dt="2023-01-25T11:05:11.512" v="48777" actId="478"/>
          <ac:spMkLst>
            <pc:docMk/>
            <pc:sldMk cId="1847149617" sldId="1823"/>
            <ac:spMk id="14" creationId="{A9853726-C667-4973-92E8-7E76D38C3D22}"/>
          </ac:spMkLst>
        </pc:spChg>
        <pc:spChg chg="del">
          <ac:chgData name="Gellenoncourt, Kevin" userId="83ce2c6d-0bd4-4cd9-955e-dd3efc6a7d5a" providerId="ADAL" clId="{C9839D59-2972-4323-A767-4B90EFEABC06}" dt="2023-01-25T11:04:04.104" v="48747" actId="478"/>
          <ac:spMkLst>
            <pc:docMk/>
            <pc:sldMk cId="1847149617" sldId="1823"/>
            <ac:spMk id="15" creationId="{4DA88B71-EBDF-4B03-97EA-7B154EC1D156}"/>
          </ac:spMkLst>
        </pc:spChg>
        <pc:spChg chg="add mod">
          <ac:chgData name="Gellenoncourt, Kevin" userId="83ce2c6d-0bd4-4cd9-955e-dd3efc6a7d5a" providerId="ADAL" clId="{C9839D59-2972-4323-A767-4B90EFEABC06}" dt="2023-01-30T13:37:57.027" v="52004" actId="20577"/>
          <ac:spMkLst>
            <pc:docMk/>
            <pc:sldMk cId="1847149617" sldId="1823"/>
            <ac:spMk id="15" creationId="{C7C48C59-B55F-8595-05E0-5A4B5D311AD4}"/>
          </ac:spMkLst>
        </pc:spChg>
        <pc:spChg chg="add del mod">
          <ac:chgData name="Gellenoncourt, Kevin" userId="83ce2c6d-0bd4-4cd9-955e-dd3efc6a7d5a" providerId="ADAL" clId="{C9839D59-2972-4323-A767-4B90EFEABC06}" dt="2023-01-30T13:21:14.956" v="51714" actId="478"/>
          <ac:spMkLst>
            <pc:docMk/>
            <pc:sldMk cId="1847149617" sldId="1823"/>
            <ac:spMk id="16" creationId="{137152BE-D1FC-0DEE-6ECF-E421897D6B57}"/>
          </ac:spMkLst>
        </pc:spChg>
        <pc:spChg chg="del">
          <ac:chgData name="Gellenoncourt, Kevin" userId="83ce2c6d-0bd4-4cd9-955e-dd3efc6a7d5a" providerId="ADAL" clId="{C9839D59-2972-4323-A767-4B90EFEABC06}" dt="2023-01-25T11:05:11.512" v="48777" actId="478"/>
          <ac:spMkLst>
            <pc:docMk/>
            <pc:sldMk cId="1847149617" sldId="1823"/>
            <ac:spMk id="16" creationId="{28FDA27F-E51A-47BE-B78B-E19180B09B39}"/>
          </ac:spMkLst>
        </pc:spChg>
        <pc:spChg chg="del mod">
          <ac:chgData name="Gellenoncourt, Kevin" userId="83ce2c6d-0bd4-4cd9-955e-dd3efc6a7d5a" providerId="ADAL" clId="{C9839D59-2972-4323-A767-4B90EFEABC06}" dt="2023-01-27T17:00:36.043" v="50821" actId="478"/>
          <ac:spMkLst>
            <pc:docMk/>
            <pc:sldMk cId="1847149617" sldId="1823"/>
            <ac:spMk id="17" creationId="{B0859BEC-5006-43DE-8B6E-4FB8E113FF7D}"/>
          </ac:spMkLst>
        </pc:spChg>
        <pc:spChg chg="add del mod">
          <ac:chgData name="Gellenoncourt, Kevin" userId="83ce2c6d-0bd4-4cd9-955e-dd3efc6a7d5a" providerId="ADAL" clId="{C9839D59-2972-4323-A767-4B90EFEABC06}" dt="2023-01-30T13:24:09.387" v="51849" actId="478"/>
          <ac:spMkLst>
            <pc:docMk/>
            <pc:sldMk cId="1847149617" sldId="1823"/>
            <ac:spMk id="18" creationId="{13F059E3-B216-3425-9721-D359D8948DCF}"/>
          </ac:spMkLst>
        </pc:spChg>
        <pc:spChg chg="del">
          <ac:chgData name="Gellenoncourt, Kevin" userId="83ce2c6d-0bd4-4cd9-955e-dd3efc6a7d5a" providerId="ADAL" clId="{C9839D59-2972-4323-A767-4B90EFEABC06}" dt="2023-01-25T11:03:38.992" v="48746" actId="478"/>
          <ac:spMkLst>
            <pc:docMk/>
            <pc:sldMk cId="1847149617" sldId="1823"/>
            <ac:spMk id="18" creationId="{D29CFD93-4DA2-4C5E-8607-CE2A1EFFD801}"/>
          </ac:spMkLst>
        </pc:spChg>
        <pc:spChg chg="del">
          <ac:chgData name="Gellenoncourt, Kevin" userId="83ce2c6d-0bd4-4cd9-955e-dd3efc6a7d5a" providerId="ADAL" clId="{C9839D59-2972-4323-A767-4B90EFEABC06}" dt="2023-01-25T11:05:11.512" v="48777" actId="478"/>
          <ac:spMkLst>
            <pc:docMk/>
            <pc:sldMk cId="1847149617" sldId="1823"/>
            <ac:spMk id="19" creationId="{AE326722-3D69-414A-BFA6-66C85D1A4BAE}"/>
          </ac:spMkLst>
        </pc:spChg>
        <pc:spChg chg="del">
          <ac:chgData name="Gellenoncourt, Kevin" userId="83ce2c6d-0bd4-4cd9-955e-dd3efc6a7d5a" providerId="ADAL" clId="{C9839D59-2972-4323-A767-4B90EFEABC06}" dt="2023-01-25T11:04:08.949" v="48748" actId="478"/>
          <ac:spMkLst>
            <pc:docMk/>
            <pc:sldMk cId="1847149617" sldId="1823"/>
            <ac:spMk id="20" creationId="{E4C41FC6-A4AB-42CC-8098-ED7337D49083}"/>
          </ac:spMkLst>
        </pc:spChg>
        <pc:spChg chg="mod">
          <ac:chgData name="Gellenoncourt, Kevin" userId="83ce2c6d-0bd4-4cd9-955e-dd3efc6a7d5a" providerId="ADAL" clId="{C9839D59-2972-4323-A767-4B90EFEABC06}" dt="2023-01-30T13:14:58.166" v="51637" actId="20577"/>
          <ac:spMkLst>
            <pc:docMk/>
            <pc:sldMk cId="1847149617" sldId="1823"/>
            <ac:spMk id="21" creationId="{7B90F373-D3ED-4A5A-81DD-11B4B5E645DB}"/>
          </ac:spMkLst>
        </pc:spChg>
        <pc:spChg chg="del">
          <ac:chgData name="Gellenoncourt, Kevin" userId="83ce2c6d-0bd4-4cd9-955e-dd3efc6a7d5a" providerId="ADAL" clId="{C9839D59-2972-4323-A767-4B90EFEABC06}" dt="2023-01-25T11:04:22.641" v="48750" actId="478"/>
          <ac:spMkLst>
            <pc:docMk/>
            <pc:sldMk cId="1847149617" sldId="1823"/>
            <ac:spMk id="22" creationId="{C126C97A-5CFE-4956-A0B2-FCA617DEDF0E}"/>
          </ac:spMkLst>
        </pc:spChg>
        <pc:spChg chg="del">
          <ac:chgData name="Gellenoncourt, Kevin" userId="83ce2c6d-0bd4-4cd9-955e-dd3efc6a7d5a" providerId="ADAL" clId="{C9839D59-2972-4323-A767-4B90EFEABC06}" dt="2023-01-25T11:05:11.512" v="48777" actId="478"/>
          <ac:spMkLst>
            <pc:docMk/>
            <pc:sldMk cId="1847149617" sldId="1823"/>
            <ac:spMk id="23" creationId="{C1B6BC22-C379-4C28-8F64-87294219D7AE}"/>
          </ac:spMkLst>
        </pc:spChg>
        <pc:spChg chg="add mod">
          <ac:chgData name="Gellenoncourt, Kevin" userId="83ce2c6d-0bd4-4cd9-955e-dd3efc6a7d5a" providerId="ADAL" clId="{C9839D59-2972-4323-A767-4B90EFEABC06}" dt="2023-01-27T17:08:11.707" v="50971" actId="20577"/>
          <ac:spMkLst>
            <pc:docMk/>
            <pc:sldMk cId="1847149617" sldId="1823"/>
            <ac:spMk id="24" creationId="{0E7D1CEB-8D48-4C01-93BC-6E4B15951217}"/>
          </ac:spMkLst>
        </pc:spChg>
        <pc:spChg chg="add del mod">
          <ac:chgData name="Gellenoncourt, Kevin" userId="83ce2c6d-0bd4-4cd9-955e-dd3efc6a7d5a" providerId="ADAL" clId="{C9839D59-2972-4323-A767-4B90EFEABC06}" dt="2023-01-27T16:58:01.517" v="50703" actId="478"/>
          <ac:spMkLst>
            <pc:docMk/>
            <pc:sldMk cId="1847149617" sldId="1823"/>
            <ac:spMk id="25" creationId="{4E98DA04-011A-465C-B35E-804A49CD8E79}"/>
          </ac:spMkLst>
        </pc:spChg>
        <pc:spChg chg="add del mod">
          <ac:chgData name="Gellenoncourt, Kevin" userId="83ce2c6d-0bd4-4cd9-955e-dd3efc6a7d5a" providerId="ADAL" clId="{C9839D59-2972-4323-A767-4B90EFEABC06}" dt="2023-01-25T13:21:56.495" v="49109"/>
          <ac:spMkLst>
            <pc:docMk/>
            <pc:sldMk cId="1847149617" sldId="1823"/>
            <ac:spMk id="26" creationId="{B38B54DA-53CC-4265-93D0-18DB089C9F6C}"/>
          </ac:spMkLst>
        </pc:spChg>
        <pc:spChg chg="add mod">
          <ac:chgData name="Gellenoncourt, Kevin" userId="83ce2c6d-0bd4-4cd9-955e-dd3efc6a7d5a" providerId="ADAL" clId="{C9839D59-2972-4323-A767-4B90EFEABC06}" dt="2023-01-30T13:19:48.251" v="51710" actId="20577"/>
          <ac:spMkLst>
            <pc:docMk/>
            <pc:sldMk cId="1847149617" sldId="1823"/>
            <ac:spMk id="27" creationId="{416BE16B-1E8C-48FA-B7AE-7624496931AD}"/>
          </ac:spMkLst>
        </pc:spChg>
      </pc:sldChg>
      <pc:sldChg chg="addSp delSp modSp add del mod">
        <pc:chgData name="Gellenoncourt, Kevin" userId="83ce2c6d-0bd4-4cd9-955e-dd3efc6a7d5a" providerId="ADAL" clId="{C9839D59-2972-4323-A767-4B90EFEABC06}" dt="2023-01-23T16:14:27.007" v="48744" actId="2696"/>
        <pc:sldMkLst>
          <pc:docMk/>
          <pc:sldMk cId="3327168641" sldId="1823"/>
        </pc:sldMkLst>
        <pc:spChg chg="add mod">
          <ac:chgData name="Gellenoncourt, Kevin" userId="83ce2c6d-0bd4-4cd9-955e-dd3efc6a7d5a" providerId="ADAL" clId="{C9839D59-2972-4323-A767-4B90EFEABC06}" dt="2023-01-23T16:14:05.328" v="48738" actId="21"/>
          <ac:spMkLst>
            <pc:docMk/>
            <pc:sldMk cId="3327168641" sldId="1823"/>
            <ac:spMk id="4" creationId="{8318C383-EBDA-4079-941D-6ECA78A3BCAB}"/>
          </ac:spMkLst>
        </pc:spChg>
        <pc:spChg chg="del">
          <ac:chgData name="Gellenoncourt, Kevin" userId="83ce2c6d-0bd4-4cd9-955e-dd3efc6a7d5a" providerId="ADAL" clId="{C9839D59-2972-4323-A767-4B90EFEABC06}" dt="2023-01-23T15:32:33.035" v="48560" actId="478"/>
          <ac:spMkLst>
            <pc:docMk/>
            <pc:sldMk cId="3327168641" sldId="1823"/>
            <ac:spMk id="11" creationId="{E8B9B1ED-D66A-45B8-A86A-E82DE4F9F7EB}"/>
          </ac:spMkLst>
        </pc:spChg>
        <pc:spChg chg="del">
          <ac:chgData name="Gellenoncourt, Kevin" userId="83ce2c6d-0bd4-4cd9-955e-dd3efc6a7d5a" providerId="ADAL" clId="{C9839D59-2972-4323-A767-4B90EFEABC06}" dt="2023-01-23T15:28:00.947" v="48446" actId="478"/>
          <ac:spMkLst>
            <pc:docMk/>
            <pc:sldMk cId="3327168641" sldId="1823"/>
            <ac:spMk id="12" creationId="{FE6CBBCC-054F-475A-B2E3-D2597891FAFE}"/>
          </ac:spMkLst>
        </pc:spChg>
        <pc:spChg chg="del">
          <ac:chgData name="Gellenoncourt, Kevin" userId="83ce2c6d-0bd4-4cd9-955e-dd3efc6a7d5a" providerId="ADAL" clId="{C9839D59-2972-4323-A767-4B90EFEABC06}" dt="2023-01-23T15:28:00.947" v="48446" actId="478"/>
          <ac:spMkLst>
            <pc:docMk/>
            <pc:sldMk cId="3327168641" sldId="1823"/>
            <ac:spMk id="13" creationId="{C0984551-DCCB-4048-AFD5-985818550EEF}"/>
          </ac:spMkLst>
        </pc:spChg>
        <pc:spChg chg="add del mod">
          <ac:chgData name="Gellenoncourt, Kevin" userId="83ce2c6d-0bd4-4cd9-955e-dd3efc6a7d5a" providerId="ADAL" clId="{C9839D59-2972-4323-A767-4B90EFEABC06}" dt="2023-01-23T15:32:18.614" v="48556" actId="21"/>
          <ac:spMkLst>
            <pc:docMk/>
            <pc:sldMk cId="3327168641" sldId="1823"/>
            <ac:spMk id="14" creationId="{5CE5D75D-E13A-4CB3-9E0A-E5C3F6FF2B7A}"/>
          </ac:spMkLst>
        </pc:spChg>
        <pc:spChg chg="del mod">
          <ac:chgData name="Gellenoncourt, Kevin" userId="83ce2c6d-0bd4-4cd9-955e-dd3efc6a7d5a" providerId="ADAL" clId="{C9839D59-2972-4323-A767-4B90EFEABC06}" dt="2023-01-23T16:14:05.328" v="48738" actId="21"/>
          <ac:spMkLst>
            <pc:docMk/>
            <pc:sldMk cId="3327168641" sldId="1823"/>
            <ac:spMk id="15" creationId="{E68F3B3D-27AC-4585-8550-95DF875CDF40}"/>
          </ac:spMkLst>
        </pc:spChg>
        <pc:spChg chg="del">
          <ac:chgData name="Gellenoncourt, Kevin" userId="83ce2c6d-0bd4-4cd9-955e-dd3efc6a7d5a" providerId="ADAL" clId="{C9839D59-2972-4323-A767-4B90EFEABC06}" dt="2023-01-23T16:12:14.210" v="48714" actId="478"/>
          <ac:spMkLst>
            <pc:docMk/>
            <pc:sldMk cId="3327168641" sldId="1823"/>
            <ac:spMk id="16" creationId="{C484F097-0CD5-49B6-847E-EDC3054B2A68}"/>
          </ac:spMkLst>
        </pc:spChg>
        <pc:spChg chg="add del mod">
          <ac:chgData name="Gellenoncourt, Kevin" userId="83ce2c6d-0bd4-4cd9-955e-dd3efc6a7d5a" providerId="ADAL" clId="{C9839D59-2972-4323-A767-4B90EFEABC06}" dt="2023-01-23T16:13:06.651" v="48728" actId="21"/>
          <ac:spMkLst>
            <pc:docMk/>
            <pc:sldMk cId="3327168641" sldId="1823"/>
            <ac:spMk id="17" creationId="{217D4747-F208-42DE-A65A-3D10040649CD}"/>
          </ac:spMkLst>
        </pc:spChg>
      </pc:sldChg>
      <pc:sldChg chg="add del">
        <pc:chgData name="Gellenoncourt, Kevin" userId="83ce2c6d-0bd4-4cd9-955e-dd3efc6a7d5a" providerId="ADAL" clId="{C9839D59-2972-4323-A767-4B90EFEABC06}" dt="2023-01-30T13:42:10.197" v="52065" actId="2696"/>
        <pc:sldMkLst>
          <pc:docMk/>
          <pc:sldMk cId="527013450" sldId="1824"/>
        </pc:sldMkLst>
      </pc:sldChg>
      <pc:sldChg chg="add del">
        <pc:chgData name="Gellenoncourt, Kevin" userId="83ce2c6d-0bd4-4cd9-955e-dd3efc6a7d5a" providerId="ADAL" clId="{C9839D59-2972-4323-A767-4B90EFEABC06}" dt="2023-02-01T11:00:19.098" v="52746" actId="2696"/>
        <pc:sldMkLst>
          <pc:docMk/>
          <pc:sldMk cId="727579606" sldId="1824"/>
        </pc:sldMkLst>
      </pc:sldChg>
      <pc:sldChg chg="addSp delSp modSp add mod ord modClrScheme chgLayout">
        <pc:chgData name="Gellenoncourt, Kevin" userId="83ce2c6d-0bd4-4cd9-955e-dd3efc6a7d5a" providerId="ADAL" clId="{C9839D59-2972-4323-A767-4B90EFEABC06}" dt="2023-02-13T08:13:24.912" v="54657" actId="20577"/>
        <pc:sldMkLst>
          <pc:docMk/>
          <pc:sldMk cId="4000586324" sldId="1824"/>
        </pc:sldMkLst>
        <pc:spChg chg="mod ord">
          <ac:chgData name="Gellenoncourt, Kevin" userId="83ce2c6d-0bd4-4cd9-955e-dd3efc6a7d5a" providerId="ADAL" clId="{C9839D59-2972-4323-A767-4B90EFEABC06}" dt="2023-02-13T08:13:24.912" v="54657" actId="20577"/>
          <ac:spMkLst>
            <pc:docMk/>
            <pc:sldMk cId="4000586324" sldId="1824"/>
            <ac:spMk id="2" creationId="{81B4020D-2DE6-4B6C-822C-676A9E68ECFA}"/>
          </ac:spMkLst>
        </pc:spChg>
        <pc:spChg chg="add mod">
          <ac:chgData name="Gellenoncourt, Kevin" userId="83ce2c6d-0bd4-4cd9-955e-dd3efc6a7d5a" providerId="ADAL" clId="{C9839D59-2972-4323-A767-4B90EFEABC06}" dt="2023-02-02T12:42:20.942" v="53672" actId="1076"/>
          <ac:spMkLst>
            <pc:docMk/>
            <pc:sldMk cId="4000586324" sldId="1824"/>
            <ac:spMk id="3" creationId="{11CBED04-F18C-A393-5990-7424C18619E2}"/>
          </ac:spMkLst>
        </pc:spChg>
        <pc:spChg chg="del mod">
          <ac:chgData name="Gellenoncourt, Kevin" userId="83ce2c6d-0bd4-4cd9-955e-dd3efc6a7d5a" providerId="ADAL" clId="{C9839D59-2972-4323-A767-4B90EFEABC06}" dt="2023-02-01T11:04:00.503" v="52811" actId="478"/>
          <ac:spMkLst>
            <pc:docMk/>
            <pc:sldMk cId="4000586324" sldId="1824"/>
            <ac:spMk id="4" creationId="{44B1280B-6121-8E84-9120-A67AC737CC02}"/>
          </ac:spMkLst>
        </pc:spChg>
        <pc:spChg chg="add del mod ord">
          <ac:chgData name="Gellenoncourt, Kevin" userId="83ce2c6d-0bd4-4cd9-955e-dd3efc6a7d5a" providerId="ADAL" clId="{C9839D59-2972-4323-A767-4B90EFEABC06}" dt="2023-02-01T11:01:37.862" v="52766" actId="700"/>
          <ac:spMkLst>
            <pc:docMk/>
            <pc:sldMk cId="4000586324" sldId="1824"/>
            <ac:spMk id="5" creationId="{9DA4DF0D-C6A0-4B42-042C-CE8647BFC351}"/>
          </ac:spMkLst>
        </pc:spChg>
        <pc:spChg chg="mod ord">
          <ac:chgData name="Gellenoncourt, Kevin" userId="83ce2c6d-0bd4-4cd9-955e-dd3efc6a7d5a" providerId="ADAL" clId="{C9839D59-2972-4323-A767-4B90EFEABC06}" dt="2023-02-01T11:01:37.862" v="52766" actId="700"/>
          <ac:spMkLst>
            <pc:docMk/>
            <pc:sldMk cId="4000586324" sldId="1824"/>
            <ac:spMk id="6" creationId="{4576F49A-6A7E-470D-82F5-6D36342DDF17}"/>
          </ac:spMkLst>
        </pc:spChg>
        <pc:spChg chg="mod ord">
          <ac:chgData name="Gellenoncourt, Kevin" userId="83ce2c6d-0bd4-4cd9-955e-dd3efc6a7d5a" providerId="ADAL" clId="{C9839D59-2972-4323-A767-4B90EFEABC06}" dt="2023-02-02T12:42:24.538" v="53673" actId="404"/>
          <ac:spMkLst>
            <pc:docMk/>
            <pc:sldMk cId="4000586324" sldId="1824"/>
            <ac:spMk id="7" creationId="{92F87223-3247-43AA-997B-71B533465805}"/>
          </ac:spMkLst>
        </pc:spChg>
        <pc:spChg chg="del">
          <ac:chgData name="Gellenoncourt, Kevin" userId="83ce2c6d-0bd4-4cd9-955e-dd3efc6a7d5a" providerId="ADAL" clId="{C9839D59-2972-4323-A767-4B90EFEABC06}" dt="2023-02-01T11:01:04.184" v="52764" actId="478"/>
          <ac:spMkLst>
            <pc:docMk/>
            <pc:sldMk cId="4000586324" sldId="1824"/>
            <ac:spMk id="8" creationId="{B83ACEE6-7D37-4A7B-83F5-B1E35E3DFFA2}"/>
          </ac:spMkLst>
        </pc:spChg>
        <pc:spChg chg="mod ord">
          <ac:chgData name="Gellenoncourt, Kevin" userId="83ce2c6d-0bd4-4cd9-955e-dd3efc6a7d5a" providerId="ADAL" clId="{C9839D59-2972-4323-A767-4B90EFEABC06}" dt="2023-02-01T11:01:37.862" v="52766" actId="700"/>
          <ac:spMkLst>
            <pc:docMk/>
            <pc:sldMk cId="4000586324" sldId="1824"/>
            <ac:spMk id="9" creationId="{7F453CFC-B06F-47DA-871C-58C842AF94E4}"/>
          </ac:spMkLst>
        </pc:spChg>
        <pc:spChg chg="add mod ord">
          <ac:chgData name="Gellenoncourt, Kevin" userId="83ce2c6d-0bd4-4cd9-955e-dd3efc6a7d5a" providerId="ADAL" clId="{C9839D59-2972-4323-A767-4B90EFEABC06}" dt="2023-02-01T11:03:57.975" v="52810" actId="20577"/>
          <ac:spMkLst>
            <pc:docMk/>
            <pc:sldMk cId="4000586324" sldId="1824"/>
            <ac:spMk id="10" creationId="{F0159911-237C-0C07-DF1B-F3D5BDF7DB88}"/>
          </ac:spMkLst>
        </pc:spChg>
        <pc:spChg chg="del">
          <ac:chgData name="Gellenoncourt, Kevin" userId="83ce2c6d-0bd4-4cd9-955e-dd3efc6a7d5a" providerId="ADAL" clId="{C9839D59-2972-4323-A767-4B90EFEABC06}" dt="2023-02-01T11:02:04.096" v="52770" actId="478"/>
          <ac:spMkLst>
            <pc:docMk/>
            <pc:sldMk cId="4000586324" sldId="1824"/>
            <ac:spMk id="11" creationId="{54985B2C-1B52-44A0-A334-531A652DC8A5}"/>
          </ac:spMkLst>
        </pc:spChg>
        <pc:spChg chg="add mod">
          <ac:chgData name="Gellenoncourt, Kevin" userId="83ce2c6d-0bd4-4cd9-955e-dd3efc6a7d5a" providerId="ADAL" clId="{C9839D59-2972-4323-A767-4B90EFEABC06}" dt="2023-02-01T11:03:21.724" v="52803" actId="1076"/>
          <ac:spMkLst>
            <pc:docMk/>
            <pc:sldMk cId="4000586324" sldId="1824"/>
            <ac:spMk id="12" creationId="{CF4EAC0C-CFF7-D462-2ADE-5C93AD43858D}"/>
          </ac:spMkLst>
        </pc:spChg>
        <pc:spChg chg="del">
          <ac:chgData name="Gellenoncourt, Kevin" userId="83ce2c6d-0bd4-4cd9-955e-dd3efc6a7d5a" providerId="ADAL" clId="{C9839D59-2972-4323-A767-4B90EFEABC06}" dt="2023-02-01T11:00:57.209" v="52763" actId="478"/>
          <ac:spMkLst>
            <pc:docMk/>
            <pc:sldMk cId="4000586324" sldId="1824"/>
            <ac:spMk id="13" creationId="{1CEFF053-7A64-4822-A62E-925BCC5E4DCE}"/>
          </ac:spMkLst>
        </pc:spChg>
        <pc:spChg chg="del">
          <ac:chgData name="Gellenoncourt, Kevin" userId="83ce2c6d-0bd4-4cd9-955e-dd3efc6a7d5a" providerId="ADAL" clId="{C9839D59-2972-4323-A767-4B90EFEABC06}" dt="2023-02-01T11:01:04.184" v="52764" actId="478"/>
          <ac:spMkLst>
            <pc:docMk/>
            <pc:sldMk cId="4000586324" sldId="1824"/>
            <ac:spMk id="14" creationId="{A9853726-C667-4973-92E8-7E76D38C3D22}"/>
          </ac:spMkLst>
        </pc:spChg>
        <pc:spChg chg="del">
          <ac:chgData name="Gellenoncourt, Kevin" userId="83ce2c6d-0bd4-4cd9-955e-dd3efc6a7d5a" providerId="ADAL" clId="{C9839D59-2972-4323-A767-4B90EFEABC06}" dt="2023-02-01T11:02:01.421" v="52769" actId="478"/>
          <ac:spMkLst>
            <pc:docMk/>
            <pc:sldMk cId="4000586324" sldId="1824"/>
            <ac:spMk id="15" creationId="{4DA88B71-EBDF-4B03-97EA-7B154EC1D156}"/>
          </ac:spMkLst>
        </pc:spChg>
        <pc:spChg chg="del">
          <ac:chgData name="Gellenoncourt, Kevin" userId="83ce2c6d-0bd4-4cd9-955e-dd3efc6a7d5a" providerId="ADAL" clId="{C9839D59-2972-4323-A767-4B90EFEABC06}" dt="2023-02-01T11:01:04.184" v="52764" actId="478"/>
          <ac:spMkLst>
            <pc:docMk/>
            <pc:sldMk cId="4000586324" sldId="1824"/>
            <ac:spMk id="16" creationId="{28FDA27F-E51A-47BE-B78B-E19180B09B39}"/>
          </ac:spMkLst>
        </pc:spChg>
        <pc:spChg chg="del">
          <ac:chgData name="Gellenoncourt, Kevin" userId="83ce2c6d-0bd4-4cd9-955e-dd3efc6a7d5a" providerId="ADAL" clId="{C9839D59-2972-4323-A767-4B90EFEABC06}" dt="2023-02-01T11:01:48.469" v="52768" actId="478"/>
          <ac:spMkLst>
            <pc:docMk/>
            <pc:sldMk cId="4000586324" sldId="1824"/>
            <ac:spMk id="18" creationId="{D29CFD93-4DA2-4C5E-8607-CE2A1EFFD801}"/>
          </ac:spMkLst>
        </pc:spChg>
        <pc:spChg chg="del">
          <ac:chgData name="Gellenoncourt, Kevin" userId="83ce2c6d-0bd4-4cd9-955e-dd3efc6a7d5a" providerId="ADAL" clId="{C9839D59-2972-4323-A767-4B90EFEABC06}" dt="2023-02-01T11:01:04.184" v="52764" actId="478"/>
          <ac:spMkLst>
            <pc:docMk/>
            <pc:sldMk cId="4000586324" sldId="1824"/>
            <ac:spMk id="19" creationId="{AE326722-3D69-414A-BFA6-66C85D1A4BAE}"/>
          </ac:spMkLst>
        </pc:spChg>
        <pc:spChg chg="mod">
          <ac:chgData name="Gellenoncourt, Kevin" userId="83ce2c6d-0bd4-4cd9-955e-dd3efc6a7d5a" providerId="ADAL" clId="{C9839D59-2972-4323-A767-4B90EFEABC06}" dt="2023-02-02T12:41:42.210" v="53650" actId="108"/>
          <ac:spMkLst>
            <pc:docMk/>
            <pc:sldMk cId="4000586324" sldId="1824"/>
            <ac:spMk id="20" creationId="{E4C41FC6-A4AB-42CC-8098-ED7337D49083}"/>
          </ac:spMkLst>
        </pc:spChg>
        <pc:spChg chg="del">
          <ac:chgData name="Gellenoncourt, Kevin" userId="83ce2c6d-0bd4-4cd9-955e-dd3efc6a7d5a" providerId="ADAL" clId="{C9839D59-2972-4323-A767-4B90EFEABC06}" dt="2023-02-01T11:01:07.757" v="52765" actId="478"/>
          <ac:spMkLst>
            <pc:docMk/>
            <pc:sldMk cId="4000586324" sldId="1824"/>
            <ac:spMk id="22" creationId="{C126C97A-5CFE-4956-A0B2-FCA617DEDF0E}"/>
          </ac:spMkLst>
        </pc:spChg>
        <pc:spChg chg="del">
          <ac:chgData name="Gellenoncourt, Kevin" userId="83ce2c6d-0bd4-4cd9-955e-dd3efc6a7d5a" providerId="ADAL" clId="{C9839D59-2972-4323-A767-4B90EFEABC06}" dt="2023-02-01T11:01:07.757" v="52765" actId="478"/>
          <ac:spMkLst>
            <pc:docMk/>
            <pc:sldMk cId="4000586324" sldId="1824"/>
            <ac:spMk id="23" creationId="{C1B6BC22-C379-4C28-8F64-87294219D7AE}"/>
          </ac:spMkLst>
        </pc:spChg>
        <pc:spChg chg="del">
          <ac:chgData name="Gellenoncourt, Kevin" userId="83ce2c6d-0bd4-4cd9-955e-dd3efc6a7d5a" providerId="ADAL" clId="{C9839D59-2972-4323-A767-4B90EFEABC06}" dt="2023-02-01T11:01:04.184" v="52764" actId="478"/>
          <ac:spMkLst>
            <pc:docMk/>
            <pc:sldMk cId="4000586324" sldId="1824"/>
            <ac:spMk id="24" creationId="{4818785F-04A0-4C20-8BFC-4A865039B2D9}"/>
          </ac:spMkLst>
        </pc:spChg>
      </pc:sldChg>
      <pc:sldChg chg="modSp add mod ord">
        <pc:chgData name="Gellenoncourt, Kevin" userId="83ce2c6d-0bd4-4cd9-955e-dd3efc6a7d5a" providerId="ADAL" clId="{C9839D59-2972-4323-A767-4B90EFEABC06}" dt="2023-02-07T09:38:48.965" v="54580" actId="20577"/>
        <pc:sldMkLst>
          <pc:docMk/>
          <pc:sldMk cId="4105001652" sldId="1825"/>
        </pc:sldMkLst>
        <pc:spChg chg="mod">
          <ac:chgData name="Gellenoncourt, Kevin" userId="83ce2c6d-0bd4-4cd9-955e-dd3efc6a7d5a" providerId="ADAL" clId="{C9839D59-2972-4323-A767-4B90EFEABC06}" dt="2023-02-01T11:24:02.328" v="53093" actId="20577"/>
          <ac:spMkLst>
            <pc:docMk/>
            <pc:sldMk cId="4105001652" sldId="1825"/>
            <ac:spMk id="7" creationId="{E42BCCB4-5ADC-48EF-AB6B-F068147D8558}"/>
          </ac:spMkLst>
        </pc:spChg>
        <pc:spChg chg="mod">
          <ac:chgData name="Gellenoncourt, Kevin" userId="83ce2c6d-0bd4-4cd9-955e-dd3efc6a7d5a" providerId="ADAL" clId="{C9839D59-2972-4323-A767-4B90EFEABC06}" dt="2023-02-07T09:38:48.965" v="54580" actId="20577"/>
          <ac:spMkLst>
            <pc:docMk/>
            <pc:sldMk cId="4105001652" sldId="1825"/>
            <ac:spMk id="8" creationId="{EF4CE90A-C0B9-4342-BF6C-766D39B37411}"/>
          </ac:spMkLst>
        </pc:spChg>
      </pc:sldChg>
      <pc:sldChg chg="addSp delSp modSp add mod chgLayout">
        <pc:chgData name="Gellenoncourt, Kevin" userId="83ce2c6d-0bd4-4cd9-955e-dd3efc6a7d5a" providerId="ADAL" clId="{C9839D59-2972-4323-A767-4B90EFEABC06}" dt="2023-02-13T08:17:59.783" v="54687" actId="1076"/>
        <pc:sldMkLst>
          <pc:docMk/>
          <pc:sldMk cId="2789654304" sldId="1826"/>
        </pc:sldMkLst>
        <pc:spChg chg="mod ord">
          <ac:chgData name="Gellenoncourt, Kevin" userId="83ce2c6d-0bd4-4cd9-955e-dd3efc6a7d5a" providerId="ADAL" clId="{C9839D59-2972-4323-A767-4B90EFEABC06}" dt="2023-02-02T12:45:14.572" v="53748" actId="700"/>
          <ac:spMkLst>
            <pc:docMk/>
            <pc:sldMk cId="2789654304" sldId="1826"/>
            <ac:spMk id="2" creationId="{81B4020D-2DE6-4B6C-822C-676A9E68ECFA}"/>
          </ac:spMkLst>
        </pc:spChg>
        <pc:spChg chg="add mod">
          <ac:chgData name="Gellenoncourt, Kevin" userId="83ce2c6d-0bd4-4cd9-955e-dd3efc6a7d5a" providerId="ADAL" clId="{C9839D59-2972-4323-A767-4B90EFEABC06}" dt="2023-02-13T08:17:59.783" v="54687" actId="1076"/>
          <ac:spMkLst>
            <pc:docMk/>
            <pc:sldMk cId="2789654304" sldId="1826"/>
            <ac:spMk id="3" creationId="{14928346-04F9-0830-5168-434203925BCF}"/>
          </ac:spMkLst>
        </pc:spChg>
        <pc:spChg chg="add del mod ord">
          <ac:chgData name="Gellenoncourt, Kevin" userId="83ce2c6d-0bd4-4cd9-955e-dd3efc6a7d5a" providerId="ADAL" clId="{C9839D59-2972-4323-A767-4B90EFEABC06}" dt="2023-02-02T12:45:42.984" v="53754" actId="478"/>
          <ac:spMkLst>
            <pc:docMk/>
            <pc:sldMk cId="2789654304" sldId="1826"/>
            <ac:spMk id="3" creationId="{B1A77CFF-A709-70E8-37A4-242AACD05009}"/>
          </ac:spMkLst>
        </pc:spChg>
        <pc:spChg chg="del">
          <ac:chgData name="Gellenoncourt, Kevin" userId="83ce2c6d-0bd4-4cd9-955e-dd3efc6a7d5a" providerId="ADAL" clId="{C9839D59-2972-4323-A767-4B90EFEABC06}" dt="2023-02-02T12:44:27.936" v="53732" actId="478"/>
          <ac:spMkLst>
            <pc:docMk/>
            <pc:sldMk cId="2789654304" sldId="1826"/>
            <ac:spMk id="4" creationId="{44B1280B-6121-8E84-9120-A67AC737CC02}"/>
          </ac:spMkLst>
        </pc:spChg>
        <pc:spChg chg="mod">
          <ac:chgData name="Gellenoncourt, Kevin" userId="83ce2c6d-0bd4-4cd9-955e-dd3efc6a7d5a" providerId="ADAL" clId="{C9839D59-2972-4323-A767-4B90EFEABC06}" dt="2023-02-02T12:59:42.991" v="54010" actId="14100"/>
          <ac:spMkLst>
            <pc:docMk/>
            <pc:sldMk cId="2789654304" sldId="1826"/>
            <ac:spMk id="5" creationId="{DD0DF67A-848A-FAFF-2CDA-E87DF891B550}"/>
          </ac:spMkLst>
        </pc:spChg>
        <pc:spChg chg="mod ord">
          <ac:chgData name="Gellenoncourt, Kevin" userId="83ce2c6d-0bd4-4cd9-955e-dd3efc6a7d5a" providerId="ADAL" clId="{C9839D59-2972-4323-A767-4B90EFEABC06}" dt="2023-02-02T12:45:14.572" v="53748" actId="700"/>
          <ac:spMkLst>
            <pc:docMk/>
            <pc:sldMk cId="2789654304" sldId="1826"/>
            <ac:spMk id="6" creationId="{4576F49A-6A7E-470D-82F5-6D36342DDF17}"/>
          </ac:spMkLst>
        </pc:spChg>
        <pc:spChg chg="mod ord">
          <ac:chgData name="Gellenoncourt, Kevin" userId="83ce2c6d-0bd4-4cd9-955e-dd3efc6a7d5a" providerId="ADAL" clId="{C9839D59-2972-4323-A767-4B90EFEABC06}" dt="2023-02-02T12:45:14.572" v="53748" actId="700"/>
          <ac:spMkLst>
            <pc:docMk/>
            <pc:sldMk cId="2789654304" sldId="1826"/>
            <ac:spMk id="7" creationId="{92F87223-3247-43AA-997B-71B533465805}"/>
          </ac:spMkLst>
        </pc:spChg>
        <pc:spChg chg="mod">
          <ac:chgData name="Gellenoncourt, Kevin" userId="83ce2c6d-0bd4-4cd9-955e-dd3efc6a7d5a" providerId="ADAL" clId="{C9839D59-2972-4323-A767-4B90EFEABC06}" dt="2023-02-02T12:59:46.952" v="54011" actId="13926"/>
          <ac:spMkLst>
            <pc:docMk/>
            <pc:sldMk cId="2789654304" sldId="1826"/>
            <ac:spMk id="8" creationId="{B2F5406F-9AFC-9EB7-EEC5-76A52762F573}"/>
          </ac:spMkLst>
        </pc:spChg>
        <pc:spChg chg="mod ord">
          <ac:chgData name="Gellenoncourt, Kevin" userId="83ce2c6d-0bd4-4cd9-955e-dd3efc6a7d5a" providerId="ADAL" clId="{C9839D59-2972-4323-A767-4B90EFEABC06}" dt="2023-02-02T12:45:14.572" v="53748" actId="700"/>
          <ac:spMkLst>
            <pc:docMk/>
            <pc:sldMk cId="2789654304" sldId="1826"/>
            <ac:spMk id="9" creationId="{7F453CFC-B06F-47DA-871C-58C842AF94E4}"/>
          </ac:spMkLst>
        </pc:spChg>
        <pc:spChg chg="add del mod ord">
          <ac:chgData name="Gellenoncourt, Kevin" userId="83ce2c6d-0bd4-4cd9-955e-dd3efc6a7d5a" providerId="ADAL" clId="{C9839D59-2972-4323-A767-4B90EFEABC06}" dt="2023-02-02T12:45:41.695" v="53753" actId="478"/>
          <ac:spMkLst>
            <pc:docMk/>
            <pc:sldMk cId="2789654304" sldId="1826"/>
            <ac:spMk id="10" creationId="{B738DB51-5E62-2E52-12CD-244039EE02D1}"/>
          </ac:spMkLst>
        </pc:spChg>
        <pc:spChg chg="del">
          <ac:chgData name="Gellenoncourt, Kevin" userId="83ce2c6d-0bd4-4cd9-955e-dd3efc6a7d5a" providerId="ADAL" clId="{C9839D59-2972-4323-A767-4B90EFEABC06}" dt="2023-02-02T12:44:07.551" v="53727" actId="478"/>
          <ac:spMkLst>
            <pc:docMk/>
            <pc:sldMk cId="2789654304" sldId="1826"/>
            <ac:spMk id="11" creationId="{54985B2C-1B52-44A0-A334-531A652DC8A5}"/>
          </ac:spMkLst>
        </pc:spChg>
        <pc:spChg chg="del">
          <ac:chgData name="Gellenoncourt, Kevin" userId="83ce2c6d-0bd4-4cd9-955e-dd3efc6a7d5a" providerId="ADAL" clId="{C9839D59-2972-4323-A767-4B90EFEABC06}" dt="2023-02-02T12:44:42.438" v="53738" actId="478"/>
          <ac:spMkLst>
            <pc:docMk/>
            <pc:sldMk cId="2789654304" sldId="1826"/>
            <ac:spMk id="12" creationId="{4DED9DBE-CBB8-9C91-EADF-A1416BAA8632}"/>
          </ac:spMkLst>
        </pc:spChg>
        <pc:spChg chg="add mod">
          <ac:chgData name="Gellenoncourt, Kevin" userId="83ce2c6d-0bd4-4cd9-955e-dd3efc6a7d5a" providerId="ADAL" clId="{C9839D59-2972-4323-A767-4B90EFEABC06}" dt="2023-02-13T08:13:04.588" v="54641" actId="14100"/>
          <ac:spMkLst>
            <pc:docMk/>
            <pc:sldMk cId="2789654304" sldId="1826"/>
            <ac:spMk id="13" creationId="{C083206D-4CC2-5447-AAAA-BD90521B11AA}"/>
          </ac:spMkLst>
        </pc:spChg>
        <pc:spChg chg="add mod">
          <ac:chgData name="Gellenoncourt, Kevin" userId="83ce2c6d-0bd4-4cd9-955e-dd3efc6a7d5a" providerId="ADAL" clId="{C9839D59-2972-4323-A767-4B90EFEABC06}" dt="2023-02-13T08:13:06.881" v="54642" actId="14100"/>
          <ac:spMkLst>
            <pc:docMk/>
            <pc:sldMk cId="2789654304" sldId="1826"/>
            <ac:spMk id="14" creationId="{FAD498DE-6D7E-4853-FCE8-768C1D49C1F6}"/>
          </ac:spMkLst>
        </pc:spChg>
        <pc:spChg chg="mod">
          <ac:chgData name="Gellenoncourt, Kevin" userId="83ce2c6d-0bd4-4cd9-955e-dd3efc6a7d5a" providerId="ADAL" clId="{C9839D59-2972-4323-A767-4B90EFEABC06}" dt="2023-02-13T08:13:10.155" v="54643" actId="14100"/>
          <ac:spMkLst>
            <pc:docMk/>
            <pc:sldMk cId="2789654304" sldId="1826"/>
            <ac:spMk id="15" creationId="{4DA88B71-EBDF-4B03-97EA-7B154EC1D156}"/>
          </ac:spMkLst>
        </pc:spChg>
        <pc:spChg chg="del">
          <ac:chgData name="Gellenoncourt, Kevin" userId="83ce2c6d-0bd4-4cd9-955e-dd3efc6a7d5a" providerId="ADAL" clId="{C9839D59-2972-4323-A767-4B90EFEABC06}" dt="2023-02-02T12:44:42.438" v="53738" actId="478"/>
          <ac:spMkLst>
            <pc:docMk/>
            <pc:sldMk cId="2789654304" sldId="1826"/>
            <ac:spMk id="16" creationId="{B0D5ED01-6162-2CCE-B6FE-B3FC13ECC693}"/>
          </ac:spMkLst>
        </pc:spChg>
        <pc:spChg chg="del">
          <ac:chgData name="Gellenoncourt, Kevin" userId="83ce2c6d-0bd4-4cd9-955e-dd3efc6a7d5a" providerId="ADAL" clId="{C9839D59-2972-4323-A767-4B90EFEABC06}" dt="2023-02-02T12:44:42.438" v="53738" actId="478"/>
          <ac:spMkLst>
            <pc:docMk/>
            <pc:sldMk cId="2789654304" sldId="1826"/>
            <ac:spMk id="17" creationId="{2FE2AC5C-8308-A7B0-317B-B13AD241A03C}"/>
          </ac:spMkLst>
        </pc:spChg>
        <pc:spChg chg="del">
          <ac:chgData name="Gellenoncourt, Kevin" userId="83ce2c6d-0bd4-4cd9-955e-dd3efc6a7d5a" providerId="ADAL" clId="{C9839D59-2972-4323-A767-4B90EFEABC06}" dt="2023-02-02T12:44:16.337" v="53729" actId="478"/>
          <ac:spMkLst>
            <pc:docMk/>
            <pc:sldMk cId="2789654304" sldId="1826"/>
            <ac:spMk id="18" creationId="{D29CFD93-4DA2-4C5E-8607-CE2A1EFFD801}"/>
          </ac:spMkLst>
        </pc:spChg>
        <pc:spChg chg="del">
          <ac:chgData name="Gellenoncourt, Kevin" userId="83ce2c6d-0bd4-4cd9-955e-dd3efc6a7d5a" providerId="ADAL" clId="{C9839D59-2972-4323-A767-4B90EFEABC06}" dt="2023-02-02T12:44:32.221" v="53734" actId="478"/>
          <ac:spMkLst>
            <pc:docMk/>
            <pc:sldMk cId="2789654304" sldId="1826"/>
            <ac:spMk id="19" creationId="{AE326722-3D69-414A-BFA6-66C85D1A4BAE}"/>
          </ac:spMkLst>
        </pc:spChg>
        <pc:spChg chg="add mod">
          <ac:chgData name="Gellenoncourt, Kevin" userId="83ce2c6d-0bd4-4cd9-955e-dd3efc6a7d5a" providerId="ADAL" clId="{C9839D59-2972-4323-A767-4B90EFEABC06}" dt="2023-02-02T12:51:51.632" v="53934" actId="1076"/>
          <ac:spMkLst>
            <pc:docMk/>
            <pc:sldMk cId="2789654304" sldId="1826"/>
            <ac:spMk id="20" creationId="{D7763DBF-4035-DBAE-DCF7-A0F0AE906002}"/>
          </ac:spMkLst>
        </pc:spChg>
        <pc:spChg chg="del">
          <ac:chgData name="Gellenoncourt, Kevin" userId="83ce2c6d-0bd4-4cd9-955e-dd3efc6a7d5a" providerId="ADAL" clId="{C9839D59-2972-4323-A767-4B90EFEABC06}" dt="2023-02-02T12:44:42.438" v="53738" actId="478"/>
          <ac:spMkLst>
            <pc:docMk/>
            <pc:sldMk cId="2789654304" sldId="1826"/>
            <ac:spMk id="21" creationId="{94433318-791C-15FE-CC95-7E01663E9094}"/>
          </ac:spMkLst>
        </pc:spChg>
        <pc:spChg chg="del">
          <ac:chgData name="Gellenoncourt, Kevin" userId="83ce2c6d-0bd4-4cd9-955e-dd3efc6a7d5a" providerId="ADAL" clId="{C9839D59-2972-4323-A767-4B90EFEABC06}" dt="2023-02-02T12:44:34.701" v="53735" actId="478"/>
          <ac:spMkLst>
            <pc:docMk/>
            <pc:sldMk cId="2789654304" sldId="1826"/>
            <ac:spMk id="22" creationId="{C126C97A-5CFE-4956-A0B2-FCA617DEDF0E}"/>
          </ac:spMkLst>
        </pc:spChg>
        <pc:spChg chg="del">
          <ac:chgData name="Gellenoncourt, Kevin" userId="83ce2c6d-0bd4-4cd9-955e-dd3efc6a7d5a" providerId="ADAL" clId="{C9839D59-2972-4323-A767-4B90EFEABC06}" dt="2023-02-02T12:44:31.286" v="53733" actId="478"/>
          <ac:spMkLst>
            <pc:docMk/>
            <pc:sldMk cId="2789654304" sldId="1826"/>
            <ac:spMk id="23" creationId="{C1B6BC22-C379-4C28-8F64-87294219D7AE}"/>
          </ac:spMkLst>
        </pc:spChg>
        <pc:spChg chg="mod">
          <ac:chgData name="Gellenoncourt, Kevin" userId="83ce2c6d-0bd4-4cd9-955e-dd3efc6a7d5a" providerId="ADAL" clId="{C9839D59-2972-4323-A767-4B90EFEABC06}" dt="2023-02-02T12:58:56.610" v="53947" actId="14100"/>
          <ac:spMkLst>
            <pc:docMk/>
            <pc:sldMk cId="2789654304" sldId="1826"/>
            <ac:spMk id="24" creationId="{4818785F-04A0-4C20-8BFC-4A865039B2D9}"/>
          </ac:spMkLst>
        </pc:spChg>
        <pc:spChg chg="del">
          <ac:chgData name="Gellenoncourt, Kevin" userId="83ce2c6d-0bd4-4cd9-955e-dd3efc6a7d5a" providerId="ADAL" clId="{C9839D59-2972-4323-A767-4B90EFEABC06}" dt="2023-02-02T12:44:42.438" v="53738" actId="478"/>
          <ac:spMkLst>
            <pc:docMk/>
            <pc:sldMk cId="2789654304" sldId="1826"/>
            <ac:spMk id="25" creationId="{401D5595-8659-2CD7-7F2D-D031F71E078A}"/>
          </ac:spMkLst>
        </pc:spChg>
        <pc:spChg chg="del">
          <ac:chgData name="Gellenoncourt, Kevin" userId="83ce2c6d-0bd4-4cd9-955e-dd3efc6a7d5a" providerId="ADAL" clId="{C9839D59-2972-4323-A767-4B90EFEABC06}" dt="2023-02-02T12:44:42.438" v="53738" actId="478"/>
          <ac:spMkLst>
            <pc:docMk/>
            <pc:sldMk cId="2789654304" sldId="1826"/>
            <ac:spMk id="26" creationId="{C59DED0B-42AA-0CF8-C2DA-4349DEE42075}"/>
          </ac:spMkLst>
        </pc:spChg>
        <pc:picChg chg="del">
          <ac:chgData name="Gellenoncourt, Kevin" userId="83ce2c6d-0bd4-4cd9-955e-dd3efc6a7d5a" providerId="ADAL" clId="{C9839D59-2972-4323-A767-4B90EFEABC06}" dt="2023-02-02T12:44:35.415" v="53736" actId="478"/>
          <ac:picMkLst>
            <pc:docMk/>
            <pc:sldMk cId="2789654304" sldId="1826"/>
            <ac:picMk id="72" creationId="{0471E2E7-E68E-E9A2-324C-844DDA0A5CA8}"/>
          </ac:picMkLst>
        </pc:picChg>
        <pc:cxnChg chg="del mod">
          <ac:chgData name="Gellenoncourt, Kevin" userId="83ce2c6d-0bd4-4cd9-955e-dd3efc6a7d5a" providerId="ADAL" clId="{C9839D59-2972-4323-A767-4B90EFEABC06}" dt="2023-02-02T12:44:42.438" v="53738" actId="478"/>
          <ac:cxnSpMkLst>
            <pc:docMk/>
            <pc:sldMk cId="2789654304" sldId="1826"/>
            <ac:cxnSpMk id="27" creationId="{CC8041B5-6C16-C1EF-0386-006D8B8C3135}"/>
          </ac:cxnSpMkLst>
        </pc:cxnChg>
        <pc:cxnChg chg="del mod">
          <ac:chgData name="Gellenoncourt, Kevin" userId="83ce2c6d-0bd4-4cd9-955e-dd3efc6a7d5a" providerId="ADAL" clId="{C9839D59-2972-4323-A767-4B90EFEABC06}" dt="2023-02-02T12:44:42.438" v="53738" actId="478"/>
          <ac:cxnSpMkLst>
            <pc:docMk/>
            <pc:sldMk cId="2789654304" sldId="1826"/>
            <ac:cxnSpMk id="30" creationId="{797AC51A-5926-8E1F-2356-B4DBCAABD5A4}"/>
          </ac:cxnSpMkLst>
        </pc:cxnChg>
        <pc:cxnChg chg="del mod">
          <ac:chgData name="Gellenoncourt, Kevin" userId="83ce2c6d-0bd4-4cd9-955e-dd3efc6a7d5a" providerId="ADAL" clId="{C9839D59-2972-4323-A767-4B90EFEABC06}" dt="2023-02-02T12:44:42.438" v="53738" actId="478"/>
          <ac:cxnSpMkLst>
            <pc:docMk/>
            <pc:sldMk cId="2789654304" sldId="1826"/>
            <ac:cxnSpMk id="31" creationId="{E64B9F92-2AD9-E1A5-533C-F09D466AD7F9}"/>
          </ac:cxnSpMkLst>
        </pc:cxnChg>
        <pc:cxnChg chg="del mod">
          <ac:chgData name="Gellenoncourt, Kevin" userId="83ce2c6d-0bd4-4cd9-955e-dd3efc6a7d5a" providerId="ADAL" clId="{C9839D59-2972-4323-A767-4B90EFEABC06}" dt="2023-02-02T12:44:42.438" v="53738" actId="478"/>
          <ac:cxnSpMkLst>
            <pc:docMk/>
            <pc:sldMk cId="2789654304" sldId="1826"/>
            <ac:cxnSpMk id="34" creationId="{FBB5FDFA-5009-54D8-DB25-CB9EDFF27510}"/>
          </ac:cxnSpMkLst>
        </pc:cxnChg>
      </pc:sldChg>
      <pc:sldChg chg="modSp add mod">
        <pc:chgData name="Gellenoncourt, Kevin" userId="83ce2c6d-0bd4-4cd9-955e-dd3efc6a7d5a" providerId="ADAL" clId="{C9839D59-2972-4323-A767-4B90EFEABC06}" dt="2023-02-07T09:37:44.469" v="54575" actId="20577"/>
        <pc:sldMkLst>
          <pc:docMk/>
          <pc:sldMk cId="1624291787" sldId="1827"/>
        </pc:sldMkLst>
        <pc:spChg chg="mod">
          <ac:chgData name="Gellenoncourt, Kevin" userId="83ce2c6d-0bd4-4cd9-955e-dd3efc6a7d5a" providerId="ADAL" clId="{C9839D59-2972-4323-A767-4B90EFEABC06}" dt="2023-02-07T09:37:44.469" v="54575" actId="20577"/>
          <ac:spMkLst>
            <pc:docMk/>
            <pc:sldMk cId="1624291787" sldId="1827"/>
            <ac:spMk id="8" creationId="{EF4CE90A-C0B9-4342-BF6C-766D39B37411}"/>
          </ac:spMkLst>
        </pc:spChg>
      </pc:sldChg>
      <pc:sldChg chg="addSp delSp modSp add del mod addCm delCm modCm">
        <pc:chgData name="Gellenoncourt, Kevin" userId="83ce2c6d-0bd4-4cd9-955e-dd3efc6a7d5a" providerId="ADAL" clId="{C9839D59-2972-4323-A767-4B90EFEABC06}" dt="2023-02-02T15:54:13.889" v="54496" actId="2696"/>
        <pc:sldMkLst>
          <pc:docMk/>
          <pc:sldMk cId="4170151381" sldId="1827"/>
        </pc:sldMkLst>
        <pc:spChg chg="del">
          <ac:chgData name="Gellenoncourt, Kevin" userId="83ce2c6d-0bd4-4cd9-955e-dd3efc6a7d5a" providerId="ADAL" clId="{C9839D59-2972-4323-A767-4B90EFEABC06}" dt="2023-02-02T13:53:54.400" v="54233" actId="478"/>
          <ac:spMkLst>
            <pc:docMk/>
            <pc:sldMk cId="4170151381" sldId="1827"/>
            <ac:spMk id="2" creationId="{188C9A8C-BBFF-A6D7-E2B7-29C4AC2028F3}"/>
          </ac:spMkLst>
        </pc:spChg>
        <pc:spChg chg="add del mod">
          <ac:chgData name="Gellenoncourt, Kevin" userId="83ce2c6d-0bd4-4cd9-955e-dd3efc6a7d5a" providerId="ADAL" clId="{C9839D59-2972-4323-A767-4B90EFEABC06}" dt="2023-02-02T15:08:21.788" v="54462" actId="478"/>
          <ac:spMkLst>
            <pc:docMk/>
            <pc:sldMk cId="4170151381" sldId="1827"/>
            <ac:spMk id="3" creationId="{8FA91351-1CF3-3446-482F-52427543093F}"/>
          </ac:spMkLst>
        </pc:spChg>
        <pc:spChg chg="del">
          <ac:chgData name="Gellenoncourt, Kevin" userId="83ce2c6d-0bd4-4cd9-955e-dd3efc6a7d5a" providerId="ADAL" clId="{C9839D59-2972-4323-A767-4B90EFEABC06}" dt="2023-02-02T13:53:45.481" v="54226" actId="478"/>
          <ac:spMkLst>
            <pc:docMk/>
            <pc:sldMk cId="4170151381" sldId="1827"/>
            <ac:spMk id="3" creationId="{99EF170E-B1CF-193F-030B-6A46DADB9972}"/>
          </ac:spMkLst>
        </pc:spChg>
        <pc:spChg chg="del">
          <ac:chgData name="Gellenoncourt, Kevin" userId="83ce2c6d-0bd4-4cd9-955e-dd3efc6a7d5a" providerId="ADAL" clId="{C9839D59-2972-4323-A767-4B90EFEABC06}" dt="2023-02-02T13:52:17.250" v="54176" actId="478"/>
          <ac:spMkLst>
            <pc:docMk/>
            <pc:sldMk cId="4170151381" sldId="1827"/>
            <ac:spMk id="4" creationId="{0F92DE3F-AF88-8E48-8BAB-1CB678A91867}"/>
          </ac:spMkLst>
        </pc:spChg>
        <pc:spChg chg="del">
          <ac:chgData name="Gellenoncourt, Kevin" userId="83ce2c6d-0bd4-4cd9-955e-dd3efc6a7d5a" providerId="ADAL" clId="{C9839D59-2972-4323-A767-4B90EFEABC06}" dt="2023-02-02T13:53:46.911" v="54227" actId="478"/>
          <ac:spMkLst>
            <pc:docMk/>
            <pc:sldMk cId="4170151381" sldId="1827"/>
            <ac:spMk id="5" creationId="{86D97FCD-8E67-9AF8-74C6-FF5482CDB61A}"/>
          </ac:spMkLst>
        </pc:spChg>
        <pc:spChg chg="mod">
          <ac:chgData name="Gellenoncourt, Kevin" userId="83ce2c6d-0bd4-4cd9-955e-dd3efc6a7d5a" providerId="ADAL" clId="{C9839D59-2972-4323-A767-4B90EFEABC06}" dt="2023-02-02T13:50:56.827" v="54121" actId="20577"/>
          <ac:spMkLst>
            <pc:docMk/>
            <pc:sldMk cId="4170151381" sldId="1827"/>
            <ac:spMk id="7" creationId="{6965AD01-1930-4FD8-A319-92D62E7DEF34}"/>
          </ac:spMkLst>
        </pc:spChg>
        <pc:spChg chg="add del mod ord">
          <ac:chgData name="Gellenoncourt, Kevin" userId="83ce2c6d-0bd4-4cd9-955e-dd3efc6a7d5a" providerId="ADAL" clId="{C9839D59-2972-4323-A767-4B90EFEABC06}" dt="2023-02-02T15:54:06.223" v="54494" actId="478"/>
          <ac:spMkLst>
            <pc:docMk/>
            <pc:sldMk cId="4170151381" sldId="1827"/>
            <ac:spMk id="12" creationId="{8AFBEDAC-AA6D-4F3F-AD26-7AF95EE7CAB6}"/>
          </ac:spMkLst>
        </pc:spChg>
        <pc:spChg chg="del">
          <ac:chgData name="Gellenoncourt, Kevin" userId="83ce2c6d-0bd4-4cd9-955e-dd3efc6a7d5a" providerId="ADAL" clId="{C9839D59-2972-4323-A767-4B90EFEABC06}" dt="2023-02-02T13:50:25.147" v="54099" actId="478"/>
          <ac:spMkLst>
            <pc:docMk/>
            <pc:sldMk cId="4170151381" sldId="1827"/>
            <ac:spMk id="13" creationId="{C2DC54A7-8402-4F45-9131-66F8F28300B2}"/>
          </ac:spMkLst>
        </pc:spChg>
        <pc:spChg chg="del mod">
          <ac:chgData name="Gellenoncourt, Kevin" userId="83ce2c6d-0bd4-4cd9-955e-dd3efc6a7d5a" providerId="ADAL" clId="{C9839D59-2972-4323-A767-4B90EFEABC06}" dt="2023-02-02T15:02:22.269" v="54461" actId="478"/>
          <ac:spMkLst>
            <pc:docMk/>
            <pc:sldMk cId="4170151381" sldId="1827"/>
            <ac:spMk id="14" creationId="{91C11BD2-8699-4B9E-AC69-15D16F22E817}"/>
          </ac:spMkLst>
        </pc:spChg>
        <pc:spChg chg="del">
          <ac:chgData name="Gellenoncourt, Kevin" userId="83ce2c6d-0bd4-4cd9-955e-dd3efc6a7d5a" providerId="ADAL" clId="{C9839D59-2972-4323-A767-4B90EFEABC06}" dt="2023-02-02T13:50:23.956" v="54098" actId="478"/>
          <ac:spMkLst>
            <pc:docMk/>
            <pc:sldMk cId="4170151381" sldId="1827"/>
            <ac:spMk id="16" creationId="{20F5BB9B-17A9-46AE-8514-F372DE7E76C6}"/>
          </ac:spMkLst>
        </pc:spChg>
        <pc:spChg chg="del">
          <ac:chgData name="Gellenoncourt, Kevin" userId="83ce2c6d-0bd4-4cd9-955e-dd3efc6a7d5a" providerId="ADAL" clId="{C9839D59-2972-4323-A767-4B90EFEABC06}" dt="2023-02-02T13:52:31.178" v="54181" actId="478"/>
          <ac:spMkLst>
            <pc:docMk/>
            <pc:sldMk cId="4170151381" sldId="1827"/>
            <ac:spMk id="17" creationId="{C0E760BE-E3C7-4B1B-ACE8-C6F679D1759F}"/>
          </ac:spMkLst>
        </pc:spChg>
        <pc:spChg chg="del">
          <ac:chgData name="Gellenoncourt, Kevin" userId="83ce2c6d-0bd4-4cd9-955e-dd3efc6a7d5a" providerId="ADAL" clId="{C9839D59-2972-4323-A767-4B90EFEABC06}" dt="2023-02-02T13:52:31.178" v="54181" actId="478"/>
          <ac:spMkLst>
            <pc:docMk/>
            <pc:sldMk cId="4170151381" sldId="1827"/>
            <ac:spMk id="18" creationId="{AF615C45-C6B4-4E76-B911-4F1706782A23}"/>
          </ac:spMkLst>
        </pc:spChg>
        <pc:spChg chg="del">
          <ac:chgData name="Gellenoncourt, Kevin" userId="83ce2c6d-0bd4-4cd9-955e-dd3efc6a7d5a" providerId="ADAL" clId="{C9839D59-2972-4323-A767-4B90EFEABC06}" dt="2023-02-02T13:52:31.178" v="54181" actId="478"/>
          <ac:spMkLst>
            <pc:docMk/>
            <pc:sldMk cId="4170151381" sldId="1827"/>
            <ac:spMk id="19" creationId="{B10D3B8E-1337-4CA3-8B00-33C16630C378}"/>
          </ac:spMkLst>
        </pc:spChg>
        <pc:spChg chg="del mod">
          <ac:chgData name="Gellenoncourt, Kevin" userId="83ce2c6d-0bd4-4cd9-955e-dd3efc6a7d5a" providerId="ADAL" clId="{C9839D59-2972-4323-A767-4B90EFEABC06}" dt="2023-02-02T15:08:24.275" v="54463" actId="478"/>
          <ac:spMkLst>
            <pc:docMk/>
            <pc:sldMk cId="4170151381" sldId="1827"/>
            <ac:spMk id="22" creationId="{C8444CD9-9924-4365-9CFF-672DCDAEAD32}"/>
          </ac:spMkLst>
        </pc:spChg>
        <pc:spChg chg="del">
          <ac:chgData name="Gellenoncourt, Kevin" userId="83ce2c6d-0bd4-4cd9-955e-dd3efc6a7d5a" providerId="ADAL" clId="{C9839D59-2972-4323-A767-4B90EFEABC06}" dt="2023-02-02T13:01:45.207" v="54013" actId="478"/>
          <ac:spMkLst>
            <pc:docMk/>
            <pc:sldMk cId="4170151381" sldId="1827"/>
            <ac:spMk id="23" creationId="{DA95F13B-FC45-42A8-927C-E6DA94EBDF08}"/>
          </ac:spMkLst>
        </pc:spChg>
        <pc:spChg chg="del">
          <ac:chgData name="Gellenoncourt, Kevin" userId="83ce2c6d-0bd4-4cd9-955e-dd3efc6a7d5a" providerId="ADAL" clId="{C9839D59-2972-4323-A767-4B90EFEABC06}" dt="2023-02-02T13:52:31.178" v="54181" actId="478"/>
          <ac:spMkLst>
            <pc:docMk/>
            <pc:sldMk cId="4170151381" sldId="1827"/>
            <ac:spMk id="24" creationId="{DDE63A48-C354-4850-B17D-60C10003DA75}"/>
          </ac:spMkLst>
        </pc:spChg>
        <pc:spChg chg="del">
          <ac:chgData name="Gellenoncourt, Kevin" userId="83ce2c6d-0bd4-4cd9-955e-dd3efc6a7d5a" providerId="ADAL" clId="{C9839D59-2972-4323-A767-4B90EFEABC06}" dt="2023-02-02T13:01:45.207" v="54013" actId="478"/>
          <ac:spMkLst>
            <pc:docMk/>
            <pc:sldMk cId="4170151381" sldId="1827"/>
            <ac:spMk id="26" creationId="{40847DCD-ED9E-45AD-8BFE-E2CA9077F586}"/>
          </ac:spMkLst>
        </pc:spChg>
        <pc:spChg chg="del">
          <ac:chgData name="Gellenoncourt, Kevin" userId="83ce2c6d-0bd4-4cd9-955e-dd3efc6a7d5a" providerId="ADAL" clId="{C9839D59-2972-4323-A767-4B90EFEABC06}" dt="2023-02-02T13:52:31.178" v="54181" actId="478"/>
          <ac:spMkLst>
            <pc:docMk/>
            <pc:sldMk cId="4170151381" sldId="1827"/>
            <ac:spMk id="28" creationId="{7A991CEA-5B59-424F-BE77-65F217FED917}"/>
          </ac:spMkLst>
        </pc:spChg>
        <pc:spChg chg="del">
          <ac:chgData name="Gellenoncourt, Kevin" userId="83ce2c6d-0bd4-4cd9-955e-dd3efc6a7d5a" providerId="ADAL" clId="{C9839D59-2972-4323-A767-4B90EFEABC06}" dt="2023-02-02T13:52:31.178" v="54181" actId="478"/>
          <ac:spMkLst>
            <pc:docMk/>
            <pc:sldMk cId="4170151381" sldId="1827"/>
            <ac:spMk id="30" creationId="{3F21E10C-CF57-4084-91FF-6439AC27723A}"/>
          </ac:spMkLst>
        </pc:spChg>
        <pc:spChg chg="del">
          <ac:chgData name="Gellenoncourt, Kevin" userId="83ce2c6d-0bd4-4cd9-955e-dd3efc6a7d5a" providerId="ADAL" clId="{C9839D59-2972-4323-A767-4B90EFEABC06}" dt="2023-02-02T13:52:31.178" v="54181" actId="478"/>
          <ac:spMkLst>
            <pc:docMk/>
            <pc:sldMk cId="4170151381" sldId="1827"/>
            <ac:spMk id="31" creationId="{6BA16A0B-B2FE-4A16-ABDA-B59A33C9AF99}"/>
          </ac:spMkLst>
        </pc:spChg>
        <pc:spChg chg="del">
          <ac:chgData name="Gellenoncourt, Kevin" userId="83ce2c6d-0bd4-4cd9-955e-dd3efc6a7d5a" providerId="ADAL" clId="{C9839D59-2972-4323-A767-4B90EFEABC06}" dt="2023-02-02T13:53:56.950" v="54234" actId="478"/>
          <ac:spMkLst>
            <pc:docMk/>
            <pc:sldMk cId="4170151381" sldId="1827"/>
            <ac:spMk id="32" creationId="{A2B4F125-48E7-4B41-BD13-C263619CD4A1}"/>
          </ac:spMkLst>
        </pc:spChg>
        <pc:spChg chg="del">
          <ac:chgData name="Gellenoncourt, Kevin" userId="83ce2c6d-0bd4-4cd9-955e-dd3efc6a7d5a" providerId="ADAL" clId="{C9839D59-2972-4323-A767-4B90EFEABC06}" dt="2023-02-02T13:01:45.207" v="54013" actId="478"/>
          <ac:spMkLst>
            <pc:docMk/>
            <pc:sldMk cId="4170151381" sldId="1827"/>
            <ac:spMk id="35" creationId="{2C4E2CF1-9AA9-4FF2-BD44-FEFD4C7DAEE5}"/>
          </ac:spMkLst>
        </pc:spChg>
        <pc:spChg chg="del">
          <ac:chgData name="Gellenoncourt, Kevin" userId="83ce2c6d-0bd4-4cd9-955e-dd3efc6a7d5a" providerId="ADAL" clId="{C9839D59-2972-4323-A767-4B90EFEABC06}" dt="2023-02-02T13:01:45.207" v="54013" actId="478"/>
          <ac:spMkLst>
            <pc:docMk/>
            <pc:sldMk cId="4170151381" sldId="1827"/>
            <ac:spMk id="36" creationId="{1911FA51-07D7-4036-83E0-C1642CC05FD2}"/>
          </ac:spMkLst>
        </pc:spChg>
        <pc:spChg chg="del">
          <ac:chgData name="Gellenoncourt, Kevin" userId="83ce2c6d-0bd4-4cd9-955e-dd3efc6a7d5a" providerId="ADAL" clId="{C9839D59-2972-4323-A767-4B90EFEABC06}" dt="2023-02-02T13:01:45.207" v="54013" actId="478"/>
          <ac:spMkLst>
            <pc:docMk/>
            <pc:sldMk cId="4170151381" sldId="1827"/>
            <ac:spMk id="37" creationId="{8F532BDE-2811-46C2-9E67-68B245F4725B}"/>
          </ac:spMkLst>
        </pc:spChg>
        <pc:spChg chg="del">
          <ac:chgData name="Gellenoncourt, Kevin" userId="83ce2c6d-0bd4-4cd9-955e-dd3efc6a7d5a" providerId="ADAL" clId="{C9839D59-2972-4323-A767-4B90EFEABC06}" dt="2023-02-02T13:52:34.400" v="54182" actId="478"/>
          <ac:spMkLst>
            <pc:docMk/>
            <pc:sldMk cId="4170151381" sldId="1827"/>
            <ac:spMk id="38" creationId="{A20FA69B-383A-4B58-8049-467B6135D6AC}"/>
          </ac:spMkLst>
        </pc:spChg>
        <pc:spChg chg="add del mod ord">
          <ac:chgData name="Gellenoncourt, Kevin" userId="83ce2c6d-0bd4-4cd9-955e-dd3efc6a7d5a" providerId="ADAL" clId="{C9839D59-2972-4323-A767-4B90EFEABC06}" dt="2023-02-02T15:08:26.145" v="54465" actId="478"/>
          <ac:spMkLst>
            <pc:docMk/>
            <pc:sldMk cId="4170151381" sldId="1827"/>
            <ac:spMk id="56" creationId="{C771FE38-CE23-FB3A-6907-B3F2F0FAA7AC}"/>
          </ac:spMkLst>
        </pc:spChg>
        <pc:spChg chg="add del mod">
          <ac:chgData name="Gellenoncourt, Kevin" userId="83ce2c6d-0bd4-4cd9-955e-dd3efc6a7d5a" providerId="ADAL" clId="{C9839D59-2972-4323-A767-4B90EFEABC06}" dt="2023-02-02T15:49:43.614" v="54481" actId="478"/>
          <ac:spMkLst>
            <pc:docMk/>
            <pc:sldMk cId="4170151381" sldId="1827"/>
            <ac:spMk id="57" creationId="{8F78DD70-76EB-78DA-BCC6-4D97EA63D701}"/>
          </ac:spMkLst>
        </pc:spChg>
        <pc:spChg chg="add del mod">
          <ac:chgData name="Gellenoncourt, Kevin" userId="83ce2c6d-0bd4-4cd9-955e-dd3efc6a7d5a" providerId="ADAL" clId="{C9839D59-2972-4323-A767-4B90EFEABC06}" dt="2023-02-02T15:49:41.950" v="54480" actId="478"/>
          <ac:spMkLst>
            <pc:docMk/>
            <pc:sldMk cId="4170151381" sldId="1827"/>
            <ac:spMk id="58" creationId="{59602FDD-AA17-267C-4047-99DA31983D8A}"/>
          </ac:spMkLst>
        </pc:spChg>
        <pc:spChg chg="add del mod">
          <ac:chgData name="Gellenoncourt, Kevin" userId="83ce2c6d-0bd4-4cd9-955e-dd3efc6a7d5a" providerId="ADAL" clId="{C9839D59-2972-4323-A767-4B90EFEABC06}" dt="2023-02-02T13:53:51.026" v="54230" actId="478"/>
          <ac:spMkLst>
            <pc:docMk/>
            <pc:sldMk cId="4170151381" sldId="1827"/>
            <ac:spMk id="59" creationId="{BBD28231-D640-C624-6F6D-F5A0C9E1979C}"/>
          </ac:spMkLst>
        </pc:spChg>
        <pc:spChg chg="add del mod">
          <ac:chgData name="Gellenoncourt, Kevin" userId="83ce2c6d-0bd4-4cd9-955e-dd3efc6a7d5a" providerId="ADAL" clId="{C9839D59-2972-4323-A767-4B90EFEABC06}" dt="2023-02-02T15:54:04.054" v="54492" actId="478"/>
          <ac:spMkLst>
            <pc:docMk/>
            <pc:sldMk cId="4170151381" sldId="1827"/>
            <ac:spMk id="64" creationId="{103A67D8-09C0-04E3-D5F3-C0A5340A6059}"/>
          </ac:spMkLst>
        </pc:spChg>
        <pc:spChg chg="add del mod">
          <ac:chgData name="Gellenoncourt, Kevin" userId="83ce2c6d-0bd4-4cd9-955e-dd3efc6a7d5a" providerId="ADAL" clId="{C9839D59-2972-4323-A767-4B90EFEABC06}" dt="2023-02-02T15:54:04.894" v="54493" actId="478"/>
          <ac:spMkLst>
            <pc:docMk/>
            <pc:sldMk cId="4170151381" sldId="1827"/>
            <ac:spMk id="65" creationId="{87A4017D-3163-66C0-F569-784618B985C6}"/>
          </ac:spMkLst>
        </pc:spChg>
        <pc:spChg chg="add del mod">
          <ac:chgData name="Gellenoncourt, Kevin" userId="83ce2c6d-0bd4-4cd9-955e-dd3efc6a7d5a" providerId="ADAL" clId="{C9839D59-2972-4323-A767-4B90EFEABC06}" dt="2023-02-02T15:51:21.566" v="54484" actId="478"/>
          <ac:spMkLst>
            <pc:docMk/>
            <pc:sldMk cId="4170151381" sldId="1827"/>
            <ac:spMk id="67" creationId="{E13221E2-7D8E-D5CD-9427-C0726FCE189B}"/>
          </ac:spMkLst>
        </pc:spChg>
        <pc:spChg chg="add del mod">
          <ac:chgData name="Gellenoncourt, Kevin" userId="83ce2c6d-0bd4-4cd9-955e-dd3efc6a7d5a" providerId="ADAL" clId="{C9839D59-2972-4323-A767-4B90EFEABC06}" dt="2023-02-02T15:51:19.598" v="54483" actId="478"/>
          <ac:spMkLst>
            <pc:docMk/>
            <pc:sldMk cId="4170151381" sldId="1827"/>
            <ac:spMk id="68" creationId="{71A7B5D0-EB93-9211-3D81-438D4865A5F2}"/>
          </ac:spMkLst>
        </pc:spChg>
        <pc:spChg chg="add del mod">
          <ac:chgData name="Gellenoncourt, Kevin" userId="83ce2c6d-0bd4-4cd9-955e-dd3efc6a7d5a" providerId="ADAL" clId="{C9839D59-2972-4323-A767-4B90EFEABC06}" dt="2023-02-02T15:45:38.903" v="54469" actId="478"/>
          <ac:spMkLst>
            <pc:docMk/>
            <pc:sldMk cId="4170151381" sldId="1827"/>
            <ac:spMk id="69" creationId="{3243466B-BA5C-302B-EB5E-623298578ADE}"/>
          </ac:spMkLst>
        </pc:spChg>
        <pc:spChg chg="add del mod">
          <ac:chgData name="Gellenoncourt, Kevin" userId="83ce2c6d-0bd4-4cd9-955e-dd3efc6a7d5a" providerId="ADAL" clId="{C9839D59-2972-4323-A767-4B90EFEABC06}" dt="2023-02-02T15:51:16.230" v="54482" actId="478"/>
          <ac:spMkLst>
            <pc:docMk/>
            <pc:sldMk cId="4170151381" sldId="1827"/>
            <ac:spMk id="70" creationId="{47373525-E409-3B19-A002-83F62459B909}"/>
          </ac:spMkLst>
        </pc:spChg>
        <pc:spChg chg="add del mod">
          <ac:chgData name="Gellenoncourt, Kevin" userId="83ce2c6d-0bd4-4cd9-955e-dd3efc6a7d5a" providerId="ADAL" clId="{C9839D59-2972-4323-A767-4B90EFEABC06}" dt="2023-02-02T15:54:11.246" v="54495" actId="21"/>
          <ac:spMkLst>
            <pc:docMk/>
            <pc:sldMk cId="4170151381" sldId="1827"/>
            <ac:spMk id="71" creationId="{E5C98675-FD78-6119-373D-78129AFCBA8A}"/>
          </ac:spMkLst>
        </pc:spChg>
        <pc:spChg chg="mod">
          <ac:chgData name="Gellenoncourt, Kevin" userId="83ce2c6d-0bd4-4cd9-955e-dd3efc6a7d5a" providerId="ADAL" clId="{C9839D59-2972-4323-A767-4B90EFEABC06}" dt="2023-02-02T13:58:19.452" v="54358"/>
          <ac:spMkLst>
            <pc:docMk/>
            <pc:sldMk cId="4170151381" sldId="1827"/>
            <ac:spMk id="83" creationId="{DBC00441-79CC-F49A-6D78-B45BBF8238FF}"/>
          </ac:spMkLst>
        </pc:spChg>
        <pc:cxnChg chg="del mod">
          <ac:chgData name="Gellenoncourt, Kevin" userId="83ce2c6d-0bd4-4cd9-955e-dd3efc6a7d5a" providerId="ADAL" clId="{C9839D59-2972-4323-A767-4B90EFEABC06}" dt="2023-02-02T13:50:22.058" v="54097" actId="478"/>
          <ac:cxnSpMkLst>
            <pc:docMk/>
            <pc:sldMk cId="4170151381" sldId="1827"/>
            <ac:cxnSpMk id="15" creationId="{2B846BA4-74F3-4223-8690-77010D0472BB}"/>
          </ac:cxnSpMkLst>
        </pc:cxnChg>
        <pc:cxnChg chg="del mod">
          <ac:chgData name="Gellenoncourt, Kevin" userId="83ce2c6d-0bd4-4cd9-955e-dd3efc6a7d5a" providerId="ADAL" clId="{C9839D59-2972-4323-A767-4B90EFEABC06}" dt="2023-02-02T13:52:31.178" v="54181" actId="478"/>
          <ac:cxnSpMkLst>
            <pc:docMk/>
            <pc:sldMk cId="4170151381" sldId="1827"/>
            <ac:cxnSpMk id="20" creationId="{9EA60CFB-DF1C-4F2C-A789-DF302D327F8F}"/>
          </ac:cxnSpMkLst>
        </pc:cxnChg>
        <pc:cxnChg chg="del mod">
          <ac:chgData name="Gellenoncourt, Kevin" userId="83ce2c6d-0bd4-4cd9-955e-dd3efc6a7d5a" providerId="ADAL" clId="{C9839D59-2972-4323-A767-4B90EFEABC06}" dt="2023-02-02T13:52:31.178" v="54181" actId="478"/>
          <ac:cxnSpMkLst>
            <pc:docMk/>
            <pc:sldMk cId="4170151381" sldId="1827"/>
            <ac:cxnSpMk id="21" creationId="{B2C01547-1241-4291-8766-6565E545799F}"/>
          </ac:cxnSpMkLst>
        </pc:cxnChg>
        <pc:cxnChg chg="del mod">
          <ac:chgData name="Gellenoncourt, Kevin" userId="83ce2c6d-0bd4-4cd9-955e-dd3efc6a7d5a" providerId="ADAL" clId="{C9839D59-2972-4323-A767-4B90EFEABC06}" dt="2023-02-02T13:02:44.780" v="54051" actId="478"/>
          <ac:cxnSpMkLst>
            <pc:docMk/>
            <pc:sldMk cId="4170151381" sldId="1827"/>
            <ac:cxnSpMk id="25" creationId="{89BCF309-B027-45BF-A3D4-B4180ECFEA5C}"/>
          </ac:cxnSpMkLst>
        </pc:cxnChg>
        <pc:cxnChg chg="del mod">
          <ac:chgData name="Gellenoncourt, Kevin" userId="83ce2c6d-0bd4-4cd9-955e-dd3efc6a7d5a" providerId="ADAL" clId="{C9839D59-2972-4323-A767-4B90EFEABC06}" dt="2023-02-02T15:08:25.448" v="54464" actId="478"/>
          <ac:cxnSpMkLst>
            <pc:docMk/>
            <pc:sldMk cId="4170151381" sldId="1827"/>
            <ac:cxnSpMk id="27" creationId="{4783FB91-BFB4-41C8-983F-472971C2817A}"/>
          </ac:cxnSpMkLst>
        </pc:cxnChg>
        <pc:cxnChg chg="del mod">
          <ac:chgData name="Gellenoncourt, Kevin" userId="83ce2c6d-0bd4-4cd9-955e-dd3efc6a7d5a" providerId="ADAL" clId="{C9839D59-2972-4323-A767-4B90EFEABC06}" dt="2023-02-02T13:52:08.536" v="54174" actId="478"/>
          <ac:cxnSpMkLst>
            <pc:docMk/>
            <pc:sldMk cId="4170151381" sldId="1827"/>
            <ac:cxnSpMk id="29" creationId="{665C3D32-862E-4F3F-8024-50B07B8756EA}"/>
          </ac:cxnSpMkLst>
        </pc:cxnChg>
        <pc:cxnChg chg="del mod">
          <ac:chgData name="Gellenoncourt, Kevin" userId="83ce2c6d-0bd4-4cd9-955e-dd3efc6a7d5a" providerId="ADAL" clId="{C9839D59-2972-4323-A767-4B90EFEABC06}" dt="2023-02-02T13:52:31.178" v="54181" actId="478"/>
          <ac:cxnSpMkLst>
            <pc:docMk/>
            <pc:sldMk cId="4170151381" sldId="1827"/>
            <ac:cxnSpMk id="34" creationId="{F51A2C63-2836-470D-893C-23167F1D8283}"/>
          </ac:cxnSpMkLst>
        </pc:cxnChg>
      </pc:sldChg>
      <pc:sldMasterChg chg="modSp modSldLayout">
        <pc:chgData name="Gellenoncourt, Kevin" userId="83ce2c6d-0bd4-4cd9-955e-dd3efc6a7d5a" providerId="ADAL" clId="{C9839D59-2972-4323-A767-4B90EFEABC06}" dt="2022-12-02T15:52:08.799" v="8249"/>
        <pc:sldMasterMkLst>
          <pc:docMk/>
          <pc:sldMasterMk cId="2662554043" sldId="2147483649"/>
        </pc:sldMasterMkLst>
        <pc:spChg chg="mod">
          <ac:chgData name="Gellenoncourt, Kevin" userId="83ce2c6d-0bd4-4cd9-955e-dd3efc6a7d5a" providerId="ADAL" clId="{C9839D59-2972-4323-A767-4B90EFEABC06}" dt="2022-12-02T15:52:08.799" v="8249"/>
          <ac:spMkLst>
            <pc:docMk/>
            <pc:sldMasterMk cId="2662554043" sldId="2147483649"/>
            <ac:spMk id="6" creationId="{4E0CE683-2EEB-4B1A-9266-A8B87BC7882F}"/>
          </ac:spMkLst>
        </pc:spChg>
        <pc:sldLayoutChg chg="delSp mod">
          <pc:chgData name="Gellenoncourt, Kevin" userId="83ce2c6d-0bd4-4cd9-955e-dd3efc6a7d5a" providerId="ADAL" clId="{C9839D59-2972-4323-A767-4B90EFEABC06}" dt="2022-12-02T15:51:09.800" v="8246" actId="478"/>
          <pc:sldLayoutMkLst>
            <pc:docMk/>
            <pc:sldMasterMk cId="2662554043" sldId="2147483649"/>
            <pc:sldLayoutMk cId="4184699613" sldId="2147483652"/>
          </pc:sldLayoutMkLst>
          <pc:spChg chg="del">
            <ac:chgData name="Gellenoncourt, Kevin" userId="83ce2c6d-0bd4-4cd9-955e-dd3efc6a7d5a" providerId="ADAL" clId="{C9839D59-2972-4323-A767-4B90EFEABC06}" dt="2022-12-02T15:51:09.800" v="8246" actId="478"/>
            <ac:spMkLst>
              <pc:docMk/>
              <pc:sldMasterMk cId="2662554043" sldId="2147483649"/>
              <pc:sldLayoutMk cId="4184699613" sldId="2147483652"/>
              <ac:spMk id="7" creationId="{D80C2291-61DC-47B1-9403-8940D12EDAA5}"/>
            </ac:spMkLst>
          </pc:spChg>
        </pc:sldLayoutChg>
        <pc:sldLayoutChg chg="delSp mod">
          <pc:chgData name="Gellenoncourt, Kevin" userId="83ce2c6d-0bd4-4cd9-955e-dd3efc6a7d5a" providerId="ADAL" clId="{C9839D59-2972-4323-A767-4B90EFEABC06}" dt="2022-12-02T15:51:12.295" v="8247" actId="478"/>
          <pc:sldLayoutMkLst>
            <pc:docMk/>
            <pc:sldMasterMk cId="2662554043" sldId="2147483649"/>
            <pc:sldLayoutMk cId="3329837324" sldId="2147483653"/>
          </pc:sldLayoutMkLst>
          <pc:spChg chg="del">
            <ac:chgData name="Gellenoncourt, Kevin" userId="83ce2c6d-0bd4-4cd9-955e-dd3efc6a7d5a" providerId="ADAL" clId="{C9839D59-2972-4323-A767-4B90EFEABC06}" dt="2022-12-02T15:51:12.295" v="8247" actId="478"/>
            <ac:spMkLst>
              <pc:docMk/>
              <pc:sldMasterMk cId="2662554043" sldId="2147483649"/>
              <pc:sldLayoutMk cId="3329837324" sldId="2147483653"/>
              <ac:spMk id="7" creationId="{C5AF4BD8-EC49-4168-B45B-E63DFEF8D96A}"/>
            </ac:spMkLst>
          </pc:spChg>
        </pc:sldLayoutChg>
        <pc:sldLayoutChg chg="modSp">
          <pc:chgData name="Gellenoncourt, Kevin" userId="83ce2c6d-0bd4-4cd9-955e-dd3efc6a7d5a" providerId="ADAL" clId="{C9839D59-2972-4323-A767-4B90EFEABC06}" dt="2022-12-02T15:52:08.799" v="8249"/>
          <pc:sldLayoutMkLst>
            <pc:docMk/>
            <pc:sldMasterMk cId="2662554043" sldId="2147483649"/>
            <pc:sldLayoutMk cId="3954083173" sldId="2147483658"/>
          </pc:sldLayoutMkLst>
          <pc:spChg chg="mod">
            <ac:chgData name="Gellenoncourt, Kevin" userId="83ce2c6d-0bd4-4cd9-955e-dd3efc6a7d5a" providerId="ADAL" clId="{C9839D59-2972-4323-A767-4B90EFEABC06}" dt="2022-12-02T15:52:08.799" v="8249"/>
            <ac:spMkLst>
              <pc:docMk/>
              <pc:sldMasterMk cId="2662554043" sldId="2147483649"/>
              <pc:sldLayoutMk cId="3954083173" sldId="2147483658"/>
              <ac:spMk id="9" creationId="{48C836FA-5F1F-4FBD-87A1-1980284729F2}"/>
            </ac:spMkLst>
          </pc:spChg>
        </pc:sldLayoutChg>
        <pc:sldLayoutChg chg="delSp mod">
          <pc:chgData name="Gellenoncourt, Kevin" userId="83ce2c6d-0bd4-4cd9-955e-dd3efc6a7d5a" providerId="ADAL" clId="{C9839D59-2972-4323-A767-4B90EFEABC06}" dt="2022-12-02T15:51:17.207" v="8248" actId="478"/>
          <pc:sldLayoutMkLst>
            <pc:docMk/>
            <pc:sldMasterMk cId="2662554043" sldId="2147483649"/>
            <pc:sldLayoutMk cId="884131369" sldId="2147483661"/>
          </pc:sldLayoutMkLst>
          <pc:spChg chg="del">
            <ac:chgData name="Gellenoncourt, Kevin" userId="83ce2c6d-0bd4-4cd9-955e-dd3efc6a7d5a" providerId="ADAL" clId="{C9839D59-2972-4323-A767-4B90EFEABC06}" dt="2022-12-02T15:51:17.207" v="8248" actId="478"/>
            <ac:spMkLst>
              <pc:docMk/>
              <pc:sldMasterMk cId="2662554043" sldId="2147483649"/>
              <pc:sldLayoutMk cId="884131369" sldId="2147483661"/>
              <ac:spMk id="4" creationId="{673F91B5-131A-4C38-BD60-01129251C956}"/>
            </ac:spMkLst>
          </pc:spChg>
        </pc:sldLayoutChg>
        <pc:sldLayoutChg chg="modSp">
          <pc:chgData name="Gellenoncourt, Kevin" userId="83ce2c6d-0bd4-4cd9-955e-dd3efc6a7d5a" providerId="ADAL" clId="{C9839D59-2972-4323-A767-4B90EFEABC06}" dt="2022-12-02T15:52:08.799" v="8249"/>
          <pc:sldLayoutMkLst>
            <pc:docMk/>
            <pc:sldMasterMk cId="2662554043" sldId="2147483649"/>
            <pc:sldLayoutMk cId="3633095301" sldId="2147483662"/>
          </pc:sldLayoutMkLst>
          <pc:spChg chg="mod">
            <ac:chgData name="Gellenoncourt, Kevin" userId="83ce2c6d-0bd4-4cd9-955e-dd3efc6a7d5a" providerId="ADAL" clId="{C9839D59-2972-4323-A767-4B90EFEABC06}" dt="2022-12-02T15:52:08.799" v="8249"/>
            <ac:spMkLst>
              <pc:docMk/>
              <pc:sldMasterMk cId="2662554043" sldId="2147483649"/>
              <pc:sldLayoutMk cId="3633095301" sldId="2147483662"/>
              <ac:spMk id="8" creationId="{3190CF0E-00B6-48BE-8C2D-2F89C1BCAB2B}"/>
            </ac:spMkLst>
          </pc:spChg>
        </pc:sldLayoutChg>
        <pc:sldLayoutChg chg="modSp">
          <pc:chgData name="Gellenoncourt, Kevin" userId="83ce2c6d-0bd4-4cd9-955e-dd3efc6a7d5a" providerId="ADAL" clId="{C9839D59-2972-4323-A767-4B90EFEABC06}" dt="2022-12-02T15:52:08.799" v="8249"/>
          <pc:sldLayoutMkLst>
            <pc:docMk/>
            <pc:sldMasterMk cId="2662554043" sldId="2147483649"/>
            <pc:sldLayoutMk cId="2079725883" sldId="2147483663"/>
          </pc:sldLayoutMkLst>
          <pc:spChg chg="mod">
            <ac:chgData name="Gellenoncourt, Kevin" userId="83ce2c6d-0bd4-4cd9-955e-dd3efc6a7d5a" providerId="ADAL" clId="{C9839D59-2972-4323-A767-4B90EFEABC06}" dt="2022-12-02T15:52:08.799" v="8249"/>
            <ac:spMkLst>
              <pc:docMk/>
              <pc:sldMasterMk cId="2662554043" sldId="2147483649"/>
              <pc:sldLayoutMk cId="2079725883" sldId="2147483663"/>
              <ac:spMk id="9" creationId="{3ACD4B06-0C18-46D3-A239-63BB0F581A72}"/>
            </ac:spMkLst>
          </pc:spChg>
        </pc:sldLayoutChg>
        <pc:sldLayoutChg chg="modSp">
          <pc:chgData name="Gellenoncourt, Kevin" userId="83ce2c6d-0bd4-4cd9-955e-dd3efc6a7d5a" providerId="ADAL" clId="{C9839D59-2972-4323-A767-4B90EFEABC06}" dt="2022-12-02T15:52:08.799" v="8249"/>
          <pc:sldLayoutMkLst>
            <pc:docMk/>
            <pc:sldMasterMk cId="2662554043" sldId="2147483649"/>
            <pc:sldLayoutMk cId="3492076561" sldId="2147483665"/>
          </pc:sldLayoutMkLst>
          <pc:spChg chg="mod">
            <ac:chgData name="Gellenoncourt, Kevin" userId="83ce2c6d-0bd4-4cd9-955e-dd3efc6a7d5a" providerId="ADAL" clId="{C9839D59-2972-4323-A767-4B90EFEABC06}" dt="2022-12-02T15:52:08.799" v="8249"/>
            <ac:spMkLst>
              <pc:docMk/>
              <pc:sldMasterMk cId="2662554043" sldId="2147483649"/>
              <pc:sldLayoutMk cId="3492076561" sldId="2147483665"/>
              <ac:spMk id="8" creationId="{875A62A3-5A4E-4298-B1FE-C021CA172EF5}"/>
            </ac:spMkLst>
          </pc:spChg>
        </pc:sldLayoutChg>
        <pc:sldLayoutChg chg="modSp">
          <pc:chgData name="Gellenoncourt, Kevin" userId="83ce2c6d-0bd4-4cd9-955e-dd3efc6a7d5a" providerId="ADAL" clId="{C9839D59-2972-4323-A767-4B90EFEABC06}" dt="2022-12-02T15:52:08.799" v="8249"/>
          <pc:sldLayoutMkLst>
            <pc:docMk/>
            <pc:sldMasterMk cId="2662554043" sldId="2147483649"/>
            <pc:sldLayoutMk cId="1606867666" sldId="2147483666"/>
          </pc:sldLayoutMkLst>
          <pc:spChg chg="mod">
            <ac:chgData name="Gellenoncourt, Kevin" userId="83ce2c6d-0bd4-4cd9-955e-dd3efc6a7d5a" providerId="ADAL" clId="{C9839D59-2972-4323-A767-4B90EFEABC06}" dt="2022-12-02T15:52:08.799" v="8249"/>
            <ac:spMkLst>
              <pc:docMk/>
              <pc:sldMasterMk cId="2662554043" sldId="2147483649"/>
              <pc:sldLayoutMk cId="1606867666" sldId="2147483666"/>
              <ac:spMk id="11" creationId="{9934587E-68EB-42AD-A40E-A7B4FA8507E9}"/>
            </ac:spMkLst>
          </pc:spChg>
        </pc:sldLayoutChg>
        <pc:sldLayoutChg chg="modSp">
          <pc:chgData name="Gellenoncourt, Kevin" userId="83ce2c6d-0bd4-4cd9-955e-dd3efc6a7d5a" providerId="ADAL" clId="{C9839D59-2972-4323-A767-4B90EFEABC06}" dt="2022-12-02T15:52:08.799" v="8249"/>
          <pc:sldLayoutMkLst>
            <pc:docMk/>
            <pc:sldMasterMk cId="2662554043" sldId="2147483649"/>
            <pc:sldLayoutMk cId="1561414377" sldId="2147483667"/>
          </pc:sldLayoutMkLst>
          <pc:spChg chg="mod">
            <ac:chgData name="Gellenoncourt, Kevin" userId="83ce2c6d-0bd4-4cd9-955e-dd3efc6a7d5a" providerId="ADAL" clId="{C9839D59-2972-4323-A767-4B90EFEABC06}" dt="2022-12-02T15:52:08.799" v="8249"/>
            <ac:spMkLst>
              <pc:docMk/>
              <pc:sldMasterMk cId="2662554043" sldId="2147483649"/>
              <pc:sldLayoutMk cId="1561414377" sldId="2147483667"/>
              <ac:spMk id="8" creationId="{8F1845DB-DCDE-45FB-8F73-7C5A4A055110}"/>
            </ac:spMkLst>
          </pc:spChg>
        </pc:sldLayoutChg>
      </pc:sldMasterChg>
    </pc:docChg>
  </pc:docChgLst>
  <pc:docChgLst>
    <pc:chgData name="Gellenoncourt, Kevin" userId="S::kevin.gellenoncourt@baloise.lu::83ce2c6d-0bd4-4cd9-955e-dd3efc6a7d5a" providerId="AD" clId="Web-{D2663519-9D01-FDB8-251D-BAF415C6E9C5}"/>
    <pc:docChg chg="modSld">
      <pc:chgData name="Gellenoncourt, Kevin" userId="S::kevin.gellenoncourt@baloise.lu::83ce2c6d-0bd4-4cd9-955e-dd3efc6a7d5a" providerId="AD" clId="Web-{D2663519-9D01-FDB8-251D-BAF415C6E9C5}" dt="2022-12-08T15:22:13.238" v="139"/>
      <pc:docMkLst>
        <pc:docMk/>
      </pc:docMkLst>
      <pc:sldChg chg="modSp">
        <pc:chgData name="Gellenoncourt, Kevin" userId="S::kevin.gellenoncourt@baloise.lu::83ce2c6d-0bd4-4cd9-955e-dd3efc6a7d5a" providerId="AD" clId="Web-{D2663519-9D01-FDB8-251D-BAF415C6E9C5}" dt="2022-12-08T15:22:13.238" v="139"/>
        <pc:sldMkLst>
          <pc:docMk/>
          <pc:sldMk cId="2268762651" sldId="1802"/>
        </pc:sldMkLst>
        <pc:graphicFrameChg chg="mod modGraphic">
          <ac:chgData name="Gellenoncourt, Kevin" userId="S::kevin.gellenoncourt@baloise.lu::83ce2c6d-0bd4-4cd9-955e-dd3efc6a7d5a" providerId="AD" clId="Web-{D2663519-9D01-FDB8-251D-BAF415C6E9C5}" dt="2022-12-08T15:22:13.238" v="139"/>
          <ac:graphicFrameMkLst>
            <pc:docMk/>
            <pc:sldMk cId="2268762651" sldId="1802"/>
            <ac:graphicFrameMk id="7" creationId="{E8DCD3DC-67BD-4479-85F9-70E2CF8D4037}"/>
          </ac:graphicFrameMkLst>
        </pc:graphicFrameChg>
      </pc:sldChg>
    </pc:docChg>
  </pc:docChgLst>
  <pc:docChgLst>
    <pc:chgData name="Gellenoncourt, Kevin" userId="83ce2c6d-0bd4-4cd9-955e-dd3efc6a7d5a" providerId="ADAL" clId="{A3A60514-9E58-4D9E-99F4-2C9DAB55E9EE}"/>
    <pc:docChg chg="undo custSel addSld modSld sldOrd modSection">
      <pc:chgData name="Gellenoncourt, Kevin" userId="83ce2c6d-0bd4-4cd9-955e-dd3efc6a7d5a" providerId="ADAL" clId="{A3A60514-9E58-4D9E-99F4-2C9DAB55E9EE}" dt="2023-04-28T08:07:53.650" v="706"/>
      <pc:docMkLst>
        <pc:docMk/>
      </pc:docMkLst>
      <pc:sldChg chg="addSp modSp mod">
        <pc:chgData name="Gellenoncourt, Kevin" userId="83ce2c6d-0bd4-4cd9-955e-dd3efc6a7d5a" providerId="ADAL" clId="{A3A60514-9E58-4D9E-99F4-2C9DAB55E9EE}" dt="2023-04-20T12:39:41.736" v="692" actId="20577"/>
        <pc:sldMkLst>
          <pc:docMk/>
          <pc:sldMk cId="1278860628" sldId="1771"/>
        </pc:sldMkLst>
        <pc:spChg chg="add mod">
          <ac:chgData name="Gellenoncourt, Kevin" userId="83ce2c6d-0bd4-4cd9-955e-dd3efc6a7d5a" providerId="ADAL" clId="{A3A60514-9E58-4D9E-99F4-2C9DAB55E9EE}" dt="2023-04-19T12:35:36.076" v="548" actId="14100"/>
          <ac:spMkLst>
            <pc:docMk/>
            <pc:sldMk cId="1278860628" sldId="1771"/>
            <ac:spMk id="3" creationId="{B48AAC35-A18D-069C-DDA7-2436D2499FB8}"/>
          </ac:spMkLst>
        </pc:spChg>
        <pc:spChg chg="mod">
          <ac:chgData name="Gellenoncourt, Kevin" userId="83ce2c6d-0bd4-4cd9-955e-dd3efc6a7d5a" providerId="ADAL" clId="{A3A60514-9E58-4D9E-99F4-2C9DAB55E9EE}" dt="2023-04-20T12:39:41.736" v="692" actId="20577"/>
          <ac:spMkLst>
            <pc:docMk/>
            <pc:sldMk cId="1278860628" sldId="1771"/>
            <ac:spMk id="18" creationId="{D29CFD93-4DA2-4C5E-8607-CE2A1EFFD801}"/>
          </ac:spMkLst>
        </pc:spChg>
      </pc:sldChg>
      <pc:sldChg chg="modSp mod">
        <pc:chgData name="Gellenoncourt, Kevin" userId="83ce2c6d-0bd4-4cd9-955e-dd3efc6a7d5a" providerId="ADAL" clId="{A3A60514-9E58-4D9E-99F4-2C9DAB55E9EE}" dt="2023-04-17T09:48:13.323" v="194" actId="14100"/>
        <pc:sldMkLst>
          <pc:docMk/>
          <pc:sldMk cId="1847149617" sldId="1823"/>
        </pc:sldMkLst>
        <pc:spChg chg="mod">
          <ac:chgData name="Gellenoncourt, Kevin" userId="83ce2c6d-0bd4-4cd9-955e-dd3efc6a7d5a" providerId="ADAL" clId="{A3A60514-9E58-4D9E-99F4-2C9DAB55E9EE}" dt="2023-04-17T09:47:57.162" v="193" actId="14100"/>
          <ac:spMkLst>
            <pc:docMk/>
            <pc:sldMk cId="1847149617" sldId="1823"/>
            <ac:spMk id="11" creationId="{842C7B8B-D546-5F52-8614-36B5D5B7072A}"/>
          </ac:spMkLst>
        </pc:spChg>
        <pc:spChg chg="mod">
          <ac:chgData name="Gellenoncourt, Kevin" userId="83ce2c6d-0bd4-4cd9-955e-dd3efc6a7d5a" providerId="ADAL" clId="{A3A60514-9E58-4D9E-99F4-2C9DAB55E9EE}" dt="2023-04-14T15:16:51.501" v="75" actId="20577"/>
          <ac:spMkLst>
            <pc:docMk/>
            <pc:sldMk cId="1847149617" sldId="1823"/>
            <ac:spMk id="12" creationId="{B104700F-4F00-45C5-9952-8E84D40A9556}"/>
          </ac:spMkLst>
        </pc:spChg>
        <pc:spChg chg="mod">
          <ac:chgData name="Gellenoncourt, Kevin" userId="83ce2c6d-0bd4-4cd9-955e-dd3efc6a7d5a" providerId="ADAL" clId="{A3A60514-9E58-4D9E-99F4-2C9DAB55E9EE}" dt="2023-04-14T15:15:57.774" v="67" actId="14100"/>
          <ac:spMkLst>
            <pc:docMk/>
            <pc:sldMk cId="1847149617" sldId="1823"/>
            <ac:spMk id="14" creationId="{417EBD97-910E-B0D6-C155-F9B9D1A40E38}"/>
          </ac:spMkLst>
        </pc:spChg>
        <pc:spChg chg="mod">
          <ac:chgData name="Gellenoncourt, Kevin" userId="83ce2c6d-0bd4-4cd9-955e-dd3efc6a7d5a" providerId="ADAL" clId="{A3A60514-9E58-4D9E-99F4-2C9DAB55E9EE}" dt="2023-04-17T09:48:13.323" v="194" actId="14100"/>
          <ac:spMkLst>
            <pc:docMk/>
            <pc:sldMk cId="1847149617" sldId="1823"/>
            <ac:spMk id="27" creationId="{416BE16B-1E8C-48FA-B7AE-7624496931AD}"/>
          </ac:spMkLst>
        </pc:spChg>
      </pc:sldChg>
      <pc:sldChg chg="modSp mod">
        <pc:chgData name="Gellenoncourt, Kevin" userId="83ce2c6d-0bd4-4cd9-955e-dd3efc6a7d5a" providerId="ADAL" clId="{A3A60514-9E58-4D9E-99F4-2C9DAB55E9EE}" dt="2023-04-14T15:15:37.539" v="65" actId="13926"/>
        <pc:sldMkLst>
          <pc:docMk/>
          <pc:sldMk cId="2789654304" sldId="1826"/>
        </pc:sldMkLst>
        <pc:spChg chg="mod">
          <ac:chgData name="Gellenoncourt, Kevin" userId="83ce2c6d-0bd4-4cd9-955e-dd3efc6a7d5a" providerId="ADAL" clId="{A3A60514-9E58-4D9E-99F4-2C9DAB55E9EE}" dt="2023-04-14T15:15:37.539" v="65" actId="13926"/>
          <ac:spMkLst>
            <pc:docMk/>
            <pc:sldMk cId="2789654304" sldId="1826"/>
            <ac:spMk id="10" creationId="{5BEE6695-E1F4-866A-0C79-858782B14051}"/>
          </ac:spMkLst>
        </pc:spChg>
        <pc:spChg chg="mod">
          <ac:chgData name="Gellenoncourt, Kevin" userId="83ce2c6d-0bd4-4cd9-955e-dd3efc6a7d5a" providerId="ADAL" clId="{A3A60514-9E58-4D9E-99F4-2C9DAB55E9EE}" dt="2023-04-14T15:15:15.353" v="63" actId="14100"/>
          <ac:spMkLst>
            <pc:docMk/>
            <pc:sldMk cId="2789654304" sldId="1826"/>
            <ac:spMk id="13" creationId="{C083206D-4CC2-5447-AAAA-BD90521B11AA}"/>
          </ac:spMkLst>
        </pc:spChg>
        <pc:spChg chg="mod">
          <ac:chgData name="Gellenoncourt, Kevin" userId="83ce2c6d-0bd4-4cd9-955e-dd3efc6a7d5a" providerId="ADAL" clId="{A3A60514-9E58-4D9E-99F4-2C9DAB55E9EE}" dt="2023-04-14T15:14:51.233" v="54" actId="1036"/>
          <ac:spMkLst>
            <pc:docMk/>
            <pc:sldMk cId="2789654304" sldId="1826"/>
            <ac:spMk id="14" creationId="{FAD498DE-6D7E-4853-FCE8-768C1D49C1F6}"/>
          </ac:spMkLst>
        </pc:spChg>
        <pc:spChg chg="mod">
          <ac:chgData name="Gellenoncourt, Kevin" userId="83ce2c6d-0bd4-4cd9-955e-dd3efc6a7d5a" providerId="ADAL" clId="{A3A60514-9E58-4D9E-99F4-2C9DAB55E9EE}" dt="2023-04-14T15:14:37.857" v="50" actId="20577"/>
          <ac:spMkLst>
            <pc:docMk/>
            <pc:sldMk cId="2789654304" sldId="1826"/>
            <ac:spMk id="19" creationId="{1F95986F-431B-E99B-9C26-4159CCAC4D58}"/>
          </ac:spMkLst>
        </pc:spChg>
        <pc:spChg chg="mod">
          <ac:chgData name="Gellenoncourt, Kevin" userId="83ce2c6d-0bd4-4cd9-955e-dd3efc6a7d5a" providerId="ADAL" clId="{A3A60514-9E58-4D9E-99F4-2C9DAB55E9EE}" dt="2023-04-14T15:15:27.401" v="64" actId="20577"/>
          <ac:spMkLst>
            <pc:docMk/>
            <pc:sldMk cId="2789654304" sldId="1826"/>
            <ac:spMk id="20" creationId="{B547579E-0297-7065-3C2B-B32E8777C39F}"/>
          </ac:spMkLst>
        </pc:spChg>
      </pc:sldChg>
      <pc:sldChg chg="delSp modSp mod modCm">
        <pc:chgData name="Gellenoncourt, Kevin" userId="83ce2c6d-0bd4-4cd9-955e-dd3efc6a7d5a" providerId="ADAL" clId="{A3A60514-9E58-4D9E-99F4-2C9DAB55E9EE}" dt="2023-04-28T08:07:18.472" v="702" actId="20577"/>
        <pc:sldMkLst>
          <pc:docMk/>
          <pc:sldMk cId="394559105" sldId="1828"/>
        </pc:sldMkLst>
        <pc:spChg chg="mod">
          <ac:chgData name="Gellenoncourt, Kevin" userId="83ce2c6d-0bd4-4cd9-955e-dd3efc6a7d5a" providerId="ADAL" clId="{A3A60514-9E58-4D9E-99F4-2C9DAB55E9EE}" dt="2023-04-28T08:07:18.472" v="702" actId="20577"/>
          <ac:spMkLst>
            <pc:docMk/>
            <pc:sldMk cId="394559105" sldId="1828"/>
            <ac:spMk id="2" creationId="{81B4020D-2DE6-4B6C-822C-676A9E68ECFA}"/>
          </ac:spMkLst>
        </pc:spChg>
        <pc:spChg chg="mod">
          <ac:chgData name="Gellenoncourt, Kevin" userId="83ce2c6d-0bd4-4cd9-955e-dd3efc6a7d5a" providerId="ADAL" clId="{A3A60514-9E58-4D9E-99F4-2C9DAB55E9EE}" dt="2023-04-13T12:14:55.972" v="37" actId="14100"/>
          <ac:spMkLst>
            <pc:docMk/>
            <pc:sldMk cId="394559105" sldId="1828"/>
            <ac:spMk id="4" creationId="{A0E49883-BD02-0EF4-758D-0FF455BDA027}"/>
          </ac:spMkLst>
        </pc:spChg>
        <pc:spChg chg="mod">
          <ac:chgData name="Gellenoncourt, Kevin" userId="83ce2c6d-0bd4-4cd9-955e-dd3efc6a7d5a" providerId="ADAL" clId="{A3A60514-9E58-4D9E-99F4-2C9DAB55E9EE}" dt="2023-04-14T15:12:37.127" v="38" actId="20577"/>
          <ac:spMkLst>
            <pc:docMk/>
            <pc:sldMk cId="394559105" sldId="1828"/>
            <ac:spMk id="9" creationId="{77C3B844-E6D7-3624-1D88-491DC7FBE73F}"/>
          </ac:spMkLst>
        </pc:spChg>
        <pc:spChg chg="mod">
          <ac:chgData name="Gellenoncourt, Kevin" userId="83ce2c6d-0bd4-4cd9-955e-dd3efc6a7d5a" providerId="ADAL" clId="{A3A60514-9E58-4D9E-99F4-2C9DAB55E9EE}" dt="2023-04-13T12:14:45.162" v="21" actId="14100"/>
          <ac:spMkLst>
            <pc:docMk/>
            <pc:sldMk cId="394559105" sldId="1828"/>
            <ac:spMk id="11" creationId="{41A27570-4EE7-B3BA-F6CB-2BF7908DDCBF}"/>
          </ac:spMkLst>
        </pc:spChg>
        <pc:spChg chg="mod">
          <ac:chgData name="Gellenoncourt, Kevin" userId="83ce2c6d-0bd4-4cd9-955e-dd3efc6a7d5a" providerId="ADAL" clId="{A3A60514-9E58-4D9E-99F4-2C9DAB55E9EE}" dt="2023-04-13T12:14:51.807" v="35" actId="1035"/>
          <ac:spMkLst>
            <pc:docMk/>
            <pc:sldMk cId="394559105" sldId="1828"/>
            <ac:spMk id="15" creationId="{9D7E702D-19C2-2F3F-70B5-73F6CC7B90B0}"/>
          </ac:spMkLst>
        </pc:spChg>
        <pc:spChg chg="mod">
          <ac:chgData name="Gellenoncourt, Kevin" userId="83ce2c6d-0bd4-4cd9-955e-dd3efc6a7d5a" providerId="ADAL" clId="{A3A60514-9E58-4D9E-99F4-2C9DAB55E9EE}" dt="2023-04-13T12:14:53.671" v="36" actId="14100"/>
          <ac:spMkLst>
            <pc:docMk/>
            <pc:sldMk cId="394559105" sldId="1828"/>
            <ac:spMk id="16" creationId="{193E23CE-10D3-6AF3-8769-9A0DD9180317}"/>
          </ac:spMkLst>
        </pc:spChg>
        <pc:spChg chg="mod">
          <ac:chgData name="Gellenoncourt, Kevin" userId="83ce2c6d-0bd4-4cd9-955e-dd3efc6a7d5a" providerId="ADAL" clId="{A3A60514-9E58-4D9E-99F4-2C9DAB55E9EE}" dt="2023-04-17T09:49:12.005" v="238" actId="14100"/>
          <ac:spMkLst>
            <pc:docMk/>
            <pc:sldMk cId="394559105" sldId="1828"/>
            <ac:spMk id="23" creationId="{D45C1964-3199-AEA8-A302-B7CC89E83D1C}"/>
          </ac:spMkLst>
        </pc:spChg>
        <pc:spChg chg="del mod">
          <ac:chgData name="Gellenoncourt, Kevin" userId="83ce2c6d-0bd4-4cd9-955e-dd3efc6a7d5a" providerId="ADAL" clId="{A3A60514-9E58-4D9E-99F4-2C9DAB55E9EE}" dt="2023-04-17T09:49:08.618" v="237" actId="21"/>
          <ac:spMkLst>
            <pc:docMk/>
            <pc:sldMk cId="394559105" sldId="1828"/>
            <ac:spMk id="25" creationId="{1F44828C-2473-8027-6E16-DD3C9C323280}"/>
          </ac:spMkLst>
        </pc:spChg>
      </pc:sldChg>
      <pc:sldChg chg="addSp modSp mod ord">
        <pc:chgData name="Gellenoncourt, Kevin" userId="83ce2c6d-0bd4-4cd9-955e-dd3efc6a7d5a" providerId="ADAL" clId="{A3A60514-9E58-4D9E-99F4-2C9DAB55E9EE}" dt="2023-04-28T08:07:29.764" v="704"/>
        <pc:sldMkLst>
          <pc:docMk/>
          <pc:sldMk cId="1931217021" sldId="1830"/>
        </pc:sldMkLst>
        <pc:spChg chg="mod">
          <ac:chgData name="Gellenoncourt, Kevin" userId="83ce2c6d-0bd4-4cd9-955e-dd3efc6a7d5a" providerId="ADAL" clId="{A3A60514-9E58-4D9E-99F4-2C9DAB55E9EE}" dt="2023-04-20T08:30:01.275" v="573" actId="20577"/>
          <ac:spMkLst>
            <pc:docMk/>
            <pc:sldMk cId="1931217021" sldId="1830"/>
            <ac:spMk id="3" creationId="{968DACCB-6332-4C26-39F2-2D374711D2B0}"/>
          </ac:spMkLst>
        </pc:spChg>
        <pc:spChg chg="add mod">
          <ac:chgData name="Gellenoncourt, Kevin" userId="83ce2c6d-0bd4-4cd9-955e-dd3efc6a7d5a" providerId="ADAL" clId="{A3A60514-9E58-4D9E-99F4-2C9DAB55E9EE}" dt="2023-04-20T08:30:58.508" v="610" actId="14100"/>
          <ac:spMkLst>
            <pc:docMk/>
            <pc:sldMk cId="1931217021" sldId="1830"/>
            <ac:spMk id="5" creationId="{70270940-53A9-A871-FF5F-3D0FED83C951}"/>
          </ac:spMkLst>
        </pc:spChg>
      </pc:sldChg>
      <pc:sldChg chg="addSp delSp modSp add mod ord delCm modCm">
        <pc:chgData name="Gellenoncourt, Kevin" userId="83ce2c6d-0bd4-4cd9-955e-dd3efc6a7d5a" providerId="ADAL" clId="{A3A60514-9E58-4D9E-99F4-2C9DAB55E9EE}" dt="2023-04-28T08:07:53.650" v="706"/>
        <pc:sldMkLst>
          <pc:docMk/>
          <pc:sldMk cId="3334357831" sldId="1831"/>
        </pc:sldMkLst>
        <pc:spChg chg="mod">
          <ac:chgData name="Gellenoncourt, Kevin" userId="83ce2c6d-0bd4-4cd9-955e-dd3efc6a7d5a" providerId="ADAL" clId="{A3A60514-9E58-4D9E-99F4-2C9DAB55E9EE}" dt="2023-04-18T16:05:25.425" v="420" actId="20577"/>
          <ac:spMkLst>
            <pc:docMk/>
            <pc:sldMk cId="3334357831" sldId="1831"/>
            <ac:spMk id="3" creationId="{C3167168-4490-6A90-9CBD-B650CA1D9D85}"/>
          </ac:spMkLst>
        </pc:spChg>
        <pc:spChg chg="mod">
          <ac:chgData name="Gellenoncourt, Kevin" userId="83ce2c6d-0bd4-4cd9-955e-dd3efc6a7d5a" providerId="ADAL" clId="{A3A60514-9E58-4D9E-99F4-2C9DAB55E9EE}" dt="2023-04-17T09:48:50.093" v="236" actId="20577"/>
          <ac:spMkLst>
            <pc:docMk/>
            <pc:sldMk cId="3334357831" sldId="1831"/>
            <ac:spMk id="7" creationId="{F13AB203-EAC6-E49A-83BD-3061EAD28268}"/>
          </ac:spMkLst>
        </pc:spChg>
        <pc:spChg chg="add mod">
          <ac:chgData name="Gellenoncourt, Kevin" userId="83ce2c6d-0bd4-4cd9-955e-dd3efc6a7d5a" providerId="ADAL" clId="{A3A60514-9E58-4D9E-99F4-2C9DAB55E9EE}" dt="2023-04-18T16:04:37.975" v="395" actId="14100"/>
          <ac:spMkLst>
            <pc:docMk/>
            <pc:sldMk cId="3334357831" sldId="1831"/>
            <ac:spMk id="10" creationId="{2825B4BF-40B3-9FBF-C859-DA93D2777B60}"/>
          </ac:spMkLst>
        </pc:spChg>
        <pc:spChg chg="mod">
          <ac:chgData name="Gellenoncourt, Kevin" userId="83ce2c6d-0bd4-4cd9-955e-dd3efc6a7d5a" providerId="ADAL" clId="{A3A60514-9E58-4D9E-99F4-2C9DAB55E9EE}" dt="2023-04-18T16:05:36.979" v="436" actId="20577"/>
          <ac:spMkLst>
            <pc:docMk/>
            <pc:sldMk cId="3334357831" sldId="1831"/>
            <ac:spMk id="11" creationId="{842C7B8B-D546-5F52-8614-36B5D5B7072A}"/>
          </ac:spMkLst>
        </pc:spChg>
        <pc:spChg chg="mod">
          <ac:chgData name="Gellenoncourt, Kevin" userId="83ce2c6d-0bd4-4cd9-955e-dd3efc6a7d5a" providerId="ADAL" clId="{A3A60514-9E58-4D9E-99F4-2C9DAB55E9EE}" dt="2023-04-17T09:46:44.785" v="160" actId="14100"/>
          <ac:spMkLst>
            <pc:docMk/>
            <pc:sldMk cId="3334357831" sldId="1831"/>
            <ac:spMk id="12" creationId="{B104700F-4F00-45C5-9952-8E84D40A9556}"/>
          </ac:spMkLst>
        </pc:spChg>
        <pc:spChg chg="add mod">
          <ac:chgData name="Gellenoncourt, Kevin" userId="83ce2c6d-0bd4-4cd9-955e-dd3efc6a7d5a" providerId="ADAL" clId="{A3A60514-9E58-4D9E-99F4-2C9DAB55E9EE}" dt="2023-04-18T16:04:50.715" v="400" actId="14100"/>
          <ac:spMkLst>
            <pc:docMk/>
            <pc:sldMk cId="3334357831" sldId="1831"/>
            <ac:spMk id="13" creationId="{7BDA3FE1-028D-4F92-3CCF-B587021596BC}"/>
          </ac:spMkLst>
        </pc:spChg>
        <pc:spChg chg="mod">
          <ac:chgData name="Gellenoncourt, Kevin" userId="83ce2c6d-0bd4-4cd9-955e-dd3efc6a7d5a" providerId="ADAL" clId="{A3A60514-9E58-4D9E-99F4-2C9DAB55E9EE}" dt="2023-04-18T16:01:27.465" v="308" actId="20577"/>
          <ac:spMkLst>
            <pc:docMk/>
            <pc:sldMk cId="3334357831" sldId="1831"/>
            <ac:spMk id="14" creationId="{417EBD97-910E-B0D6-C155-F9B9D1A40E38}"/>
          </ac:spMkLst>
        </pc:spChg>
        <pc:spChg chg="mod">
          <ac:chgData name="Gellenoncourt, Kevin" userId="83ce2c6d-0bd4-4cd9-955e-dd3efc6a7d5a" providerId="ADAL" clId="{A3A60514-9E58-4D9E-99F4-2C9DAB55E9EE}" dt="2023-04-18T16:05:05.593" v="404" actId="20577"/>
          <ac:spMkLst>
            <pc:docMk/>
            <pc:sldMk cId="3334357831" sldId="1831"/>
            <ac:spMk id="15" creationId="{C7C48C59-B55F-8595-05E0-5A4B5D311AD4}"/>
          </ac:spMkLst>
        </pc:spChg>
        <pc:spChg chg="add mod">
          <ac:chgData name="Gellenoncourt, Kevin" userId="83ce2c6d-0bd4-4cd9-955e-dd3efc6a7d5a" providerId="ADAL" clId="{A3A60514-9E58-4D9E-99F4-2C9DAB55E9EE}" dt="2023-04-18T07:45:25.921" v="301" actId="3626"/>
          <ac:spMkLst>
            <pc:docMk/>
            <pc:sldMk cId="3334357831" sldId="1831"/>
            <ac:spMk id="16" creationId="{81C3B5F2-BA6E-CA36-C55C-CF4E663B99D6}"/>
          </ac:spMkLst>
        </pc:spChg>
        <pc:spChg chg="add mod">
          <ac:chgData name="Gellenoncourt, Kevin" userId="83ce2c6d-0bd4-4cd9-955e-dd3efc6a7d5a" providerId="ADAL" clId="{A3A60514-9E58-4D9E-99F4-2C9DAB55E9EE}" dt="2023-04-18T16:04:17.494" v="388" actId="1076"/>
          <ac:spMkLst>
            <pc:docMk/>
            <pc:sldMk cId="3334357831" sldId="1831"/>
            <ac:spMk id="17" creationId="{62072801-7EBE-BFDE-4B12-69A8A9B2A3BF}"/>
          </ac:spMkLst>
        </pc:spChg>
        <pc:spChg chg="add mod">
          <ac:chgData name="Gellenoncourt, Kevin" userId="83ce2c6d-0bd4-4cd9-955e-dd3efc6a7d5a" providerId="ADAL" clId="{A3A60514-9E58-4D9E-99F4-2C9DAB55E9EE}" dt="2023-04-18T16:04:31.819" v="394" actId="14100"/>
          <ac:spMkLst>
            <pc:docMk/>
            <pc:sldMk cId="3334357831" sldId="1831"/>
            <ac:spMk id="18" creationId="{12AF2180-CD55-EF16-53B3-15E6809EC565}"/>
          </ac:spMkLst>
        </pc:spChg>
        <pc:spChg chg="del">
          <ac:chgData name="Gellenoncourt, Kevin" userId="83ce2c6d-0bd4-4cd9-955e-dd3efc6a7d5a" providerId="ADAL" clId="{A3A60514-9E58-4D9E-99F4-2C9DAB55E9EE}" dt="2023-04-17T09:46:36.095" v="158" actId="478"/>
          <ac:spMkLst>
            <pc:docMk/>
            <pc:sldMk cId="3334357831" sldId="1831"/>
            <ac:spMk id="21" creationId="{7B90F373-D3ED-4A5A-81DD-11B4B5E645DB}"/>
          </ac:spMkLst>
        </pc:spChg>
        <pc:spChg chg="mod">
          <ac:chgData name="Gellenoncourt, Kevin" userId="83ce2c6d-0bd4-4cd9-955e-dd3efc6a7d5a" providerId="ADAL" clId="{A3A60514-9E58-4D9E-99F4-2C9DAB55E9EE}" dt="2023-04-18T16:02:45.718" v="344" actId="14100"/>
          <ac:spMkLst>
            <pc:docMk/>
            <pc:sldMk cId="3334357831" sldId="1831"/>
            <ac:spMk id="27" creationId="{416BE16B-1E8C-48FA-B7AE-7624496931AD}"/>
          </ac:spMkLst>
        </pc:spChg>
      </pc:sldChg>
    </pc:docChg>
  </pc:docChgLst>
  <pc:docChgLst>
    <pc:chgData name="Gellenoncourt, Kevin" userId="83ce2c6d-0bd4-4cd9-955e-dd3efc6a7d5a" providerId="ADAL" clId="{E5B61B99-1DF2-4CA3-B37F-8325FC0CDD62}"/>
    <pc:docChg chg="undo redo custSel addSld delSld modSld sldOrd modMainMaster">
      <pc:chgData name="Gellenoncourt, Kevin" userId="83ce2c6d-0bd4-4cd9-955e-dd3efc6a7d5a" providerId="ADAL" clId="{E5B61B99-1DF2-4CA3-B37F-8325FC0CDD62}" dt="2022-11-23T14:13:32.060" v="2188" actId="1076"/>
      <pc:docMkLst>
        <pc:docMk/>
      </pc:docMkLst>
      <pc:sldChg chg="addSp delSp modSp mod">
        <pc:chgData name="Gellenoncourt, Kevin" userId="83ce2c6d-0bd4-4cd9-955e-dd3efc6a7d5a" providerId="ADAL" clId="{E5B61B99-1DF2-4CA3-B37F-8325FC0CDD62}" dt="2022-11-21T13:06:31.688" v="2121" actId="20577"/>
        <pc:sldMkLst>
          <pc:docMk/>
          <pc:sldMk cId="2594422379" sldId="257"/>
        </pc:sldMkLst>
        <pc:spChg chg="mod">
          <ac:chgData name="Gellenoncourt, Kevin" userId="83ce2c6d-0bd4-4cd9-955e-dd3efc6a7d5a" providerId="ADAL" clId="{E5B61B99-1DF2-4CA3-B37F-8325FC0CDD62}" dt="2022-11-21T13:06:31.688" v="2121" actId="20577"/>
          <ac:spMkLst>
            <pc:docMk/>
            <pc:sldMk cId="2594422379" sldId="257"/>
            <ac:spMk id="2" creationId="{20F6D738-4468-4501-A03B-B2FE439D17D7}"/>
          </ac:spMkLst>
        </pc:spChg>
        <pc:spChg chg="mod">
          <ac:chgData name="Gellenoncourt, Kevin" userId="83ce2c6d-0bd4-4cd9-955e-dd3efc6a7d5a" providerId="ADAL" clId="{E5B61B99-1DF2-4CA3-B37F-8325FC0CDD62}" dt="2022-11-15T11:58:32.699" v="2073" actId="14100"/>
          <ac:spMkLst>
            <pc:docMk/>
            <pc:sldMk cId="2594422379" sldId="257"/>
            <ac:spMk id="4" creationId="{8D5DF304-4A60-46D5-8EC8-58B998217F18}"/>
          </ac:spMkLst>
        </pc:spChg>
        <pc:picChg chg="add mod">
          <ac:chgData name="Gellenoncourt, Kevin" userId="83ce2c6d-0bd4-4cd9-955e-dd3efc6a7d5a" providerId="ADAL" clId="{E5B61B99-1DF2-4CA3-B37F-8325FC0CDD62}" dt="2022-11-15T11:58:42.900" v="2075" actId="1076"/>
          <ac:picMkLst>
            <pc:docMk/>
            <pc:sldMk cId="2594422379" sldId="257"/>
            <ac:picMk id="5" creationId="{5C5DBA70-6E5E-46A8-80A2-D2383056DC89}"/>
          </ac:picMkLst>
        </pc:picChg>
        <pc:picChg chg="del">
          <ac:chgData name="Gellenoncourt, Kevin" userId="83ce2c6d-0bd4-4cd9-955e-dd3efc6a7d5a" providerId="ADAL" clId="{E5B61B99-1DF2-4CA3-B37F-8325FC0CDD62}" dt="2022-11-15T11:58:23.136" v="2070" actId="478"/>
          <ac:picMkLst>
            <pc:docMk/>
            <pc:sldMk cId="2594422379" sldId="257"/>
            <ac:picMk id="6" creationId="{CE42D016-78C4-4686-8B99-676F83330CD9}"/>
          </ac:picMkLst>
        </pc:picChg>
      </pc:sldChg>
      <pc:sldChg chg="del">
        <pc:chgData name="Gellenoncourt, Kevin" userId="83ce2c6d-0bd4-4cd9-955e-dd3efc6a7d5a" providerId="ADAL" clId="{E5B61B99-1DF2-4CA3-B37F-8325FC0CDD62}" dt="2022-11-07T12:02:18.058" v="2047" actId="47"/>
        <pc:sldMkLst>
          <pc:docMk/>
          <pc:sldMk cId="1210693134" sldId="1718"/>
        </pc:sldMkLst>
      </pc:sldChg>
      <pc:sldChg chg="modSp mod">
        <pc:chgData name="Gellenoncourt, Kevin" userId="83ce2c6d-0bd4-4cd9-955e-dd3efc6a7d5a" providerId="ADAL" clId="{E5B61B99-1DF2-4CA3-B37F-8325FC0CDD62}" dt="2022-11-15T11:59:28.025" v="2079" actId="20577"/>
        <pc:sldMkLst>
          <pc:docMk/>
          <pc:sldMk cId="3947088590" sldId="1755"/>
        </pc:sldMkLst>
        <pc:spChg chg="mod">
          <ac:chgData name="Gellenoncourt, Kevin" userId="83ce2c6d-0bd4-4cd9-955e-dd3efc6a7d5a" providerId="ADAL" clId="{E5B61B99-1DF2-4CA3-B37F-8325FC0CDD62}" dt="2022-11-15T11:59:28.025" v="2079" actId="20577"/>
          <ac:spMkLst>
            <pc:docMk/>
            <pc:sldMk cId="3947088590" sldId="1755"/>
            <ac:spMk id="3" creationId="{BD6849B4-CB59-4E5A-BB73-A475C1CF86D6}"/>
          </ac:spMkLst>
        </pc:spChg>
      </pc:sldChg>
      <pc:sldChg chg="addSp delSp modSp del mod">
        <pc:chgData name="Gellenoncourt, Kevin" userId="83ce2c6d-0bd4-4cd9-955e-dd3efc6a7d5a" providerId="ADAL" clId="{E5B61B99-1DF2-4CA3-B37F-8325FC0CDD62}" dt="2022-11-07T12:02:20.513" v="2048" actId="47"/>
        <pc:sldMkLst>
          <pc:docMk/>
          <pc:sldMk cId="2638113286" sldId="1758"/>
        </pc:sldMkLst>
        <pc:spChg chg="del">
          <ac:chgData name="Gellenoncourt, Kevin" userId="83ce2c6d-0bd4-4cd9-955e-dd3efc6a7d5a" providerId="ADAL" clId="{E5B61B99-1DF2-4CA3-B37F-8325FC0CDD62}" dt="2022-10-12T14:40:48.195" v="1017" actId="478"/>
          <ac:spMkLst>
            <pc:docMk/>
            <pc:sldMk cId="2638113286" sldId="1758"/>
            <ac:spMk id="3" creationId="{3B94C196-7ECB-4188-8063-9FF428F99629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2638113286" sldId="1758"/>
            <ac:spMk id="8" creationId="{F8029146-77CD-4A1D-AA22-96AD2BEE1D50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1-08T10:17:17.081" v="2069" actId="20577"/>
        <pc:sldMkLst>
          <pc:docMk/>
          <pc:sldMk cId="890361792" sldId="1760"/>
        </pc:sldMkLst>
        <pc:spChg chg="add del">
          <ac:chgData name="Gellenoncourt, Kevin" userId="83ce2c6d-0bd4-4cd9-955e-dd3efc6a7d5a" providerId="ADAL" clId="{E5B61B99-1DF2-4CA3-B37F-8325FC0CDD62}" dt="2022-10-12T14:39:29.044" v="985" actId="478"/>
          <ac:spMkLst>
            <pc:docMk/>
            <pc:sldMk cId="890361792" sldId="1760"/>
            <ac:spMk id="3" creationId="{5D3ABCD9-DFAD-4934-964D-A05BC403C714}"/>
          </ac:spMkLst>
        </pc:spChg>
        <pc:spChg chg="mod">
          <ac:chgData name="Gellenoncourt, Kevin" userId="83ce2c6d-0bd4-4cd9-955e-dd3efc6a7d5a" providerId="ADAL" clId="{E5B61B99-1DF2-4CA3-B37F-8325FC0CDD62}" dt="2022-11-08T10:17:10.347" v="2067" actId="20577"/>
          <ac:spMkLst>
            <pc:docMk/>
            <pc:sldMk cId="890361792" sldId="1760"/>
            <ac:spMk id="10" creationId="{A40507E4-28B3-41DE-BD46-911C3D4A4D98}"/>
          </ac:spMkLst>
        </pc:spChg>
        <pc:spChg chg="mod">
          <ac:chgData name="Gellenoncourt, Kevin" userId="83ce2c6d-0bd4-4cd9-955e-dd3efc6a7d5a" providerId="ADAL" clId="{E5B61B99-1DF2-4CA3-B37F-8325FC0CDD62}" dt="2022-11-08T10:17:17.081" v="2069" actId="20577"/>
          <ac:spMkLst>
            <pc:docMk/>
            <pc:sldMk cId="890361792" sldId="1760"/>
            <ac:spMk id="11" creationId="{03A44FDB-9E83-4356-B43F-75C2A90D1646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890361792" sldId="1760"/>
            <ac:spMk id="12" creationId="{669DBEBB-28E8-48B2-965A-A9D1220B9CA9}"/>
          </ac:spMkLst>
        </pc:spChg>
        <pc:spChg chg="mod">
          <ac:chgData name="Gellenoncourt, Kevin" userId="83ce2c6d-0bd4-4cd9-955e-dd3efc6a7d5a" providerId="ADAL" clId="{E5B61B99-1DF2-4CA3-B37F-8325FC0CDD62}" dt="2022-10-12T14:39:33.295" v="987" actId="20577"/>
          <ac:spMkLst>
            <pc:docMk/>
            <pc:sldMk cId="890361792" sldId="1760"/>
            <ac:spMk id="13" creationId="{52AB9798-0C88-4A6A-B188-5806185DD717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1-21T14:50:58.246" v="2163" actId="1076"/>
        <pc:sldMkLst>
          <pc:docMk/>
          <pc:sldMk cId="3405838669" sldId="1766"/>
        </pc:sldMkLst>
        <pc:spChg chg="mod">
          <ac:chgData name="Gellenoncourt, Kevin" userId="83ce2c6d-0bd4-4cd9-955e-dd3efc6a7d5a" providerId="ADAL" clId="{E5B61B99-1DF2-4CA3-B37F-8325FC0CDD62}" dt="2022-11-21T14:50:03.603" v="2149" actId="1076"/>
          <ac:spMkLst>
            <pc:docMk/>
            <pc:sldMk cId="3405838669" sldId="1766"/>
            <ac:spMk id="3" creationId="{B462A3BA-AD42-464F-92DE-D4449B6FF1A7}"/>
          </ac:spMkLst>
        </pc:spChg>
        <pc:spChg chg="del">
          <ac:chgData name="Gellenoncourt, Kevin" userId="83ce2c6d-0bd4-4cd9-955e-dd3efc6a7d5a" providerId="ADAL" clId="{E5B61B99-1DF2-4CA3-B37F-8325FC0CDD62}" dt="2022-10-12T14:40:43.547" v="1015" actId="478"/>
          <ac:spMkLst>
            <pc:docMk/>
            <pc:sldMk cId="3405838669" sldId="1766"/>
            <ac:spMk id="12" creationId="{C993A5F8-F574-4098-A7B4-C03BD8ECC30F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3405838669" sldId="1766"/>
            <ac:spMk id="60" creationId="{903CA9A3-6A07-4178-9231-461DBF11FC8A}"/>
          </ac:spMkLst>
        </pc:spChg>
        <pc:spChg chg="del">
          <ac:chgData name="Gellenoncourt, Kevin" userId="83ce2c6d-0bd4-4cd9-955e-dd3efc6a7d5a" providerId="ADAL" clId="{E5B61B99-1DF2-4CA3-B37F-8325FC0CDD62}" dt="2022-11-21T14:50:23.619" v="2155" actId="478"/>
          <ac:spMkLst>
            <pc:docMk/>
            <pc:sldMk cId="3405838669" sldId="1766"/>
            <ac:spMk id="63" creationId="{5896201D-B409-48FE-A224-B2C3E69CDF2E}"/>
          </ac:spMkLst>
        </pc:spChg>
        <pc:spChg chg="del">
          <ac:chgData name="Gellenoncourt, Kevin" userId="83ce2c6d-0bd4-4cd9-955e-dd3efc6a7d5a" providerId="ADAL" clId="{E5B61B99-1DF2-4CA3-B37F-8325FC0CDD62}" dt="2022-11-21T14:50:05.942" v="2150" actId="478"/>
          <ac:spMkLst>
            <pc:docMk/>
            <pc:sldMk cId="3405838669" sldId="1766"/>
            <ac:spMk id="72" creationId="{1ECFCDB0-3697-4636-A3E7-20CF0BD7F3B1}"/>
          </ac:spMkLst>
        </pc:spChg>
        <pc:spChg chg="del">
          <ac:chgData name="Gellenoncourt, Kevin" userId="83ce2c6d-0bd4-4cd9-955e-dd3efc6a7d5a" providerId="ADAL" clId="{E5B61B99-1DF2-4CA3-B37F-8325FC0CDD62}" dt="2022-11-21T14:49:53.031" v="2146" actId="478"/>
          <ac:spMkLst>
            <pc:docMk/>
            <pc:sldMk cId="3405838669" sldId="1766"/>
            <ac:spMk id="88" creationId="{367A2264-4E93-4B57-9682-526B8B2CA047}"/>
          </ac:spMkLst>
        </pc:spChg>
        <pc:spChg chg="mod">
          <ac:chgData name="Gellenoncourt, Kevin" userId="83ce2c6d-0bd4-4cd9-955e-dd3efc6a7d5a" providerId="ADAL" clId="{E5B61B99-1DF2-4CA3-B37F-8325FC0CDD62}" dt="2022-11-21T14:50:58.246" v="2163" actId="1076"/>
          <ac:spMkLst>
            <pc:docMk/>
            <pc:sldMk cId="3405838669" sldId="1766"/>
            <ac:spMk id="89" creationId="{CA7DEC07-AD34-4CB0-B9FC-0558EE860B77}"/>
          </ac:spMkLst>
        </pc:spChg>
        <pc:cxnChg chg="add mod">
          <ac:chgData name="Gellenoncourt, Kevin" userId="83ce2c6d-0bd4-4cd9-955e-dd3efc6a7d5a" providerId="ADAL" clId="{E5B61B99-1DF2-4CA3-B37F-8325FC0CDD62}" dt="2022-11-21T14:49:59.133" v="2148" actId="14100"/>
          <ac:cxnSpMkLst>
            <pc:docMk/>
            <pc:sldMk cId="3405838669" sldId="1766"/>
            <ac:cxnSpMk id="61" creationId="{95A0F166-7ED6-44AC-A882-B254E3C5AF0C}"/>
          </ac:cxnSpMkLst>
        </pc:cxnChg>
        <pc:cxnChg chg="add mod">
          <ac:chgData name="Gellenoncourt, Kevin" userId="83ce2c6d-0bd4-4cd9-955e-dd3efc6a7d5a" providerId="ADAL" clId="{E5B61B99-1DF2-4CA3-B37F-8325FC0CDD62}" dt="2022-11-21T14:50:20.138" v="2154" actId="14100"/>
          <ac:cxnSpMkLst>
            <pc:docMk/>
            <pc:sldMk cId="3405838669" sldId="1766"/>
            <ac:cxnSpMk id="64" creationId="{93FD255C-ABE5-4071-98C7-6202AFAA3FFB}"/>
          </ac:cxnSpMkLst>
        </pc:cxnChg>
        <pc:cxnChg chg="add mod">
          <ac:chgData name="Gellenoncourt, Kevin" userId="83ce2c6d-0bd4-4cd9-955e-dd3efc6a7d5a" providerId="ADAL" clId="{E5B61B99-1DF2-4CA3-B37F-8325FC0CDD62}" dt="2022-11-21T14:50:50.786" v="2162" actId="14100"/>
          <ac:cxnSpMkLst>
            <pc:docMk/>
            <pc:sldMk cId="3405838669" sldId="1766"/>
            <ac:cxnSpMk id="66" creationId="{A2F0F93F-046A-4C37-B20B-9F9FBA862F54}"/>
          </ac:cxnSpMkLst>
        </pc:cxnChg>
      </pc:sldChg>
      <pc:sldChg chg="addSp delSp modSp mod">
        <pc:chgData name="Gellenoncourt, Kevin" userId="83ce2c6d-0bd4-4cd9-955e-dd3efc6a7d5a" providerId="ADAL" clId="{E5B61B99-1DF2-4CA3-B37F-8325FC0CDD62}" dt="2022-10-13T13:38:01.454" v="1568"/>
        <pc:sldMkLst>
          <pc:docMk/>
          <pc:sldMk cId="390847122" sldId="1769"/>
        </pc:sldMkLst>
        <pc:spChg chg="del">
          <ac:chgData name="Gellenoncourt, Kevin" userId="83ce2c6d-0bd4-4cd9-955e-dd3efc6a7d5a" providerId="ADAL" clId="{E5B61B99-1DF2-4CA3-B37F-8325FC0CDD62}" dt="2022-10-12T14:39:49.230" v="989" actId="478"/>
          <ac:spMkLst>
            <pc:docMk/>
            <pc:sldMk cId="390847122" sldId="1769"/>
            <ac:spMk id="3" creationId="{3B94C196-7ECB-4188-8063-9FF428F99629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390847122" sldId="1769"/>
            <ac:spMk id="14" creationId="{70578D5F-6465-4780-BC67-4A5616A81F4F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1-21T13:07:10.102" v="2137" actId="20577"/>
        <pc:sldMkLst>
          <pc:docMk/>
          <pc:sldMk cId="830052330" sldId="1770"/>
        </pc:sldMkLst>
        <pc:spChg chg="del">
          <ac:chgData name="Gellenoncourt, Kevin" userId="83ce2c6d-0bd4-4cd9-955e-dd3efc6a7d5a" providerId="ADAL" clId="{E5B61B99-1DF2-4CA3-B37F-8325FC0CDD62}" dt="2022-10-12T14:39:57.036" v="993" actId="478"/>
          <ac:spMkLst>
            <pc:docMk/>
            <pc:sldMk cId="830052330" sldId="1770"/>
            <ac:spMk id="12" creationId="{C993A5F8-F574-4098-A7B4-C03BD8ECC30F}"/>
          </ac:spMkLst>
        </pc:spChg>
        <pc:spChg chg="mod">
          <ac:chgData name="Gellenoncourt, Kevin" userId="83ce2c6d-0bd4-4cd9-955e-dd3efc6a7d5a" providerId="ADAL" clId="{E5B61B99-1DF2-4CA3-B37F-8325FC0CDD62}" dt="2022-11-21T13:07:06.400" v="2134" actId="20577"/>
          <ac:spMkLst>
            <pc:docMk/>
            <pc:sldMk cId="830052330" sldId="1770"/>
            <ac:spMk id="37" creationId="{01904E02-843D-420B-B7BB-09DFA199D107}"/>
          </ac:spMkLst>
        </pc:spChg>
        <pc:spChg chg="mod">
          <ac:chgData name="Gellenoncourt, Kevin" userId="83ce2c6d-0bd4-4cd9-955e-dd3efc6a7d5a" providerId="ADAL" clId="{E5B61B99-1DF2-4CA3-B37F-8325FC0CDD62}" dt="2022-11-21T13:07:10.102" v="2137" actId="20577"/>
          <ac:spMkLst>
            <pc:docMk/>
            <pc:sldMk cId="830052330" sldId="1770"/>
            <ac:spMk id="38" creationId="{9A5D3D65-29A2-4650-848E-D9FC45793D1A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830052330" sldId="1770"/>
            <ac:spMk id="46" creationId="{28F1CDED-E68D-48DF-836D-0961A0BEE973}"/>
          </ac:spMkLst>
        </pc:spChg>
        <pc:spChg chg="mod">
          <ac:chgData name="Gellenoncourt, Kevin" userId="83ce2c6d-0bd4-4cd9-955e-dd3efc6a7d5a" providerId="ADAL" clId="{E5B61B99-1DF2-4CA3-B37F-8325FC0CDD62}" dt="2022-11-21T13:06:59.887" v="2131" actId="20577"/>
          <ac:spMkLst>
            <pc:docMk/>
            <pc:sldMk cId="830052330" sldId="1770"/>
            <ac:spMk id="55" creationId="{905B18F3-E2C2-4772-8001-8D681454601D}"/>
          </ac:spMkLst>
        </pc:spChg>
        <pc:spChg chg="mod">
          <ac:chgData name="Gellenoncourt, Kevin" userId="83ce2c6d-0bd4-4cd9-955e-dd3efc6a7d5a" providerId="ADAL" clId="{E5B61B99-1DF2-4CA3-B37F-8325FC0CDD62}" dt="2022-11-21T13:06:56.605" v="2129" actId="20577"/>
          <ac:spMkLst>
            <pc:docMk/>
            <pc:sldMk cId="830052330" sldId="1770"/>
            <ac:spMk id="60" creationId="{FC4B4E59-ACBF-4C29-9D92-DEA89079218B}"/>
          </ac:spMkLst>
        </pc:spChg>
        <pc:spChg chg="mod">
          <ac:chgData name="Gellenoncourt, Kevin" userId="83ce2c6d-0bd4-4cd9-955e-dd3efc6a7d5a" providerId="ADAL" clId="{E5B61B99-1DF2-4CA3-B37F-8325FC0CDD62}" dt="2022-11-21T13:06:46.621" v="2124" actId="20577"/>
          <ac:spMkLst>
            <pc:docMk/>
            <pc:sldMk cId="830052330" sldId="1770"/>
            <ac:spMk id="62" creationId="{A4EE5134-E364-40F1-8B20-F47B07A3A9AE}"/>
          </ac:spMkLst>
        </pc:spChg>
        <pc:spChg chg="mod">
          <ac:chgData name="Gellenoncourt, Kevin" userId="83ce2c6d-0bd4-4cd9-955e-dd3efc6a7d5a" providerId="ADAL" clId="{E5B61B99-1DF2-4CA3-B37F-8325FC0CDD62}" dt="2022-11-21T13:06:50.750" v="2126" actId="20577"/>
          <ac:spMkLst>
            <pc:docMk/>
            <pc:sldMk cId="830052330" sldId="1770"/>
            <ac:spMk id="65" creationId="{0EABF467-4A7E-4B5F-BD50-4FF814A9F768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1-21T13:07:16.887" v="2140" actId="20577"/>
        <pc:sldMkLst>
          <pc:docMk/>
          <pc:sldMk cId="1278860628" sldId="1771"/>
        </pc:sldMkLst>
        <pc:spChg chg="del">
          <ac:chgData name="Gellenoncourt, Kevin" userId="83ce2c6d-0bd4-4cd9-955e-dd3efc6a7d5a" providerId="ADAL" clId="{E5B61B99-1DF2-4CA3-B37F-8325FC0CDD62}" dt="2022-10-12T14:40:10.309" v="999" actId="478"/>
          <ac:spMkLst>
            <pc:docMk/>
            <pc:sldMk cId="1278860628" sldId="1771"/>
            <ac:spMk id="3" creationId="{3B94C196-7ECB-4188-8063-9FF428F99629}"/>
          </ac:spMkLst>
        </pc:spChg>
        <pc:spChg chg="mod">
          <ac:chgData name="Gellenoncourt, Kevin" userId="83ce2c6d-0bd4-4cd9-955e-dd3efc6a7d5a" providerId="ADAL" clId="{E5B61B99-1DF2-4CA3-B37F-8325FC0CDD62}" dt="2022-11-21T13:07:16.887" v="2140" actId="20577"/>
          <ac:spMkLst>
            <pc:docMk/>
            <pc:sldMk cId="1278860628" sldId="1771"/>
            <ac:spMk id="4" creationId="{AE7AF101-B834-4B05-99A3-B4C8D043B6E1}"/>
          </ac:spMkLst>
        </pc:spChg>
        <pc:spChg chg="mod">
          <ac:chgData name="Gellenoncourt, Kevin" userId="83ce2c6d-0bd4-4cd9-955e-dd3efc6a7d5a" providerId="ADAL" clId="{E5B61B99-1DF2-4CA3-B37F-8325FC0CDD62}" dt="2022-09-22T14:47:32.303" v="15" actId="20577"/>
          <ac:spMkLst>
            <pc:docMk/>
            <pc:sldMk cId="1278860628" sldId="1771"/>
            <ac:spMk id="8" creationId="{B83ACEE6-7D37-4A7B-83F5-B1E35E3DFFA2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1278860628" sldId="1771"/>
            <ac:spMk id="9" creationId="{7F453CFC-B06F-47DA-871C-58C842AF94E4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0-13T13:38:01.454" v="1568"/>
        <pc:sldMkLst>
          <pc:docMk/>
          <pc:sldMk cId="4017038942" sldId="1773"/>
        </pc:sldMkLst>
        <pc:spChg chg="del">
          <ac:chgData name="Gellenoncourt, Kevin" userId="83ce2c6d-0bd4-4cd9-955e-dd3efc6a7d5a" providerId="ADAL" clId="{E5B61B99-1DF2-4CA3-B37F-8325FC0CDD62}" dt="2022-10-12T14:40:04.590" v="997" actId="478"/>
          <ac:spMkLst>
            <pc:docMk/>
            <pc:sldMk cId="4017038942" sldId="1773"/>
            <ac:spMk id="3" creationId="{3B94C196-7ECB-4188-8063-9FF428F99629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4017038942" sldId="1773"/>
            <ac:spMk id="7" creationId="{A608B7F6-262B-42E6-AFB9-0F8F68B6DC88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1-15T11:59:13.602" v="2076" actId="20577"/>
        <pc:sldMkLst>
          <pc:docMk/>
          <pc:sldMk cId="1049492656" sldId="1774"/>
        </pc:sldMkLst>
        <pc:spChg chg="mod">
          <ac:chgData name="Gellenoncourt, Kevin" userId="83ce2c6d-0bd4-4cd9-955e-dd3efc6a7d5a" providerId="ADAL" clId="{E5B61B99-1DF2-4CA3-B37F-8325FC0CDD62}" dt="2022-11-15T11:59:13.602" v="2076" actId="20577"/>
          <ac:spMkLst>
            <pc:docMk/>
            <pc:sldMk cId="1049492656" sldId="1774"/>
            <ac:spMk id="2" creationId="{81B4020D-2DE6-4B6C-822C-676A9E68ECFA}"/>
          </ac:spMkLst>
        </pc:spChg>
        <pc:spChg chg="del">
          <ac:chgData name="Gellenoncourt, Kevin" userId="83ce2c6d-0bd4-4cd9-955e-dd3efc6a7d5a" providerId="ADAL" clId="{E5B61B99-1DF2-4CA3-B37F-8325FC0CDD62}" dt="2022-10-12T14:40:53.956" v="1019" actId="478"/>
          <ac:spMkLst>
            <pc:docMk/>
            <pc:sldMk cId="1049492656" sldId="1774"/>
            <ac:spMk id="3" creationId="{3B94C196-7ECB-4188-8063-9FF428F99629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1049492656" sldId="1774"/>
            <ac:spMk id="7" creationId="{9AB3B23F-2A86-4002-B293-E443FF330C86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0-13T13:38:01.454" v="1568"/>
        <pc:sldMkLst>
          <pc:docMk/>
          <pc:sldMk cId="2959509629" sldId="1775"/>
        </pc:sldMkLst>
        <pc:spChg chg="del">
          <ac:chgData name="Gellenoncourt, Kevin" userId="83ce2c6d-0bd4-4cd9-955e-dd3efc6a7d5a" providerId="ADAL" clId="{E5B61B99-1DF2-4CA3-B37F-8325FC0CDD62}" dt="2022-10-12T14:40:01.126" v="995" actId="478"/>
          <ac:spMkLst>
            <pc:docMk/>
            <pc:sldMk cId="2959509629" sldId="1775"/>
            <ac:spMk id="3" creationId="{3B94C196-7ECB-4188-8063-9FF428F99629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2959509629" sldId="1775"/>
            <ac:spMk id="7" creationId="{C3CAA90B-A45A-4D8C-BD66-F0605E48865B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0-13T13:38:01.454" v="1568"/>
        <pc:sldMkLst>
          <pc:docMk/>
          <pc:sldMk cId="2301090063" sldId="1776"/>
        </pc:sldMkLst>
        <pc:spChg chg="del">
          <ac:chgData name="Gellenoncourt, Kevin" userId="83ce2c6d-0bd4-4cd9-955e-dd3efc6a7d5a" providerId="ADAL" clId="{E5B61B99-1DF2-4CA3-B37F-8325FC0CDD62}" dt="2022-10-12T14:40:35.908" v="1011" actId="478"/>
          <ac:spMkLst>
            <pc:docMk/>
            <pc:sldMk cId="2301090063" sldId="1776"/>
            <ac:spMk id="4" creationId="{BCF8B481-45B4-4D85-93D1-A70A7488D8C8}"/>
          </ac:spMkLst>
        </pc:spChg>
        <pc:spChg chg="mod">
          <ac:chgData name="Gellenoncourt, Kevin" userId="83ce2c6d-0bd4-4cd9-955e-dd3efc6a7d5a" providerId="ADAL" clId="{E5B61B99-1DF2-4CA3-B37F-8325FC0CDD62}" dt="2022-09-27T09:03:11.663" v="30" actId="20577"/>
          <ac:spMkLst>
            <pc:docMk/>
            <pc:sldMk cId="2301090063" sldId="1776"/>
            <ac:spMk id="6" creationId="{56340F70-E26D-4AF6-83CC-DF941BF79A84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2301090063" sldId="1776"/>
            <ac:spMk id="12" creationId="{5793F8AE-1A3B-4094-8ACE-411FF751C254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0-13T13:38:01.454" v="1568"/>
        <pc:sldMkLst>
          <pc:docMk/>
          <pc:sldMk cId="1754905874" sldId="1777"/>
        </pc:sldMkLst>
        <pc:spChg chg="del">
          <ac:chgData name="Gellenoncourt, Kevin" userId="83ce2c6d-0bd4-4cd9-955e-dd3efc6a7d5a" providerId="ADAL" clId="{E5B61B99-1DF2-4CA3-B37F-8325FC0CDD62}" dt="2022-10-12T14:40:39.361" v="1013" actId="478"/>
          <ac:spMkLst>
            <pc:docMk/>
            <pc:sldMk cId="1754905874" sldId="1777"/>
            <ac:spMk id="4" creationId="{BCF8B481-45B4-4D85-93D1-A70A7488D8C8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1754905874" sldId="1777"/>
            <ac:spMk id="9" creationId="{D3685D73-BBB3-4C81-9F72-99B425247153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1-23T14:11:00.070" v="2167" actId="20577"/>
        <pc:sldMkLst>
          <pc:docMk/>
          <pc:sldMk cId="2080319407" sldId="1778"/>
        </pc:sldMkLst>
        <pc:spChg chg="mod">
          <ac:chgData name="Gellenoncourt, Kevin" userId="83ce2c6d-0bd4-4cd9-955e-dd3efc6a7d5a" providerId="ADAL" clId="{E5B61B99-1DF2-4CA3-B37F-8325FC0CDD62}" dt="2022-10-26T07:51:52.200" v="1938" actId="20577"/>
          <ac:spMkLst>
            <pc:docMk/>
            <pc:sldMk cId="2080319407" sldId="1778"/>
            <ac:spMk id="3" creationId="{4A307EBA-D204-42A3-978C-26C4DAB2F13E}"/>
          </ac:spMkLst>
        </pc:spChg>
        <pc:spChg chg="del">
          <ac:chgData name="Gellenoncourt, Kevin" userId="83ce2c6d-0bd4-4cd9-955e-dd3efc6a7d5a" providerId="ADAL" clId="{E5B61B99-1DF2-4CA3-B37F-8325FC0CDD62}" dt="2022-10-12T14:40:14.134" v="1001" actId="478"/>
          <ac:spMkLst>
            <pc:docMk/>
            <pc:sldMk cId="2080319407" sldId="1778"/>
            <ac:spMk id="4" creationId="{BCF8B481-45B4-4D85-93D1-A70A7488D8C8}"/>
          </ac:spMkLst>
        </pc:spChg>
        <pc:spChg chg="mod">
          <ac:chgData name="Gellenoncourt, Kevin" userId="83ce2c6d-0bd4-4cd9-955e-dd3efc6a7d5a" providerId="ADAL" clId="{E5B61B99-1DF2-4CA3-B37F-8325FC0CDD62}" dt="2022-11-21T13:07:24.954" v="2143" actId="20577"/>
          <ac:spMkLst>
            <pc:docMk/>
            <pc:sldMk cId="2080319407" sldId="1778"/>
            <ac:spMk id="5" creationId="{AD7E80A8-F725-4AC8-BE39-B56D47B7B196}"/>
          </ac:spMkLst>
        </pc:spChg>
        <pc:spChg chg="mod">
          <ac:chgData name="Gellenoncourt, Kevin" userId="83ce2c6d-0bd4-4cd9-955e-dd3efc6a7d5a" providerId="ADAL" clId="{E5B61B99-1DF2-4CA3-B37F-8325FC0CDD62}" dt="2022-11-23T14:10:54.130" v="2165" actId="20577"/>
          <ac:spMkLst>
            <pc:docMk/>
            <pc:sldMk cId="2080319407" sldId="1778"/>
            <ac:spMk id="10" creationId="{AEC118B1-66A1-C6D7-C363-18DEC188458C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2080319407" sldId="1778"/>
            <ac:spMk id="11" creationId="{675EC0F7-5241-4372-BE3E-E60373F76856}"/>
          </ac:spMkLst>
        </pc:spChg>
        <pc:spChg chg="mod">
          <ac:chgData name="Gellenoncourt, Kevin" userId="83ce2c6d-0bd4-4cd9-955e-dd3efc6a7d5a" providerId="ADAL" clId="{E5B61B99-1DF2-4CA3-B37F-8325FC0CDD62}" dt="2022-11-23T14:11:00.070" v="2167" actId="20577"/>
          <ac:spMkLst>
            <pc:docMk/>
            <pc:sldMk cId="2080319407" sldId="1778"/>
            <ac:spMk id="12" creationId="{5D4F40D2-84EF-49E7-94D5-A4586BD5A497}"/>
          </ac:spMkLst>
        </pc:spChg>
      </pc:sldChg>
      <pc:sldChg chg="modSp mod">
        <pc:chgData name="Gellenoncourt, Kevin" userId="83ce2c6d-0bd4-4cd9-955e-dd3efc6a7d5a" providerId="ADAL" clId="{E5B61B99-1DF2-4CA3-B37F-8325FC0CDD62}" dt="2022-11-07T12:04:36.769" v="2057" actId="20577"/>
        <pc:sldMkLst>
          <pc:docMk/>
          <pc:sldMk cId="1394456481" sldId="1780"/>
        </pc:sldMkLst>
        <pc:spChg chg="mod">
          <ac:chgData name="Gellenoncourt, Kevin" userId="83ce2c6d-0bd4-4cd9-955e-dd3efc6a7d5a" providerId="ADAL" clId="{E5B61B99-1DF2-4CA3-B37F-8325FC0CDD62}" dt="2022-11-07T12:04:36.769" v="2057" actId="20577"/>
          <ac:spMkLst>
            <pc:docMk/>
            <pc:sldMk cId="1394456481" sldId="1780"/>
            <ac:spMk id="7" creationId="{E42BCCB4-5ADC-48EF-AB6B-F068147D8558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0-13T13:38:01.454" v="1568"/>
        <pc:sldMkLst>
          <pc:docMk/>
          <pc:sldMk cId="981786815" sldId="1782"/>
        </pc:sldMkLst>
        <pc:spChg chg="del">
          <ac:chgData name="Gellenoncourt, Kevin" userId="83ce2c6d-0bd4-4cd9-955e-dd3efc6a7d5a" providerId="ADAL" clId="{E5B61B99-1DF2-4CA3-B37F-8325FC0CDD62}" dt="2022-10-12T14:39:53.445" v="991" actId="478"/>
          <ac:spMkLst>
            <pc:docMk/>
            <pc:sldMk cId="981786815" sldId="1782"/>
            <ac:spMk id="12" creationId="{C993A5F8-F574-4098-A7B4-C03BD8ECC30F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981786815" sldId="1782"/>
            <ac:spMk id="74" creationId="{8786F22E-3D03-45CB-AE06-BCFA2D7F9ED2}"/>
          </ac:spMkLst>
        </pc:spChg>
      </pc:sldChg>
      <pc:sldChg chg="addSp delSp modSp mod">
        <pc:chgData name="Gellenoncourt, Kevin" userId="83ce2c6d-0bd4-4cd9-955e-dd3efc6a7d5a" providerId="ADAL" clId="{E5B61B99-1DF2-4CA3-B37F-8325FC0CDD62}" dt="2022-11-23T14:13:32.060" v="2188" actId="1076"/>
        <pc:sldMkLst>
          <pc:docMk/>
          <pc:sldMk cId="2488885257" sldId="1783"/>
        </pc:sldMkLst>
        <pc:spChg chg="add mod">
          <ac:chgData name="Gellenoncourt, Kevin" userId="83ce2c6d-0bd4-4cd9-955e-dd3efc6a7d5a" providerId="ADAL" clId="{E5B61B99-1DF2-4CA3-B37F-8325FC0CDD62}" dt="2022-10-26T07:53:13.384" v="1973" actId="1076"/>
          <ac:spMkLst>
            <pc:docMk/>
            <pc:sldMk cId="2488885257" sldId="1783"/>
            <ac:spMk id="2" creationId="{2DE4EB5F-6745-4C7E-894D-E20DFC03DF98}"/>
          </ac:spMkLst>
        </pc:spChg>
        <pc:spChg chg="mod">
          <ac:chgData name="Gellenoncourt, Kevin" userId="83ce2c6d-0bd4-4cd9-955e-dd3efc6a7d5a" providerId="ADAL" clId="{E5B61B99-1DF2-4CA3-B37F-8325FC0CDD62}" dt="2022-10-26T07:50:52.817" v="1908" actId="20577"/>
          <ac:spMkLst>
            <pc:docMk/>
            <pc:sldMk cId="2488885257" sldId="1783"/>
            <ac:spMk id="7" creationId="{6965AD01-1930-4FD8-A319-92D62E7DEF34}"/>
          </ac:spMkLst>
        </pc:spChg>
        <pc:spChg chg="del">
          <ac:chgData name="Gellenoncourt, Kevin" userId="83ce2c6d-0bd4-4cd9-955e-dd3efc6a7d5a" providerId="ADAL" clId="{E5B61B99-1DF2-4CA3-B37F-8325FC0CDD62}" dt="2022-10-12T14:40:18.714" v="1003" actId="478"/>
          <ac:spMkLst>
            <pc:docMk/>
            <pc:sldMk cId="2488885257" sldId="1783"/>
            <ac:spMk id="12" creationId="{C993A5F8-F574-4098-A7B4-C03BD8ECC30F}"/>
          </ac:spMkLst>
        </pc:spChg>
        <pc:spChg chg="del">
          <ac:chgData name="Gellenoncourt, Kevin" userId="83ce2c6d-0bd4-4cd9-955e-dd3efc6a7d5a" providerId="ADAL" clId="{E5B61B99-1DF2-4CA3-B37F-8325FC0CDD62}" dt="2022-10-26T07:50:33.024" v="1880" actId="478"/>
          <ac:spMkLst>
            <pc:docMk/>
            <pc:sldMk cId="2488885257" sldId="1783"/>
            <ac:spMk id="29" creationId="{B74600F0-ECAE-4108-B4AB-9E1BC3BA46C4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2488885257" sldId="1783"/>
            <ac:spMk id="33" creationId="{E0DA576C-88F1-46BD-9265-FCAA7910904C}"/>
          </ac:spMkLst>
        </pc:spChg>
        <pc:spChg chg="del">
          <ac:chgData name="Gellenoncourt, Kevin" userId="83ce2c6d-0bd4-4cd9-955e-dd3efc6a7d5a" providerId="ADAL" clId="{E5B61B99-1DF2-4CA3-B37F-8325FC0CDD62}" dt="2022-10-26T07:50:56.653" v="1910" actId="478"/>
          <ac:spMkLst>
            <pc:docMk/>
            <pc:sldMk cId="2488885257" sldId="1783"/>
            <ac:spMk id="34" creationId="{890EC83B-A2E0-4C9B-874A-3D66F883C986}"/>
          </ac:spMkLst>
        </pc:spChg>
        <pc:spChg chg="del">
          <ac:chgData name="Gellenoncourt, Kevin" userId="83ce2c6d-0bd4-4cd9-955e-dd3efc6a7d5a" providerId="ADAL" clId="{E5B61B99-1DF2-4CA3-B37F-8325FC0CDD62}" dt="2022-10-26T07:50:57.347" v="1911" actId="478"/>
          <ac:spMkLst>
            <pc:docMk/>
            <pc:sldMk cId="2488885257" sldId="1783"/>
            <ac:spMk id="35" creationId="{CB819888-C270-47F5-83AC-10ACDB96A78B}"/>
          </ac:spMkLst>
        </pc:spChg>
        <pc:spChg chg="mod">
          <ac:chgData name="Gellenoncourt, Kevin" userId="83ce2c6d-0bd4-4cd9-955e-dd3efc6a7d5a" providerId="ADAL" clId="{E5B61B99-1DF2-4CA3-B37F-8325FC0CDD62}" dt="2022-10-26T07:52:49.183" v="1961" actId="14100"/>
          <ac:spMkLst>
            <pc:docMk/>
            <pc:sldMk cId="2488885257" sldId="1783"/>
            <ac:spMk id="36" creationId="{52B67624-72B4-4A4C-BC3E-59EA06A99A75}"/>
          </ac:spMkLst>
        </pc:spChg>
        <pc:spChg chg="mod">
          <ac:chgData name="Gellenoncourt, Kevin" userId="83ce2c6d-0bd4-4cd9-955e-dd3efc6a7d5a" providerId="ADAL" clId="{E5B61B99-1DF2-4CA3-B37F-8325FC0CDD62}" dt="2022-10-26T07:51:37.903" v="1929" actId="1076"/>
          <ac:spMkLst>
            <pc:docMk/>
            <pc:sldMk cId="2488885257" sldId="1783"/>
            <ac:spMk id="37" creationId="{6FA44B60-EA89-4C1D-B026-E4D9FA845A4F}"/>
          </ac:spMkLst>
        </pc:spChg>
        <pc:spChg chg="del">
          <ac:chgData name="Gellenoncourt, Kevin" userId="83ce2c6d-0bd4-4cd9-955e-dd3efc6a7d5a" providerId="ADAL" clId="{E5B61B99-1DF2-4CA3-B37F-8325FC0CDD62}" dt="2022-10-26T07:50:28.331" v="1879" actId="478"/>
          <ac:spMkLst>
            <pc:docMk/>
            <pc:sldMk cId="2488885257" sldId="1783"/>
            <ac:spMk id="39" creationId="{6B5E4943-C096-4301-8019-8E703BF7546D}"/>
          </ac:spMkLst>
        </pc:spChg>
        <pc:spChg chg="del">
          <ac:chgData name="Gellenoncourt, Kevin" userId="83ce2c6d-0bd4-4cd9-955e-dd3efc6a7d5a" providerId="ADAL" clId="{E5B61B99-1DF2-4CA3-B37F-8325FC0CDD62}" dt="2022-10-26T07:52:12.383" v="1949" actId="478"/>
          <ac:spMkLst>
            <pc:docMk/>
            <pc:sldMk cId="2488885257" sldId="1783"/>
            <ac:spMk id="40" creationId="{4EDAAB06-404A-42C6-8662-9AE979B9C67B}"/>
          </ac:spMkLst>
        </pc:spChg>
        <pc:spChg chg="add mod">
          <ac:chgData name="Gellenoncourt, Kevin" userId="83ce2c6d-0bd4-4cd9-955e-dd3efc6a7d5a" providerId="ADAL" clId="{E5B61B99-1DF2-4CA3-B37F-8325FC0CDD62}" dt="2022-10-26T07:51:22.951" v="1924" actId="14100"/>
          <ac:spMkLst>
            <pc:docMk/>
            <pc:sldMk cId="2488885257" sldId="1783"/>
            <ac:spMk id="41" creationId="{7EF7D733-461D-402F-9F36-64971F80CA8D}"/>
          </ac:spMkLst>
        </pc:spChg>
        <pc:spChg chg="add mod">
          <ac:chgData name="Gellenoncourt, Kevin" userId="83ce2c6d-0bd4-4cd9-955e-dd3efc6a7d5a" providerId="ADAL" clId="{E5B61B99-1DF2-4CA3-B37F-8325FC0CDD62}" dt="2022-10-26T07:53:35.797" v="1992" actId="20577"/>
          <ac:spMkLst>
            <pc:docMk/>
            <pc:sldMk cId="2488885257" sldId="1783"/>
            <ac:spMk id="42" creationId="{85781BDB-6427-490D-98F4-4C5F28F1711B}"/>
          </ac:spMkLst>
        </pc:spChg>
        <pc:spChg chg="add mod ord">
          <ac:chgData name="Gellenoncourt, Kevin" userId="83ce2c6d-0bd4-4cd9-955e-dd3efc6a7d5a" providerId="ADAL" clId="{E5B61B99-1DF2-4CA3-B37F-8325FC0CDD62}" dt="2022-11-23T14:13:06.411" v="2175" actId="1076"/>
          <ac:spMkLst>
            <pc:docMk/>
            <pc:sldMk cId="2488885257" sldId="1783"/>
            <ac:spMk id="43" creationId="{BF67DC4D-1B6B-4A8A-97EE-DBB124950AFE}"/>
          </ac:spMkLst>
        </pc:spChg>
        <pc:spChg chg="add mod">
          <ac:chgData name="Gellenoncourt, Kevin" userId="83ce2c6d-0bd4-4cd9-955e-dd3efc6a7d5a" providerId="ADAL" clId="{E5B61B99-1DF2-4CA3-B37F-8325FC0CDD62}" dt="2022-10-26T07:53:17.295" v="1974" actId="1076"/>
          <ac:spMkLst>
            <pc:docMk/>
            <pc:sldMk cId="2488885257" sldId="1783"/>
            <ac:spMk id="44" creationId="{EF6F2B39-972A-4F80-A2C8-1EA37F466B5C}"/>
          </ac:spMkLst>
        </pc:spChg>
        <pc:spChg chg="add mod">
          <ac:chgData name="Gellenoncourt, Kevin" userId="83ce2c6d-0bd4-4cd9-955e-dd3efc6a7d5a" providerId="ADAL" clId="{E5B61B99-1DF2-4CA3-B37F-8325FC0CDD62}" dt="2022-11-23T14:13:03.770" v="2174" actId="14100"/>
          <ac:spMkLst>
            <pc:docMk/>
            <pc:sldMk cId="2488885257" sldId="1783"/>
            <ac:spMk id="45" creationId="{41C111F6-DEF9-4EC5-9811-58CBA98E2851}"/>
          </ac:spMkLst>
        </pc:spChg>
        <pc:spChg chg="add mod">
          <ac:chgData name="Gellenoncourt, Kevin" userId="83ce2c6d-0bd4-4cd9-955e-dd3efc6a7d5a" providerId="ADAL" clId="{E5B61B99-1DF2-4CA3-B37F-8325FC0CDD62}" dt="2022-11-23T14:13:20.163" v="2182" actId="1076"/>
          <ac:spMkLst>
            <pc:docMk/>
            <pc:sldMk cId="2488885257" sldId="1783"/>
            <ac:spMk id="46" creationId="{C5EDD6F8-E61F-4422-8E90-93C8249CD04A}"/>
          </ac:spMkLst>
        </pc:spChg>
        <pc:spChg chg="add mod">
          <ac:chgData name="Gellenoncourt, Kevin" userId="83ce2c6d-0bd4-4cd9-955e-dd3efc6a7d5a" providerId="ADAL" clId="{E5B61B99-1DF2-4CA3-B37F-8325FC0CDD62}" dt="2022-11-23T14:13:13.219" v="2179" actId="1076"/>
          <ac:spMkLst>
            <pc:docMk/>
            <pc:sldMk cId="2488885257" sldId="1783"/>
            <ac:spMk id="47" creationId="{C40CBECC-2999-4A39-8ADD-A65297FBDC38}"/>
          </ac:spMkLst>
        </pc:spChg>
        <pc:spChg chg="add mod">
          <ac:chgData name="Gellenoncourt, Kevin" userId="83ce2c6d-0bd4-4cd9-955e-dd3efc6a7d5a" providerId="ADAL" clId="{E5B61B99-1DF2-4CA3-B37F-8325FC0CDD62}" dt="2022-11-23T14:13:17.996" v="2181" actId="1076"/>
          <ac:spMkLst>
            <pc:docMk/>
            <pc:sldMk cId="2488885257" sldId="1783"/>
            <ac:spMk id="49" creationId="{E8CBEAF2-B426-48C1-91FB-22BD35A46F8B}"/>
          </ac:spMkLst>
        </pc:spChg>
        <pc:spChg chg="add mod">
          <ac:chgData name="Gellenoncourt, Kevin" userId="83ce2c6d-0bd4-4cd9-955e-dd3efc6a7d5a" providerId="ADAL" clId="{E5B61B99-1DF2-4CA3-B37F-8325FC0CDD62}" dt="2022-11-23T14:13:27.962" v="2186" actId="14100"/>
          <ac:spMkLst>
            <pc:docMk/>
            <pc:sldMk cId="2488885257" sldId="1783"/>
            <ac:spMk id="50" creationId="{EC51D518-EA03-4A07-8148-BE52CBB75CA4}"/>
          </ac:spMkLst>
        </pc:spChg>
        <pc:spChg chg="add mod">
          <ac:chgData name="Gellenoncourt, Kevin" userId="83ce2c6d-0bd4-4cd9-955e-dd3efc6a7d5a" providerId="ADAL" clId="{E5B61B99-1DF2-4CA3-B37F-8325FC0CDD62}" dt="2022-11-23T14:13:24.018" v="2184" actId="1076"/>
          <ac:spMkLst>
            <pc:docMk/>
            <pc:sldMk cId="2488885257" sldId="1783"/>
            <ac:spMk id="51" creationId="{9C1633F2-B3ED-4D40-9731-82412992001F}"/>
          </ac:spMkLst>
        </pc:spChg>
        <pc:spChg chg="add mod">
          <ac:chgData name="Gellenoncourt, Kevin" userId="83ce2c6d-0bd4-4cd9-955e-dd3efc6a7d5a" providerId="ADAL" clId="{E5B61B99-1DF2-4CA3-B37F-8325FC0CDD62}" dt="2022-11-23T14:13:21.869" v="2183" actId="1076"/>
          <ac:spMkLst>
            <pc:docMk/>
            <pc:sldMk cId="2488885257" sldId="1783"/>
            <ac:spMk id="52" creationId="{B88F5C71-3325-412B-945A-441D118B8A16}"/>
          </ac:spMkLst>
        </pc:spChg>
        <pc:spChg chg="add mod">
          <ac:chgData name="Gellenoncourt, Kevin" userId="83ce2c6d-0bd4-4cd9-955e-dd3efc6a7d5a" providerId="ADAL" clId="{E5B61B99-1DF2-4CA3-B37F-8325FC0CDD62}" dt="2022-11-23T14:13:32.060" v="2188" actId="1076"/>
          <ac:spMkLst>
            <pc:docMk/>
            <pc:sldMk cId="2488885257" sldId="1783"/>
            <ac:spMk id="53" creationId="{7F9C9618-1D6B-4B74-B9A5-62317972B116}"/>
          </ac:spMkLst>
        </pc:spChg>
        <pc:spChg chg="del">
          <ac:chgData name="Gellenoncourt, Kevin" userId="83ce2c6d-0bd4-4cd9-955e-dd3efc6a7d5a" providerId="ADAL" clId="{E5B61B99-1DF2-4CA3-B37F-8325FC0CDD62}" dt="2022-10-26T07:52:12.383" v="1949" actId="478"/>
          <ac:spMkLst>
            <pc:docMk/>
            <pc:sldMk cId="2488885257" sldId="1783"/>
            <ac:spMk id="54" creationId="{0FF15386-AA03-4343-9360-990938A3F3BE}"/>
          </ac:spMkLst>
        </pc:spChg>
        <pc:spChg chg="del">
          <ac:chgData name="Gellenoncourt, Kevin" userId="83ce2c6d-0bd4-4cd9-955e-dd3efc6a7d5a" providerId="ADAL" clId="{E5B61B99-1DF2-4CA3-B37F-8325FC0CDD62}" dt="2022-10-26T07:50:33.024" v="1880" actId="478"/>
          <ac:spMkLst>
            <pc:docMk/>
            <pc:sldMk cId="2488885257" sldId="1783"/>
            <ac:spMk id="55" creationId="{117F663D-AD3C-48B2-B5B7-C325D34BB331}"/>
          </ac:spMkLst>
        </pc:spChg>
        <pc:spChg chg="add mod">
          <ac:chgData name="Gellenoncourt, Kevin" userId="83ce2c6d-0bd4-4cd9-955e-dd3efc6a7d5a" providerId="ADAL" clId="{E5B61B99-1DF2-4CA3-B37F-8325FC0CDD62}" dt="2022-11-23T14:13:30.170" v="2187" actId="1076"/>
          <ac:spMkLst>
            <pc:docMk/>
            <pc:sldMk cId="2488885257" sldId="1783"/>
            <ac:spMk id="56" creationId="{6E5D3643-670E-42A4-8E9B-2ABCF52CD5AA}"/>
          </ac:spMkLst>
        </pc:spChg>
        <pc:spChg chg="add mod">
          <ac:chgData name="Gellenoncourt, Kevin" userId="83ce2c6d-0bd4-4cd9-955e-dd3efc6a7d5a" providerId="ADAL" clId="{E5B61B99-1DF2-4CA3-B37F-8325FC0CDD62}" dt="2022-10-26T07:55:48.313" v="2046" actId="1076"/>
          <ac:spMkLst>
            <pc:docMk/>
            <pc:sldMk cId="2488885257" sldId="1783"/>
            <ac:spMk id="57" creationId="{77FC5DE4-EA52-4BB0-926F-7F27C10CEFFC}"/>
          </ac:spMkLst>
        </pc:spChg>
        <pc:spChg chg="del">
          <ac:chgData name="Gellenoncourt, Kevin" userId="83ce2c6d-0bd4-4cd9-955e-dd3efc6a7d5a" providerId="ADAL" clId="{E5B61B99-1DF2-4CA3-B37F-8325FC0CDD62}" dt="2022-10-26T07:50:41.130" v="1884" actId="478"/>
          <ac:spMkLst>
            <pc:docMk/>
            <pc:sldMk cId="2488885257" sldId="1783"/>
            <ac:spMk id="58" creationId="{64A27AEB-C95A-48E1-8975-2FCAD04EA703}"/>
          </ac:spMkLst>
        </pc:spChg>
        <pc:spChg chg="del">
          <ac:chgData name="Gellenoncourt, Kevin" userId="83ce2c6d-0bd4-4cd9-955e-dd3efc6a7d5a" providerId="ADAL" clId="{E5B61B99-1DF2-4CA3-B37F-8325FC0CDD62}" dt="2022-10-26T07:50:33.024" v="1880" actId="478"/>
          <ac:spMkLst>
            <pc:docMk/>
            <pc:sldMk cId="2488885257" sldId="1783"/>
            <ac:spMk id="60" creationId="{19FB4332-7324-44F0-ADC0-F490D3E0604C}"/>
          </ac:spMkLst>
        </pc:spChg>
        <pc:spChg chg="del">
          <ac:chgData name="Gellenoncourt, Kevin" userId="83ce2c6d-0bd4-4cd9-955e-dd3efc6a7d5a" providerId="ADAL" clId="{E5B61B99-1DF2-4CA3-B37F-8325FC0CDD62}" dt="2022-10-26T07:50:33.024" v="1880" actId="478"/>
          <ac:spMkLst>
            <pc:docMk/>
            <pc:sldMk cId="2488885257" sldId="1783"/>
            <ac:spMk id="61" creationId="{2172997C-D36A-4FA4-A805-2D4E6042FC0C}"/>
          </ac:spMkLst>
        </pc:spChg>
        <pc:spChg chg="mod ord">
          <ac:chgData name="Gellenoncourt, Kevin" userId="83ce2c6d-0bd4-4cd9-955e-dd3efc6a7d5a" providerId="ADAL" clId="{E5B61B99-1DF2-4CA3-B37F-8325FC0CDD62}" dt="2022-10-26T07:55:43.977" v="2044" actId="167"/>
          <ac:spMkLst>
            <pc:docMk/>
            <pc:sldMk cId="2488885257" sldId="1783"/>
            <ac:spMk id="62" creationId="{A4EE5134-E364-40F1-8B20-F47B07A3A9AE}"/>
          </ac:spMkLst>
        </pc:spChg>
        <pc:spChg chg="del">
          <ac:chgData name="Gellenoncourt, Kevin" userId="83ce2c6d-0bd4-4cd9-955e-dd3efc6a7d5a" providerId="ADAL" clId="{E5B61B99-1DF2-4CA3-B37F-8325FC0CDD62}" dt="2022-10-26T07:50:33.024" v="1880" actId="478"/>
          <ac:spMkLst>
            <pc:docMk/>
            <pc:sldMk cId="2488885257" sldId="1783"/>
            <ac:spMk id="64" creationId="{F5CFEAB5-B27D-428A-B8AC-251E81E60263}"/>
          </ac:spMkLst>
        </pc:spChg>
        <pc:spChg chg="del">
          <ac:chgData name="Gellenoncourt, Kevin" userId="83ce2c6d-0bd4-4cd9-955e-dd3efc6a7d5a" providerId="ADAL" clId="{E5B61B99-1DF2-4CA3-B37F-8325FC0CDD62}" dt="2022-10-26T07:50:34.216" v="1881" actId="478"/>
          <ac:spMkLst>
            <pc:docMk/>
            <pc:sldMk cId="2488885257" sldId="1783"/>
            <ac:spMk id="65" creationId="{0EABF467-4A7E-4B5F-BD50-4FF814A9F768}"/>
          </ac:spMkLst>
        </pc:spChg>
        <pc:spChg chg="del">
          <ac:chgData name="Gellenoncourt, Kevin" userId="83ce2c6d-0bd4-4cd9-955e-dd3efc6a7d5a" providerId="ADAL" clId="{E5B61B99-1DF2-4CA3-B37F-8325FC0CDD62}" dt="2022-10-26T07:50:33.024" v="1880" actId="478"/>
          <ac:spMkLst>
            <pc:docMk/>
            <pc:sldMk cId="2488885257" sldId="1783"/>
            <ac:spMk id="66" creationId="{909051FE-0C8C-4DBB-8141-E2E30A504462}"/>
          </ac:spMkLst>
        </pc:spChg>
        <pc:spChg chg="del">
          <ac:chgData name="Gellenoncourt, Kevin" userId="83ce2c6d-0bd4-4cd9-955e-dd3efc6a7d5a" providerId="ADAL" clId="{E5B61B99-1DF2-4CA3-B37F-8325FC0CDD62}" dt="2022-10-26T07:50:33.024" v="1880" actId="478"/>
          <ac:spMkLst>
            <pc:docMk/>
            <pc:sldMk cId="2488885257" sldId="1783"/>
            <ac:spMk id="71" creationId="{0AC47570-F293-4804-8AF8-0F0E5CC46EA1}"/>
          </ac:spMkLst>
        </pc:spChg>
        <pc:spChg chg="del mod">
          <ac:chgData name="Gellenoncourt, Kevin" userId="83ce2c6d-0bd4-4cd9-955e-dd3efc6a7d5a" providerId="ADAL" clId="{E5B61B99-1DF2-4CA3-B37F-8325FC0CDD62}" dt="2022-10-26T07:50:44.608" v="1888" actId="478"/>
          <ac:spMkLst>
            <pc:docMk/>
            <pc:sldMk cId="2488885257" sldId="1783"/>
            <ac:spMk id="76" creationId="{C4F0F135-E34F-4C63-BC00-E2C517E82DE6}"/>
          </ac:spMkLst>
        </pc:spChg>
        <pc:spChg chg="del">
          <ac:chgData name="Gellenoncourt, Kevin" userId="83ce2c6d-0bd4-4cd9-955e-dd3efc6a7d5a" providerId="ADAL" clId="{E5B61B99-1DF2-4CA3-B37F-8325FC0CDD62}" dt="2022-10-26T07:50:55.752" v="1909" actId="478"/>
          <ac:spMkLst>
            <pc:docMk/>
            <pc:sldMk cId="2488885257" sldId="1783"/>
            <ac:spMk id="80" creationId="{407D7256-BC7B-4BF1-874F-66FA5B364512}"/>
          </ac:spMkLst>
        </pc:spChg>
        <pc:spChg chg="mod">
          <ac:chgData name="Gellenoncourt, Kevin" userId="83ce2c6d-0bd4-4cd9-955e-dd3efc6a7d5a" providerId="ADAL" clId="{E5B61B99-1DF2-4CA3-B37F-8325FC0CDD62}" dt="2022-10-26T07:51:56.467" v="1942" actId="20577"/>
          <ac:spMkLst>
            <pc:docMk/>
            <pc:sldMk cId="2488885257" sldId="1783"/>
            <ac:spMk id="83" creationId="{DBC00441-79CC-F49A-6D78-B45BBF8238FF}"/>
          </ac:spMkLst>
        </pc:spChg>
        <pc:spChg chg="del">
          <ac:chgData name="Gellenoncourt, Kevin" userId="83ce2c6d-0bd4-4cd9-955e-dd3efc6a7d5a" providerId="ADAL" clId="{E5B61B99-1DF2-4CA3-B37F-8325FC0CDD62}" dt="2022-10-26T07:50:33.024" v="1880" actId="478"/>
          <ac:spMkLst>
            <pc:docMk/>
            <pc:sldMk cId="2488885257" sldId="1783"/>
            <ac:spMk id="92" creationId="{B9EB4296-AA0B-4A54-BDC1-206A62BFEA5B}"/>
          </ac:spMkLst>
        </pc:spChg>
        <pc:spChg chg="del">
          <ac:chgData name="Gellenoncourt, Kevin" userId="83ce2c6d-0bd4-4cd9-955e-dd3efc6a7d5a" providerId="ADAL" clId="{E5B61B99-1DF2-4CA3-B37F-8325FC0CDD62}" dt="2022-10-26T07:50:41.831" v="1885" actId="478"/>
          <ac:spMkLst>
            <pc:docMk/>
            <pc:sldMk cId="2488885257" sldId="1783"/>
            <ac:spMk id="99" creationId="{6699A0E2-F3D2-4CA6-90F9-920CF1705393}"/>
          </ac:spMkLst>
        </pc:spChg>
        <pc:spChg chg="del">
          <ac:chgData name="Gellenoncourt, Kevin" userId="83ce2c6d-0bd4-4cd9-955e-dd3efc6a7d5a" providerId="ADAL" clId="{E5B61B99-1DF2-4CA3-B37F-8325FC0CDD62}" dt="2022-10-26T07:50:42.687" v="1886" actId="478"/>
          <ac:spMkLst>
            <pc:docMk/>
            <pc:sldMk cId="2488885257" sldId="1783"/>
            <ac:spMk id="116" creationId="{DC5803D0-5103-4E9D-8BF9-F1681C190CEA}"/>
          </ac:spMkLst>
        </pc:spChg>
        <pc:cxnChg chg="del mod">
          <ac:chgData name="Gellenoncourt, Kevin" userId="83ce2c6d-0bd4-4cd9-955e-dd3efc6a7d5a" providerId="ADAL" clId="{E5B61B99-1DF2-4CA3-B37F-8325FC0CDD62}" dt="2022-10-26T07:50:35.100" v="1882" actId="478"/>
          <ac:cxnSpMkLst>
            <pc:docMk/>
            <pc:sldMk cId="2488885257" sldId="1783"/>
            <ac:cxnSpMk id="48" creationId="{059BDF96-D503-4852-811C-B15BEBDA8A76}"/>
          </ac:cxnSpMkLst>
        </pc:cxnChg>
      </pc:sldChg>
      <pc:sldChg chg="addSp delSp modSp mod">
        <pc:chgData name="Gellenoncourt, Kevin" userId="83ce2c6d-0bd4-4cd9-955e-dd3efc6a7d5a" providerId="ADAL" clId="{E5B61B99-1DF2-4CA3-B37F-8325FC0CDD62}" dt="2022-11-15T16:18:49.340" v="2081" actId="20577"/>
        <pc:sldMkLst>
          <pc:docMk/>
          <pc:sldMk cId="3275780239" sldId="1784"/>
        </pc:sldMkLst>
        <pc:spChg chg="del mod">
          <ac:chgData name="Gellenoncourt, Kevin" userId="83ce2c6d-0bd4-4cd9-955e-dd3efc6a7d5a" providerId="ADAL" clId="{E5B61B99-1DF2-4CA3-B37F-8325FC0CDD62}" dt="2022-10-26T07:31:16.694" v="1663" actId="478"/>
          <ac:spMkLst>
            <pc:docMk/>
            <pc:sldMk cId="3275780239" sldId="1784"/>
            <ac:spMk id="2" creationId="{C28A5E37-C1A5-49E7-B0E1-5E41B5D04CF8}"/>
          </ac:spMkLst>
        </pc:spChg>
        <pc:spChg chg="del">
          <ac:chgData name="Gellenoncourt, Kevin" userId="83ce2c6d-0bd4-4cd9-955e-dd3efc6a7d5a" providerId="ADAL" clId="{E5B61B99-1DF2-4CA3-B37F-8325FC0CDD62}" dt="2022-10-12T14:40:31.466" v="1009" actId="478"/>
          <ac:spMkLst>
            <pc:docMk/>
            <pc:sldMk cId="3275780239" sldId="1784"/>
            <ac:spMk id="12" creationId="{C993A5F8-F574-4098-A7B4-C03BD8ECC30F}"/>
          </ac:spMkLst>
        </pc:spChg>
        <pc:spChg chg="mod">
          <ac:chgData name="Gellenoncourt, Kevin" userId="83ce2c6d-0bd4-4cd9-955e-dd3efc6a7d5a" providerId="ADAL" clId="{E5B61B99-1DF2-4CA3-B37F-8325FC0CDD62}" dt="2022-11-15T16:18:42.586" v="2080" actId="20577"/>
          <ac:spMkLst>
            <pc:docMk/>
            <pc:sldMk cId="3275780239" sldId="1784"/>
            <ac:spMk id="40" creationId="{4EDAAB06-404A-42C6-8662-9AE979B9C67B}"/>
          </ac:spMkLst>
        </pc:spChg>
        <pc:spChg chg="mod">
          <ac:chgData name="Gellenoncourt, Kevin" userId="83ce2c6d-0bd4-4cd9-955e-dd3efc6a7d5a" providerId="ADAL" clId="{E5B61B99-1DF2-4CA3-B37F-8325FC0CDD62}" dt="2022-11-15T16:18:49.340" v="2081" actId="20577"/>
          <ac:spMkLst>
            <pc:docMk/>
            <pc:sldMk cId="3275780239" sldId="1784"/>
            <ac:spMk id="41" creationId="{A92A730F-B03B-4EA7-8051-C10A2DD635A9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3275780239" sldId="1784"/>
            <ac:spMk id="56" creationId="{BACB486D-DC7C-446F-95E6-644EFA18C053}"/>
          </ac:spMkLst>
        </pc:spChg>
        <pc:spChg chg="add del">
          <ac:chgData name="Gellenoncourt, Kevin" userId="83ce2c6d-0bd4-4cd9-955e-dd3efc6a7d5a" providerId="ADAL" clId="{E5B61B99-1DF2-4CA3-B37F-8325FC0CDD62}" dt="2022-10-26T07:31:45.742" v="1672" actId="478"/>
          <ac:spMkLst>
            <pc:docMk/>
            <pc:sldMk cId="3275780239" sldId="1784"/>
            <ac:spMk id="77" creationId="{67C4A7EC-49F2-496A-9BF6-3E7085D19839}"/>
          </ac:spMkLst>
        </pc:spChg>
        <pc:cxnChg chg="mod">
          <ac:chgData name="Gellenoncourt, Kevin" userId="83ce2c6d-0bd4-4cd9-955e-dd3efc6a7d5a" providerId="ADAL" clId="{E5B61B99-1DF2-4CA3-B37F-8325FC0CDD62}" dt="2022-10-26T07:30:45.465" v="1658" actId="108"/>
          <ac:cxnSpMkLst>
            <pc:docMk/>
            <pc:sldMk cId="3275780239" sldId="1784"/>
            <ac:cxnSpMk id="45" creationId="{2F0B8CF2-C10C-4286-9AE7-EACD0A41CF22}"/>
          </ac:cxnSpMkLst>
        </pc:cxnChg>
        <pc:cxnChg chg="mod">
          <ac:chgData name="Gellenoncourt, Kevin" userId="83ce2c6d-0bd4-4cd9-955e-dd3efc6a7d5a" providerId="ADAL" clId="{E5B61B99-1DF2-4CA3-B37F-8325FC0CDD62}" dt="2022-10-26T07:30:42.332" v="1657" actId="108"/>
          <ac:cxnSpMkLst>
            <pc:docMk/>
            <pc:sldMk cId="3275780239" sldId="1784"/>
            <ac:cxnSpMk id="48" creationId="{059BDF96-D503-4852-811C-B15BEBDA8A76}"/>
          </ac:cxnSpMkLst>
        </pc:cxnChg>
        <pc:cxnChg chg="mod">
          <ac:chgData name="Gellenoncourt, Kevin" userId="83ce2c6d-0bd4-4cd9-955e-dd3efc6a7d5a" providerId="ADAL" clId="{E5B61B99-1DF2-4CA3-B37F-8325FC0CDD62}" dt="2022-10-26T07:30:56.640" v="1661" actId="108"/>
          <ac:cxnSpMkLst>
            <pc:docMk/>
            <pc:sldMk cId="3275780239" sldId="1784"/>
            <ac:cxnSpMk id="52" creationId="{72F08F23-27BF-4E87-8014-4FCF1CCB880B}"/>
          </ac:cxnSpMkLst>
        </pc:cxnChg>
        <pc:cxnChg chg="add mod">
          <ac:chgData name="Gellenoncourt, Kevin" userId="83ce2c6d-0bd4-4cd9-955e-dd3efc6a7d5a" providerId="ADAL" clId="{E5B61B99-1DF2-4CA3-B37F-8325FC0CDD62}" dt="2022-10-26T07:31:21.900" v="1665" actId="14100"/>
          <ac:cxnSpMkLst>
            <pc:docMk/>
            <pc:sldMk cId="3275780239" sldId="1784"/>
            <ac:cxnSpMk id="57" creationId="{8D53B07B-C5BD-4063-9FB7-8EF0D77BC1C2}"/>
          </ac:cxnSpMkLst>
        </pc:cxnChg>
        <pc:cxnChg chg="add del mod">
          <ac:chgData name="Gellenoncourt, Kevin" userId="83ce2c6d-0bd4-4cd9-955e-dd3efc6a7d5a" providerId="ADAL" clId="{E5B61B99-1DF2-4CA3-B37F-8325FC0CDD62}" dt="2022-10-26T07:31:48.395" v="1673" actId="478"/>
          <ac:cxnSpMkLst>
            <pc:docMk/>
            <pc:sldMk cId="3275780239" sldId="1784"/>
            <ac:cxnSpMk id="60" creationId="{18EAC042-6265-4391-B40C-9D208D58A49B}"/>
          </ac:cxnSpMkLst>
        </pc:cxnChg>
      </pc:sldChg>
      <pc:sldChg chg="addSp delSp modSp add mod ord">
        <pc:chgData name="Gellenoncourt, Kevin" userId="83ce2c6d-0bd4-4cd9-955e-dd3efc6a7d5a" providerId="ADAL" clId="{E5B61B99-1DF2-4CA3-B37F-8325FC0CDD62}" dt="2022-11-15T16:22:42.296" v="2118" actId="14100"/>
        <pc:sldMkLst>
          <pc:docMk/>
          <pc:sldMk cId="2214954604" sldId="1785"/>
        </pc:sldMkLst>
        <pc:spChg chg="del mod">
          <ac:chgData name="Gellenoncourt, Kevin" userId="83ce2c6d-0bd4-4cd9-955e-dd3efc6a7d5a" providerId="ADAL" clId="{E5B61B99-1DF2-4CA3-B37F-8325FC0CDD62}" dt="2022-10-12T13:35:11.501" v="449" actId="478"/>
          <ac:spMkLst>
            <pc:docMk/>
            <pc:sldMk cId="2214954604" sldId="1785"/>
            <ac:spMk id="2" creationId="{C28A5E37-C1A5-49E7-B0E1-5E41B5D04CF8}"/>
          </ac:spMkLst>
        </pc:spChg>
        <pc:spChg chg="mod">
          <ac:chgData name="Gellenoncourt, Kevin" userId="83ce2c6d-0bd4-4cd9-955e-dd3efc6a7d5a" providerId="ADAL" clId="{E5B61B99-1DF2-4CA3-B37F-8325FC0CDD62}" dt="2022-10-12T13:37:16.698" v="493" actId="20577"/>
          <ac:spMkLst>
            <pc:docMk/>
            <pc:sldMk cId="2214954604" sldId="1785"/>
            <ac:spMk id="7" creationId="{6965AD01-1930-4FD8-A319-92D62E7DEF34}"/>
          </ac:spMkLst>
        </pc:spChg>
        <pc:spChg chg="mod">
          <ac:chgData name="Gellenoncourt, Kevin" userId="83ce2c6d-0bd4-4cd9-955e-dd3efc6a7d5a" providerId="ADAL" clId="{E5B61B99-1DF2-4CA3-B37F-8325FC0CDD62}" dt="2022-11-15T16:20:43.138" v="2095" actId="14100"/>
          <ac:spMkLst>
            <pc:docMk/>
            <pc:sldMk cId="2214954604" sldId="1785"/>
            <ac:spMk id="9" creationId="{24B89FAE-6F0D-4926-840B-BB40321956D2}"/>
          </ac:spMkLst>
        </pc:spChg>
        <pc:spChg chg="del">
          <ac:chgData name="Gellenoncourt, Kevin" userId="83ce2c6d-0bd4-4cd9-955e-dd3efc6a7d5a" providerId="ADAL" clId="{E5B61B99-1DF2-4CA3-B37F-8325FC0CDD62}" dt="2022-10-12T14:40:23.418" v="1005" actId="478"/>
          <ac:spMkLst>
            <pc:docMk/>
            <pc:sldMk cId="2214954604" sldId="1785"/>
            <ac:spMk id="12" creationId="{C993A5F8-F574-4098-A7B4-C03BD8ECC30F}"/>
          </ac:spMkLst>
        </pc:spChg>
        <pc:spChg chg="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29" creationId="{B74600F0-ECAE-4108-B4AB-9E1BC3BA46C4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2214954604" sldId="1785"/>
            <ac:spMk id="30" creationId="{1740B9E4-C20F-4EF2-8E1F-3D4B2F7FE22B}"/>
          </ac:spMkLst>
        </pc:spChg>
        <pc:spChg chg="add mod">
          <ac:chgData name="Gellenoncourt, Kevin" userId="83ce2c6d-0bd4-4cd9-955e-dd3efc6a7d5a" providerId="ADAL" clId="{E5B61B99-1DF2-4CA3-B37F-8325FC0CDD62}" dt="2022-10-12T14:54:04.110" v="1133" actId="1076"/>
          <ac:spMkLst>
            <pc:docMk/>
            <pc:sldMk cId="2214954604" sldId="1785"/>
            <ac:spMk id="31" creationId="{EF3FFA45-EEBD-42C5-B3F2-CD3D3DF3BBDB}"/>
          </ac:spMkLst>
        </pc:spChg>
        <pc:spChg chg="add mod">
          <ac:chgData name="Gellenoncourt, Kevin" userId="83ce2c6d-0bd4-4cd9-955e-dd3efc6a7d5a" providerId="ADAL" clId="{E5B61B99-1DF2-4CA3-B37F-8325FC0CDD62}" dt="2022-10-26T07:35:53.753" v="1724" actId="14100"/>
          <ac:spMkLst>
            <pc:docMk/>
            <pc:sldMk cId="2214954604" sldId="1785"/>
            <ac:spMk id="33" creationId="{A5E6FCD5-60EC-4C08-A364-210B7C339DA4}"/>
          </ac:spMkLst>
        </pc:spChg>
        <pc:spChg chg="mod">
          <ac:chgData name="Gellenoncourt, Kevin" userId="83ce2c6d-0bd4-4cd9-955e-dd3efc6a7d5a" providerId="ADAL" clId="{E5B61B99-1DF2-4CA3-B37F-8325FC0CDD62}" dt="2022-11-15T16:22:07.409" v="2108" actId="1076"/>
          <ac:spMkLst>
            <pc:docMk/>
            <pc:sldMk cId="2214954604" sldId="1785"/>
            <ac:spMk id="34" creationId="{890EC83B-A2E0-4C9B-874A-3D66F883C986}"/>
          </ac:spMkLst>
        </pc:spChg>
        <pc:spChg chg="mod">
          <ac:chgData name="Gellenoncourt, Kevin" userId="83ce2c6d-0bd4-4cd9-955e-dd3efc6a7d5a" providerId="ADAL" clId="{E5B61B99-1DF2-4CA3-B37F-8325FC0CDD62}" dt="2022-11-15T16:22:07.409" v="2108" actId="1076"/>
          <ac:spMkLst>
            <pc:docMk/>
            <pc:sldMk cId="2214954604" sldId="1785"/>
            <ac:spMk id="35" creationId="{CB819888-C270-47F5-83AC-10ACDB96A78B}"/>
          </ac:spMkLst>
        </pc:spChg>
        <pc:spChg chg="del mod ord">
          <ac:chgData name="Gellenoncourt, Kevin" userId="83ce2c6d-0bd4-4cd9-955e-dd3efc6a7d5a" providerId="ADAL" clId="{E5B61B99-1DF2-4CA3-B37F-8325FC0CDD62}" dt="2022-11-15T16:20:04.234" v="2085" actId="478"/>
          <ac:spMkLst>
            <pc:docMk/>
            <pc:sldMk cId="2214954604" sldId="1785"/>
            <ac:spMk id="36" creationId="{52B67624-72B4-4A4C-BC3E-59EA06A99A75}"/>
          </ac:spMkLst>
        </pc:spChg>
        <pc:spChg chg="mod ord">
          <ac:chgData name="Gellenoncourt, Kevin" userId="83ce2c6d-0bd4-4cd9-955e-dd3efc6a7d5a" providerId="ADAL" clId="{E5B61B99-1DF2-4CA3-B37F-8325FC0CDD62}" dt="2022-11-15T16:22:28.689" v="2114" actId="14100"/>
          <ac:spMkLst>
            <pc:docMk/>
            <pc:sldMk cId="2214954604" sldId="1785"/>
            <ac:spMk id="37" creationId="{6FA44B60-EA89-4C1D-B026-E4D9FA845A4F}"/>
          </ac:spMkLst>
        </pc:spChg>
        <pc:spChg chg="mod ord">
          <ac:chgData name="Gellenoncourt, Kevin" userId="83ce2c6d-0bd4-4cd9-955e-dd3efc6a7d5a" providerId="ADAL" clId="{E5B61B99-1DF2-4CA3-B37F-8325FC0CDD62}" dt="2022-11-15T16:22:07.409" v="2108" actId="1076"/>
          <ac:spMkLst>
            <pc:docMk/>
            <pc:sldMk cId="2214954604" sldId="1785"/>
            <ac:spMk id="38" creationId="{EBECEC30-BE96-4748-8618-BC06AD06D03F}"/>
          </ac:spMkLst>
        </pc:spChg>
        <pc:spChg chg="mod ord">
          <ac:chgData name="Gellenoncourt, Kevin" userId="83ce2c6d-0bd4-4cd9-955e-dd3efc6a7d5a" providerId="ADAL" clId="{E5B61B99-1DF2-4CA3-B37F-8325FC0CDD62}" dt="2022-11-15T16:21:37.592" v="2105" actId="14100"/>
          <ac:spMkLst>
            <pc:docMk/>
            <pc:sldMk cId="2214954604" sldId="1785"/>
            <ac:spMk id="39" creationId="{6B5E4943-C096-4301-8019-8E703BF7546D}"/>
          </ac:spMkLst>
        </pc:spChg>
        <pc:spChg chg="mod">
          <ac:chgData name="Gellenoncourt, Kevin" userId="83ce2c6d-0bd4-4cd9-955e-dd3efc6a7d5a" providerId="ADAL" clId="{E5B61B99-1DF2-4CA3-B37F-8325FC0CDD62}" dt="2022-11-15T16:21:35.233" v="2104" actId="14100"/>
          <ac:spMkLst>
            <pc:docMk/>
            <pc:sldMk cId="2214954604" sldId="1785"/>
            <ac:spMk id="40" creationId="{4EDAAB06-404A-42C6-8662-9AE979B9C67B}"/>
          </ac:spMkLst>
        </pc:spChg>
        <pc:spChg chg="add mod">
          <ac:chgData name="Gellenoncourt, Kevin" userId="83ce2c6d-0bd4-4cd9-955e-dd3efc6a7d5a" providerId="ADAL" clId="{E5B61B99-1DF2-4CA3-B37F-8325FC0CDD62}" dt="2022-11-15T16:22:07.409" v="2108" actId="1076"/>
          <ac:spMkLst>
            <pc:docMk/>
            <pc:sldMk cId="2214954604" sldId="1785"/>
            <ac:spMk id="41" creationId="{9053148A-0D45-42C9-A5E2-D7038151996F}"/>
          </ac:spMkLst>
        </pc:spChg>
        <pc:spChg chg="del">
          <ac:chgData name="Gellenoncourt, Kevin" userId="83ce2c6d-0bd4-4cd9-955e-dd3efc6a7d5a" providerId="ADAL" clId="{E5B61B99-1DF2-4CA3-B37F-8325FC0CDD62}" dt="2022-10-12T13:19:55.691" v="46" actId="478"/>
          <ac:spMkLst>
            <pc:docMk/>
            <pc:sldMk cId="2214954604" sldId="1785"/>
            <ac:spMk id="41" creationId="{A92A730F-B03B-4EA7-8051-C10A2DD635A9}"/>
          </ac:spMkLst>
        </pc:spChg>
        <pc:spChg chg="add mod">
          <ac:chgData name="Gellenoncourt, Kevin" userId="83ce2c6d-0bd4-4cd9-955e-dd3efc6a7d5a" providerId="ADAL" clId="{E5B61B99-1DF2-4CA3-B37F-8325FC0CDD62}" dt="2022-11-15T16:22:07.409" v="2108" actId="1076"/>
          <ac:spMkLst>
            <pc:docMk/>
            <pc:sldMk cId="2214954604" sldId="1785"/>
            <ac:spMk id="42" creationId="{A8987A6E-E658-4ABD-B885-B740F9A93A5B}"/>
          </ac:spMkLst>
        </pc:spChg>
        <pc:spChg chg="add mod ord">
          <ac:chgData name="Gellenoncourt, Kevin" userId="83ce2c6d-0bd4-4cd9-955e-dd3efc6a7d5a" providerId="ADAL" clId="{E5B61B99-1DF2-4CA3-B37F-8325FC0CDD62}" dt="2022-11-15T16:22:07.409" v="2108" actId="1076"/>
          <ac:spMkLst>
            <pc:docMk/>
            <pc:sldMk cId="2214954604" sldId="1785"/>
            <ac:spMk id="43" creationId="{5E7251B2-59EF-4E63-978D-31B6E78DD38E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44" creationId="{7D1C4766-69C8-4596-8027-EC3768EF3480}"/>
          </ac:spMkLst>
        </pc:spChg>
        <pc:spChg chg="del mod">
          <ac:chgData name="Gellenoncourt, Kevin" userId="83ce2c6d-0bd4-4cd9-955e-dd3efc6a7d5a" providerId="ADAL" clId="{E5B61B99-1DF2-4CA3-B37F-8325FC0CDD62}" dt="2022-10-12T13:28:00.631" v="304" actId="478"/>
          <ac:spMkLst>
            <pc:docMk/>
            <pc:sldMk cId="2214954604" sldId="1785"/>
            <ac:spMk id="46" creationId="{A16ED0CA-583B-4AB4-AEEB-2960D4F38A81}"/>
          </ac:spMkLst>
        </pc:spChg>
        <pc:spChg chg="del">
          <ac:chgData name="Gellenoncourt, Kevin" userId="83ce2c6d-0bd4-4cd9-955e-dd3efc6a7d5a" providerId="ADAL" clId="{E5B61B99-1DF2-4CA3-B37F-8325FC0CDD62}" dt="2022-10-12T13:19:55.691" v="46" actId="478"/>
          <ac:spMkLst>
            <pc:docMk/>
            <pc:sldMk cId="2214954604" sldId="1785"/>
            <ac:spMk id="47" creationId="{54E3E00C-F2D6-4D0A-8AB9-7D351E98E443}"/>
          </ac:spMkLst>
        </pc:spChg>
        <pc:spChg chg="add mod">
          <ac:chgData name="Gellenoncourt, Kevin" userId="83ce2c6d-0bd4-4cd9-955e-dd3efc6a7d5a" providerId="ADAL" clId="{E5B61B99-1DF2-4CA3-B37F-8325FC0CDD62}" dt="2022-11-15T16:22:10.825" v="2109" actId="1076"/>
          <ac:spMkLst>
            <pc:docMk/>
            <pc:sldMk cId="2214954604" sldId="1785"/>
            <ac:spMk id="49" creationId="{0862ADBD-BDA4-4EDC-9876-6040FF5A6192}"/>
          </ac:spMkLst>
        </pc:spChg>
        <pc:spChg chg="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49" creationId="{3CEEA9B2-1F88-4E09-8C14-C9E604A6485D}"/>
          </ac:spMkLst>
        </pc:spChg>
        <pc:spChg chg="del mod or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50" creationId="{59B64757-E2A9-4986-9D00-C9F27B4F89F8}"/>
          </ac:spMkLst>
        </pc:spChg>
        <pc:spChg chg="add mod">
          <ac:chgData name="Gellenoncourt, Kevin" userId="83ce2c6d-0bd4-4cd9-955e-dd3efc6a7d5a" providerId="ADAL" clId="{E5B61B99-1DF2-4CA3-B37F-8325FC0CDD62}" dt="2022-11-15T16:22:10.825" v="2109" actId="1076"/>
          <ac:spMkLst>
            <pc:docMk/>
            <pc:sldMk cId="2214954604" sldId="1785"/>
            <ac:spMk id="50" creationId="{A7EBBB7B-D335-4F16-9F2B-AC9534EDDC83}"/>
          </ac:spMkLst>
        </pc:spChg>
        <pc:spChg chg="add mod">
          <ac:chgData name="Gellenoncourt, Kevin" userId="83ce2c6d-0bd4-4cd9-955e-dd3efc6a7d5a" providerId="ADAL" clId="{E5B61B99-1DF2-4CA3-B37F-8325FC0CDD62}" dt="2022-10-12T14:55:17.723" v="1172" actId="20577"/>
          <ac:spMkLst>
            <pc:docMk/>
            <pc:sldMk cId="2214954604" sldId="1785"/>
            <ac:spMk id="51" creationId="{570EB3A9-3A4E-4879-B8D8-F655B55F159C}"/>
          </ac:spMkLst>
        </pc:spChg>
        <pc:spChg chg="del mod or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51" creationId="{6BE10315-FE1E-49B1-B922-8CE774957552}"/>
          </ac:spMkLst>
        </pc:spChg>
        <pc:spChg chg="add mod">
          <ac:chgData name="Gellenoncourt, Kevin" userId="83ce2c6d-0bd4-4cd9-955e-dd3efc6a7d5a" providerId="ADAL" clId="{E5B61B99-1DF2-4CA3-B37F-8325FC0CDD62}" dt="2022-10-12T14:55:13.737" v="1168" actId="1076"/>
          <ac:spMkLst>
            <pc:docMk/>
            <pc:sldMk cId="2214954604" sldId="1785"/>
            <ac:spMk id="52" creationId="{E1D6AE3E-1812-4455-8D32-667348C48AAF}"/>
          </ac:spMkLst>
        </pc:spChg>
        <pc:spChg chg="mod">
          <ac:chgData name="Gellenoncourt, Kevin" userId="83ce2c6d-0bd4-4cd9-955e-dd3efc6a7d5a" providerId="ADAL" clId="{E5B61B99-1DF2-4CA3-B37F-8325FC0CDD62}" dt="2022-10-12T13:38:13.726" v="496" actId="1076"/>
          <ac:spMkLst>
            <pc:docMk/>
            <pc:sldMk cId="2214954604" sldId="1785"/>
            <ac:spMk id="53" creationId="{DFB86566-6A12-488E-B2DF-AB049C1F595C}"/>
          </ac:spMkLst>
        </pc:spChg>
        <pc:spChg chg="mod">
          <ac:chgData name="Gellenoncourt, Kevin" userId="83ce2c6d-0bd4-4cd9-955e-dd3efc6a7d5a" providerId="ADAL" clId="{E5B61B99-1DF2-4CA3-B37F-8325FC0CDD62}" dt="2022-10-26T07:35:20.557" v="1714" actId="1076"/>
          <ac:spMkLst>
            <pc:docMk/>
            <pc:sldMk cId="2214954604" sldId="1785"/>
            <ac:spMk id="54" creationId="{0FF15386-AA03-4343-9360-990938A3F3BE}"/>
          </ac:spMkLst>
        </pc:spChg>
        <pc:spChg chg="add mod">
          <ac:chgData name="Gellenoncourt, Kevin" userId="83ce2c6d-0bd4-4cd9-955e-dd3efc6a7d5a" providerId="ADAL" clId="{E5B61B99-1DF2-4CA3-B37F-8325FC0CDD62}" dt="2022-10-26T07:36:01.049" v="1725" actId="14100"/>
          <ac:spMkLst>
            <pc:docMk/>
            <pc:sldMk cId="2214954604" sldId="1785"/>
            <ac:spMk id="55" creationId="{017901EC-9820-4125-9518-5E6D9C7AB550}"/>
          </ac:spMkLst>
        </pc:spChg>
        <pc:spChg chg="del mod">
          <ac:chgData name="Gellenoncourt, Kevin" userId="83ce2c6d-0bd4-4cd9-955e-dd3efc6a7d5a" providerId="ADAL" clId="{E5B61B99-1DF2-4CA3-B37F-8325FC0CDD62}" dt="2022-10-12T13:27:58.981" v="303" actId="478"/>
          <ac:spMkLst>
            <pc:docMk/>
            <pc:sldMk cId="2214954604" sldId="1785"/>
            <ac:spMk id="55" creationId="{117F663D-AD3C-48B2-B5B7-C325D34BB331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56" creationId="{EEC4C5E3-F792-4D8D-B863-0DC60F58BD56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57" creationId="{D659F7FA-73AC-4C35-A600-42B6EF67794A}"/>
          </ac:spMkLst>
        </pc:spChg>
        <pc:spChg chg="add mod">
          <ac:chgData name="Gellenoncourt, Kevin" userId="83ce2c6d-0bd4-4cd9-955e-dd3efc6a7d5a" providerId="ADAL" clId="{E5B61B99-1DF2-4CA3-B37F-8325FC0CDD62}" dt="2022-10-26T07:35:20.557" v="1714" actId="1076"/>
          <ac:spMkLst>
            <pc:docMk/>
            <pc:sldMk cId="2214954604" sldId="1785"/>
            <ac:spMk id="60" creationId="{C91B4403-8AAF-4B4E-A300-C2802E67329A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60" creationId="{E58FB9AE-C807-4754-87D1-76E5D69E4F85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61" creationId="{25E4821E-E233-4765-8702-3D245CFA78CF}"/>
          </ac:spMkLst>
        </pc:spChg>
        <pc:spChg chg="add mod">
          <ac:chgData name="Gellenoncourt, Kevin" userId="83ce2c6d-0bd4-4cd9-955e-dd3efc6a7d5a" providerId="ADAL" clId="{E5B61B99-1DF2-4CA3-B37F-8325FC0CDD62}" dt="2022-10-26T07:35:20.557" v="1714" actId="1076"/>
          <ac:spMkLst>
            <pc:docMk/>
            <pc:sldMk cId="2214954604" sldId="1785"/>
            <ac:spMk id="61" creationId="{B1C3312C-4CC6-41B8-8E39-0ADD5C1AD2F8}"/>
          </ac:spMkLst>
        </pc:spChg>
        <pc:spChg chg="mod ord">
          <ac:chgData name="Gellenoncourt, Kevin" userId="83ce2c6d-0bd4-4cd9-955e-dd3efc6a7d5a" providerId="ADAL" clId="{E5B61B99-1DF2-4CA3-B37F-8325FC0CDD62}" dt="2022-11-15T16:20:37.645" v="2094" actId="14100"/>
          <ac:spMkLst>
            <pc:docMk/>
            <pc:sldMk cId="2214954604" sldId="1785"/>
            <ac:spMk id="62" creationId="{A4EE5134-E364-40F1-8B20-F47B07A3A9AE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63" creationId="{0DF84AE3-5C88-4B13-8209-058D90338E70}"/>
          </ac:spMkLst>
        </pc:spChg>
        <pc:spChg chg="add del mod">
          <ac:chgData name="Gellenoncourt, Kevin" userId="83ce2c6d-0bd4-4cd9-955e-dd3efc6a7d5a" providerId="ADAL" clId="{E5B61B99-1DF2-4CA3-B37F-8325FC0CDD62}" dt="2022-10-26T07:36:04.501" v="1727"/>
          <ac:spMkLst>
            <pc:docMk/>
            <pc:sldMk cId="2214954604" sldId="1785"/>
            <ac:spMk id="63" creationId="{8E75DCF8-0BF0-434F-A8F4-3581A0E8F64F}"/>
          </ac:spMkLst>
        </pc:spChg>
        <pc:spChg chg="add mod">
          <ac:chgData name="Gellenoncourt, Kevin" userId="83ce2c6d-0bd4-4cd9-955e-dd3efc6a7d5a" providerId="ADAL" clId="{E5B61B99-1DF2-4CA3-B37F-8325FC0CDD62}" dt="2022-10-26T07:39:02.649" v="1761" actId="14100"/>
          <ac:spMkLst>
            <pc:docMk/>
            <pc:sldMk cId="2214954604" sldId="1785"/>
            <ac:spMk id="64" creationId="{47EC6F68-ABD6-466D-981E-94A28E6C49B9}"/>
          </ac:spMkLst>
        </pc:spChg>
        <pc:spChg chg="add del mod">
          <ac:chgData name="Gellenoncourt, Kevin" userId="83ce2c6d-0bd4-4cd9-955e-dd3efc6a7d5a" providerId="ADAL" clId="{E5B61B99-1DF2-4CA3-B37F-8325FC0CDD62}" dt="2022-10-12T13:32:26.588" v="382" actId="478"/>
          <ac:spMkLst>
            <pc:docMk/>
            <pc:sldMk cId="2214954604" sldId="1785"/>
            <ac:spMk id="64" creationId="{DF9E894C-E4DE-4566-BD3B-9910B9B66D0B}"/>
          </ac:spMkLst>
        </pc:spChg>
        <pc:spChg chg="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65" creationId="{0EABF467-4A7E-4B5F-BD50-4FF814A9F768}"/>
          </ac:spMkLst>
        </pc:spChg>
        <pc:spChg chg="add mod">
          <ac:chgData name="Gellenoncourt, Kevin" userId="83ce2c6d-0bd4-4cd9-955e-dd3efc6a7d5a" providerId="ADAL" clId="{E5B61B99-1DF2-4CA3-B37F-8325FC0CDD62}" dt="2022-10-26T07:37:23.337" v="1752" actId="20577"/>
          <ac:spMkLst>
            <pc:docMk/>
            <pc:sldMk cId="2214954604" sldId="1785"/>
            <ac:spMk id="65" creationId="{BCA06015-2627-48E4-9BCE-951CCA6AE378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66" creationId="{71E0BD00-325B-4A04-A858-E77A7B6B836E}"/>
          </ac:spMkLst>
        </pc:spChg>
        <pc:spChg chg="add mod">
          <ac:chgData name="Gellenoncourt, Kevin" userId="83ce2c6d-0bd4-4cd9-955e-dd3efc6a7d5a" providerId="ADAL" clId="{E5B61B99-1DF2-4CA3-B37F-8325FC0CDD62}" dt="2022-10-26T07:36:19.842" v="1730" actId="1076"/>
          <ac:spMkLst>
            <pc:docMk/>
            <pc:sldMk cId="2214954604" sldId="1785"/>
            <ac:spMk id="66" creationId="{99269A60-EF9C-44FC-B148-E0CBCD36F21B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67" creationId="{0DD50C0B-E722-462F-82F1-906279B13767}"/>
          </ac:spMkLst>
        </pc:spChg>
        <pc:spChg chg="add mod ord">
          <ac:chgData name="Gellenoncourt, Kevin" userId="83ce2c6d-0bd4-4cd9-955e-dd3efc6a7d5a" providerId="ADAL" clId="{E5B61B99-1DF2-4CA3-B37F-8325FC0CDD62}" dt="2022-10-26T07:39:34.862" v="1770" actId="167"/>
          <ac:spMkLst>
            <pc:docMk/>
            <pc:sldMk cId="2214954604" sldId="1785"/>
            <ac:spMk id="67" creationId="{C3C535D3-EB4D-4D24-BA15-20DE65B7F528}"/>
          </ac:spMkLst>
        </pc:spChg>
        <pc:spChg chg="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68" creationId="{DFA5846A-1104-44EC-BCCB-3A50B5298ECA}"/>
          </ac:spMkLst>
        </pc:spChg>
        <pc:spChg chg="del mod">
          <ac:chgData name="Gellenoncourt, Kevin" userId="83ce2c6d-0bd4-4cd9-955e-dd3efc6a7d5a" providerId="ADAL" clId="{E5B61B99-1DF2-4CA3-B37F-8325FC0CDD62}" dt="2022-10-12T13:27:48.561" v="299" actId="478"/>
          <ac:spMkLst>
            <pc:docMk/>
            <pc:sldMk cId="2214954604" sldId="1785"/>
            <ac:spMk id="69" creationId="{11F3D94D-A7D7-4EC8-B467-753CAA828C4F}"/>
          </ac:spMkLst>
        </pc:spChg>
        <pc:spChg chg="del mod">
          <ac:chgData name="Gellenoncourt, Kevin" userId="83ce2c6d-0bd4-4cd9-955e-dd3efc6a7d5a" providerId="ADAL" clId="{E5B61B99-1DF2-4CA3-B37F-8325FC0CDD62}" dt="2022-10-12T13:27:52.717" v="302" actId="478"/>
          <ac:spMkLst>
            <pc:docMk/>
            <pc:sldMk cId="2214954604" sldId="1785"/>
            <ac:spMk id="70" creationId="{A2483CFD-ADFE-4D14-BD79-68A2DCFCD609}"/>
          </ac:spMkLst>
        </pc:spChg>
        <pc:spChg chg="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71" creationId="{0AC47570-F293-4804-8AF8-0F0E5CC46EA1}"/>
          </ac:spMkLst>
        </pc:spChg>
        <pc:spChg chg="del mod">
          <ac:chgData name="Gellenoncourt, Kevin" userId="83ce2c6d-0bd4-4cd9-955e-dd3efc6a7d5a" providerId="ADAL" clId="{E5B61B99-1DF2-4CA3-B37F-8325FC0CDD62}" dt="2022-10-26T07:39:50.101" v="1774" actId="478"/>
          <ac:spMkLst>
            <pc:docMk/>
            <pc:sldMk cId="2214954604" sldId="1785"/>
            <ac:spMk id="76" creationId="{C4F0F135-E34F-4C63-BC00-E2C517E82DE6}"/>
          </ac:spMkLst>
        </pc:spChg>
        <pc:spChg chg="del mod">
          <ac:chgData name="Gellenoncourt, Kevin" userId="83ce2c6d-0bd4-4cd9-955e-dd3efc6a7d5a" providerId="ADAL" clId="{E5B61B99-1DF2-4CA3-B37F-8325FC0CDD62}" dt="2022-10-12T13:27:34.879" v="295" actId="478"/>
          <ac:spMkLst>
            <pc:docMk/>
            <pc:sldMk cId="2214954604" sldId="1785"/>
            <ac:spMk id="77" creationId="{67C4A7EC-49F2-496A-9BF6-3E7085D19839}"/>
          </ac:spMkLst>
        </pc:spChg>
        <pc:spChg chg="del mod">
          <ac:chgData name="Gellenoncourt, Kevin" userId="83ce2c6d-0bd4-4cd9-955e-dd3efc6a7d5a" providerId="ADAL" clId="{E5B61B99-1DF2-4CA3-B37F-8325FC0CDD62}" dt="2022-10-12T13:27:35.975" v="296" actId="478"/>
          <ac:spMkLst>
            <pc:docMk/>
            <pc:sldMk cId="2214954604" sldId="1785"/>
            <ac:spMk id="78" creationId="{941BF07C-94A5-4968-A7FD-145501C0CBBC}"/>
          </ac:spMkLst>
        </pc:spChg>
        <pc:spChg chg="mod ord">
          <ac:chgData name="Gellenoncourt, Kevin" userId="83ce2c6d-0bd4-4cd9-955e-dd3efc6a7d5a" providerId="ADAL" clId="{E5B61B99-1DF2-4CA3-B37F-8325FC0CDD62}" dt="2022-10-12T14:54:04.110" v="1133" actId="1076"/>
          <ac:spMkLst>
            <pc:docMk/>
            <pc:sldMk cId="2214954604" sldId="1785"/>
            <ac:spMk id="80" creationId="{407D7256-BC7B-4BF1-874F-66FA5B364512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82" creationId="{1E7F9A4B-DDE5-4646-8652-CC7B5E23ADDF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84" creationId="{D813DDF3-561A-4A7B-AC54-5D843345CB96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85" creationId="{958D6307-B365-45AD-8231-6590A09A0F6C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86" creationId="{288D0F55-399E-45B5-91A3-8DBFE7C255B1}"/>
          </ac:spMkLst>
        </pc:spChg>
        <pc:spChg chg="add 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87" creationId="{972DE5B5-2680-4622-A9AE-157764C63EFC}"/>
          </ac:spMkLst>
        </pc:spChg>
        <pc:spChg chg="add del mod">
          <ac:chgData name="Gellenoncourt, Kevin" userId="83ce2c6d-0bd4-4cd9-955e-dd3efc6a7d5a" providerId="ADAL" clId="{E5B61B99-1DF2-4CA3-B37F-8325FC0CDD62}" dt="2022-10-12T13:48:02.926" v="702" actId="478"/>
          <ac:spMkLst>
            <pc:docMk/>
            <pc:sldMk cId="2214954604" sldId="1785"/>
            <ac:spMk id="88" creationId="{48E1B415-54A5-4304-8523-A51BDCD21CBB}"/>
          </ac:spMkLst>
        </pc:spChg>
        <pc:spChg chg="add del mod">
          <ac:chgData name="Gellenoncourt, Kevin" userId="83ce2c6d-0bd4-4cd9-955e-dd3efc6a7d5a" providerId="ADAL" clId="{E5B61B99-1DF2-4CA3-B37F-8325FC0CDD62}" dt="2022-10-12T13:48:02.926" v="702" actId="478"/>
          <ac:spMkLst>
            <pc:docMk/>
            <pc:sldMk cId="2214954604" sldId="1785"/>
            <ac:spMk id="89" creationId="{12267559-1A35-4493-BACE-D21636586023}"/>
          </ac:spMkLst>
        </pc:spChg>
        <pc:spChg chg="add del mod">
          <ac:chgData name="Gellenoncourt, Kevin" userId="83ce2c6d-0bd4-4cd9-955e-dd3efc6a7d5a" providerId="ADAL" clId="{E5B61B99-1DF2-4CA3-B37F-8325FC0CDD62}" dt="2022-10-12T13:48:02.926" v="702" actId="478"/>
          <ac:spMkLst>
            <pc:docMk/>
            <pc:sldMk cId="2214954604" sldId="1785"/>
            <ac:spMk id="90" creationId="{AAC7F247-FA33-4AF7-847E-4E6B22CB3A99}"/>
          </ac:spMkLst>
        </pc:spChg>
        <pc:spChg chg="add del mod">
          <ac:chgData name="Gellenoncourt, Kevin" userId="83ce2c6d-0bd4-4cd9-955e-dd3efc6a7d5a" providerId="ADAL" clId="{E5B61B99-1DF2-4CA3-B37F-8325FC0CDD62}" dt="2022-10-12T13:48:02.926" v="702" actId="478"/>
          <ac:spMkLst>
            <pc:docMk/>
            <pc:sldMk cId="2214954604" sldId="1785"/>
            <ac:spMk id="91" creationId="{881210A6-126D-4FB5-A798-1814531BADD3}"/>
          </ac:spMkLst>
        </pc:spChg>
        <pc:spChg chg="del mod">
          <ac:chgData name="Gellenoncourt, Kevin" userId="83ce2c6d-0bd4-4cd9-955e-dd3efc6a7d5a" providerId="ADAL" clId="{E5B61B99-1DF2-4CA3-B37F-8325FC0CDD62}" dt="2022-10-12T13:45:52.356" v="673" actId="478"/>
          <ac:spMkLst>
            <pc:docMk/>
            <pc:sldMk cId="2214954604" sldId="1785"/>
            <ac:spMk id="92" creationId="{B9EB4296-AA0B-4A54-BDC1-206A62BFEA5B}"/>
          </ac:spMkLst>
        </pc:spChg>
        <pc:spChg chg="add del mod">
          <ac:chgData name="Gellenoncourt, Kevin" userId="83ce2c6d-0bd4-4cd9-955e-dd3efc6a7d5a" providerId="ADAL" clId="{E5B61B99-1DF2-4CA3-B37F-8325FC0CDD62}" dt="2022-10-12T13:48:02.926" v="702" actId="478"/>
          <ac:spMkLst>
            <pc:docMk/>
            <pc:sldMk cId="2214954604" sldId="1785"/>
            <ac:spMk id="93" creationId="{0BDD02D2-D5E2-4739-9EBC-BBB2C121E61C}"/>
          </ac:spMkLst>
        </pc:spChg>
        <pc:spChg chg="add mod ord">
          <ac:chgData name="Gellenoncourt, Kevin" userId="83ce2c6d-0bd4-4cd9-955e-dd3efc6a7d5a" providerId="ADAL" clId="{E5B61B99-1DF2-4CA3-B37F-8325FC0CDD62}" dt="2022-10-26T07:39:44.050" v="1773" actId="167"/>
          <ac:spMkLst>
            <pc:docMk/>
            <pc:sldMk cId="2214954604" sldId="1785"/>
            <ac:spMk id="94" creationId="{50334352-F9CA-4B90-B3D9-F28F533398ED}"/>
          </ac:spMkLst>
        </pc:spChg>
        <pc:spChg chg="add mod">
          <ac:chgData name="Gellenoncourt, Kevin" userId="83ce2c6d-0bd4-4cd9-955e-dd3efc6a7d5a" providerId="ADAL" clId="{E5B61B99-1DF2-4CA3-B37F-8325FC0CDD62}" dt="2022-10-26T07:39:22.822" v="1767" actId="1076"/>
          <ac:spMkLst>
            <pc:docMk/>
            <pc:sldMk cId="2214954604" sldId="1785"/>
            <ac:spMk id="95" creationId="{600A3087-B46F-46D5-AD63-4F81DA157509}"/>
          </ac:spMkLst>
        </pc:spChg>
        <pc:cxnChg chg="add mod">
          <ac:chgData name="Gellenoncourt, Kevin" userId="83ce2c6d-0bd4-4cd9-955e-dd3efc6a7d5a" providerId="ADAL" clId="{E5B61B99-1DF2-4CA3-B37F-8325FC0CDD62}" dt="2022-11-15T16:22:32.416" v="2115" actId="14100"/>
          <ac:cxnSpMkLst>
            <pc:docMk/>
            <pc:sldMk cId="2214954604" sldId="1785"/>
            <ac:cxnSpMk id="44" creationId="{18B21FD7-1224-44CF-A938-7F78D749AF47}"/>
          </ac:cxnSpMkLst>
        </pc:cxnChg>
        <pc:cxnChg chg="del mod">
          <ac:chgData name="Gellenoncourt, Kevin" userId="83ce2c6d-0bd4-4cd9-955e-dd3efc6a7d5a" providerId="ADAL" clId="{E5B61B99-1DF2-4CA3-B37F-8325FC0CDD62}" dt="2022-10-12T13:23:29.687" v="150" actId="478"/>
          <ac:cxnSpMkLst>
            <pc:docMk/>
            <pc:sldMk cId="2214954604" sldId="1785"/>
            <ac:cxnSpMk id="45" creationId="{2F0B8CF2-C10C-4286-9AE7-EACD0A41CF22}"/>
          </ac:cxnSpMkLst>
        </pc:cxnChg>
        <pc:cxnChg chg="del mod">
          <ac:chgData name="Gellenoncourt, Kevin" userId="83ce2c6d-0bd4-4cd9-955e-dd3efc6a7d5a" providerId="ADAL" clId="{E5B61B99-1DF2-4CA3-B37F-8325FC0CDD62}" dt="2022-10-12T13:23:28.752" v="149" actId="478"/>
          <ac:cxnSpMkLst>
            <pc:docMk/>
            <pc:sldMk cId="2214954604" sldId="1785"/>
            <ac:cxnSpMk id="48" creationId="{059BDF96-D503-4852-811C-B15BEBDA8A76}"/>
          </ac:cxnSpMkLst>
        </pc:cxnChg>
        <pc:cxnChg chg="del mod">
          <ac:chgData name="Gellenoncourt, Kevin" userId="83ce2c6d-0bd4-4cd9-955e-dd3efc6a7d5a" providerId="ADAL" clId="{E5B61B99-1DF2-4CA3-B37F-8325FC0CDD62}" dt="2022-10-12T13:45:52.356" v="673" actId="478"/>
          <ac:cxnSpMkLst>
            <pc:docMk/>
            <pc:sldMk cId="2214954604" sldId="1785"/>
            <ac:cxnSpMk id="52" creationId="{72F08F23-27BF-4E87-8014-4FCF1CCB880B}"/>
          </ac:cxnSpMkLst>
        </pc:cxnChg>
        <pc:cxnChg chg="add mod">
          <ac:chgData name="Gellenoncourt, Kevin" userId="83ce2c6d-0bd4-4cd9-955e-dd3efc6a7d5a" providerId="ADAL" clId="{E5B61B99-1DF2-4CA3-B37F-8325FC0CDD62}" dt="2022-11-15T16:22:16.201" v="2110" actId="14100"/>
          <ac:cxnSpMkLst>
            <pc:docMk/>
            <pc:sldMk cId="2214954604" sldId="1785"/>
            <ac:cxnSpMk id="56" creationId="{E388977F-0ECB-4984-B4DB-435E5E3EA452}"/>
          </ac:cxnSpMkLst>
        </pc:cxnChg>
        <pc:cxnChg chg="add mod ord">
          <ac:chgData name="Gellenoncourt, Kevin" userId="83ce2c6d-0bd4-4cd9-955e-dd3efc6a7d5a" providerId="ADAL" clId="{E5B61B99-1DF2-4CA3-B37F-8325FC0CDD62}" dt="2022-11-15T16:22:07.409" v="2108" actId="1076"/>
          <ac:cxnSpMkLst>
            <pc:docMk/>
            <pc:sldMk cId="2214954604" sldId="1785"/>
            <ac:cxnSpMk id="57" creationId="{502AA3DC-AF80-4AB3-894D-2F2C6F879B1C}"/>
          </ac:cxnSpMkLst>
        </pc:cxnChg>
        <pc:cxnChg chg="add del mod">
          <ac:chgData name="Gellenoncourt, Kevin" userId="83ce2c6d-0bd4-4cd9-955e-dd3efc6a7d5a" providerId="ADAL" clId="{E5B61B99-1DF2-4CA3-B37F-8325FC0CDD62}" dt="2022-10-12T13:45:52.356" v="673" actId="478"/>
          <ac:cxnSpMkLst>
            <pc:docMk/>
            <pc:sldMk cId="2214954604" sldId="1785"/>
            <ac:cxnSpMk id="72" creationId="{9B9F918D-273E-472B-B59F-C57144B466F3}"/>
          </ac:cxnSpMkLst>
        </pc:cxnChg>
        <pc:cxnChg chg="add del mod">
          <ac:chgData name="Gellenoncourt, Kevin" userId="83ce2c6d-0bd4-4cd9-955e-dd3efc6a7d5a" providerId="ADAL" clId="{E5B61B99-1DF2-4CA3-B37F-8325FC0CDD62}" dt="2022-10-12T13:45:52.356" v="673" actId="478"/>
          <ac:cxnSpMkLst>
            <pc:docMk/>
            <pc:sldMk cId="2214954604" sldId="1785"/>
            <ac:cxnSpMk id="73" creationId="{827E3DA6-F77A-4811-A0A9-A71C79B571F9}"/>
          </ac:cxnSpMkLst>
        </pc:cxnChg>
        <pc:cxnChg chg="add mod ord">
          <ac:chgData name="Gellenoncourt, Kevin" userId="83ce2c6d-0bd4-4cd9-955e-dd3efc6a7d5a" providerId="ADAL" clId="{E5B61B99-1DF2-4CA3-B37F-8325FC0CDD62}" dt="2022-11-15T16:22:42.296" v="2118" actId="14100"/>
          <ac:cxnSpMkLst>
            <pc:docMk/>
            <pc:sldMk cId="2214954604" sldId="1785"/>
            <ac:cxnSpMk id="75" creationId="{C6BA1B6E-129C-4370-80F9-3BCEDB251A1B}"/>
          </ac:cxnSpMkLst>
        </pc:cxnChg>
        <pc:cxnChg chg="add mod ord">
          <ac:chgData name="Gellenoncourt, Kevin" userId="83ce2c6d-0bd4-4cd9-955e-dd3efc6a7d5a" providerId="ADAL" clId="{E5B61B99-1DF2-4CA3-B37F-8325FC0CDD62}" dt="2022-11-15T16:22:07.409" v="2108" actId="1076"/>
          <ac:cxnSpMkLst>
            <pc:docMk/>
            <pc:sldMk cId="2214954604" sldId="1785"/>
            <ac:cxnSpMk id="81" creationId="{3A8D3FB3-6C16-4E0B-A53C-FE9BD3053BEF}"/>
          </ac:cxnSpMkLst>
        </pc:cxnChg>
        <pc:cxnChg chg="add mod">
          <ac:chgData name="Gellenoncourt, Kevin" userId="83ce2c6d-0bd4-4cd9-955e-dd3efc6a7d5a" providerId="ADAL" clId="{E5B61B99-1DF2-4CA3-B37F-8325FC0CDD62}" dt="2022-10-26T07:41:13.766" v="1792" actId="14100"/>
          <ac:cxnSpMkLst>
            <pc:docMk/>
            <pc:sldMk cId="2214954604" sldId="1785"/>
            <ac:cxnSpMk id="96" creationId="{2EC4654F-EB4E-4755-8D65-EB508B0D0BE9}"/>
          </ac:cxnSpMkLst>
        </pc:cxnChg>
        <pc:cxnChg chg="add mod">
          <ac:chgData name="Gellenoncourt, Kevin" userId="83ce2c6d-0bd4-4cd9-955e-dd3efc6a7d5a" providerId="ADAL" clId="{E5B61B99-1DF2-4CA3-B37F-8325FC0CDD62}" dt="2022-10-26T07:40:37.984" v="1784" actId="108"/>
          <ac:cxnSpMkLst>
            <pc:docMk/>
            <pc:sldMk cId="2214954604" sldId="1785"/>
            <ac:cxnSpMk id="97" creationId="{7ED28912-7DF1-4208-8A49-AE2B3D77C41D}"/>
          </ac:cxnSpMkLst>
        </pc:cxnChg>
      </pc:sldChg>
      <pc:sldChg chg="addSp delSp modSp add mod">
        <pc:chgData name="Gellenoncourt, Kevin" userId="83ce2c6d-0bd4-4cd9-955e-dd3efc6a7d5a" providerId="ADAL" clId="{E5B61B99-1DF2-4CA3-B37F-8325FC0CDD62}" dt="2022-11-15T16:19:06.915" v="2082" actId="20577"/>
        <pc:sldMkLst>
          <pc:docMk/>
          <pc:sldMk cId="4165378332" sldId="1786"/>
        </pc:sldMkLst>
        <pc:spChg chg="mod">
          <ac:chgData name="Gellenoncourt, Kevin" userId="83ce2c6d-0bd4-4cd9-955e-dd3efc6a7d5a" providerId="ADAL" clId="{E5B61B99-1DF2-4CA3-B37F-8325FC0CDD62}" dt="2022-10-12T14:03:21.356" v="887" actId="207"/>
          <ac:spMkLst>
            <pc:docMk/>
            <pc:sldMk cId="4165378332" sldId="1786"/>
            <ac:spMk id="7" creationId="{6965AD01-1930-4FD8-A319-92D62E7DEF34}"/>
          </ac:spMkLst>
        </pc:spChg>
        <pc:spChg chg="del">
          <ac:chgData name="Gellenoncourt, Kevin" userId="83ce2c6d-0bd4-4cd9-955e-dd3efc6a7d5a" providerId="ADAL" clId="{E5B61B99-1DF2-4CA3-B37F-8325FC0CDD62}" dt="2022-10-12T14:40:27.573" v="1007" actId="478"/>
          <ac:spMkLst>
            <pc:docMk/>
            <pc:sldMk cId="4165378332" sldId="1786"/>
            <ac:spMk id="12" creationId="{C993A5F8-F574-4098-A7B4-C03BD8ECC30F}"/>
          </ac:spMkLst>
        </pc:spChg>
        <pc:spChg chg="mod">
          <ac:chgData name="Gellenoncourt, Kevin" userId="83ce2c6d-0bd4-4cd9-955e-dd3efc6a7d5a" providerId="ADAL" clId="{E5B61B99-1DF2-4CA3-B37F-8325FC0CDD62}" dt="2022-10-26T07:47:42.726" v="1857" actId="14100"/>
          <ac:spMkLst>
            <pc:docMk/>
            <pc:sldMk cId="4165378332" sldId="1786"/>
            <ac:spMk id="29" creationId="{B74600F0-ECAE-4108-B4AB-9E1BC3BA46C4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34" creationId="{890EC83B-A2E0-4C9B-874A-3D66F883C986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35" creationId="{CB819888-C270-47F5-83AC-10ACDB96A78B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36" creationId="{52B67624-72B4-4A4C-BC3E-59EA06A99A75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37" creationId="{6FA44B60-EA89-4C1D-B026-E4D9FA845A4F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38" creationId="{EBECEC30-BE96-4748-8618-BC06AD06D03F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39" creationId="{6B5E4943-C096-4301-8019-8E703BF7546D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40" creationId="{4EDAAB06-404A-42C6-8662-9AE979B9C67B}"/>
          </ac:spMkLst>
        </pc:spChg>
        <pc:spChg chg="mod">
          <ac:chgData name="Gellenoncourt, Kevin" userId="83ce2c6d-0bd4-4cd9-955e-dd3efc6a7d5a" providerId="ADAL" clId="{E5B61B99-1DF2-4CA3-B37F-8325FC0CDD62}" dt="2022-10-26T07:45:19.764" v="1817" actId="1076"/>
          <ac:spMkLst>
            <pc:docMk/>
            <pc:sldMk cId="4165378332" sldId="1786"/>
            <ac:spMk id="44" creationId="{7D1C4766-69C8-4596-8027-EC3768EF3480}"/>
          </ac:spMkLst>
        </pc:spChg>
        <pc:spChg chg="mod">
          <ac:chgData name="Gellenoncourt, Kevin" userId="83ce2c6d-0bd4-4cd9-955e-dd3efc6a7d5a" providerId="ADAL" clId="{E5B61B99-1DF2-4CA3-B37F-8325FC0CDD62}" dt="2022-11-15T16:19:06.915" v="2082" actId="20577"/>
          <ac:spMkLst>
            <pc:docMk/>
            <pc:sldMk cId="4165378332" sldId="1786"/>
            <ac:spMk id="49" creationId="{3CEEA9B2-1F88-4E09-8C14-C9E604A6485D}"/>
          </ac:spMkLst>
        </pc:spChg>
        <pc:spChg chg="mod ord">
          <ac:chgData name="Gellenoncourt, Kevin" userId="83ce2c6d-0bd4-4cd9-955e-dd3efc6a7d5a" providerId="ADAL" clId="{E5B61B99-1DF2-4CA3-B37F-8325FC0CDD62}" dt="2022-10-13T11:54:15.850" v="1525" actId="14100"/>
          <ac:spMkLst>
            <pc:docMk/>
            <pc:sldMk cId="4165378332" sldId="1786"/>
            <ac:spMk id="50" creationId="{59B64757-E2A9-4986-9D00-C9F27B4F89F8}"/>
          </ac:spMkLst>
        </pc:spChg>
        <pc:spChg chg="mod">
          <ac:chgData name="Gellenoncourt, Kevin" userId="83ce2c6d-0bd4-4cd9-955e-dd3efc6a7d5a" providerId="ADAL" clId="{E5B61B99-1DF2-4CA3-B37F-8325FC0CDD62}" dt="2022-10-13T11:31:44.323" v="1367" actId="14100"/>
          <ac:spMkLst>
            <pc:docMk/>
            <pc:sldMk cId="4165378332" sldId="1786"/>
            <ac:spMk id="51" creationId="{6BE10315-FE1E-49B1-B922-8CE774957552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54" creationId="{0FF15386-AA03-4343-9360-990938A3F3BE}"/>
          </ac:spMkLst>
        </pc:spChg>
        <pc:spChg chg="mod">
          <ac:chgData name="Gellenoncourt, Kevin" userId="83ce2c6d-0bd4-4cd9-955e-dd3efc6a7d5a" providerId="ADAL" clId="{E5B61B99-1DF2-4CA3-B37F-8325FC0CDD62}" dt="2022-10-13T11:57:39.882" v="1567" actId="14100"/>
          <ac:spMkLst>
            <pc:docMk/>
            <pc:sldMk cId="4165378332" sldId="1786"/>
            <ac:spMk id="56" creationId="{EEC4C5E3-F792-4D8D-B863-0DC60F58BD56}"/>
          </ac:spMkLst>
        </pc:spChg>
        <pc:spChg chg="mod">
          <ac:chgData name="Gellenoncourt, Kevin" userId="83ce2c6d-0bd4-4cd9-955e-dd3efc6a7d5a" providerId="ADAL" clId="{E5B61B99-1DF2-4CA3-B37F-8325FC0CDD62}" dt="2022-10-13T09:01:00.752" v="1295" actId="1076"/>
          <ac:spMkLst>
            <pc:docMk/>
            <pc:sldMk cId="4165378332" sldId="1786"/>
            <ac:spMk id="57" creationId="{D659F7FA-73AC-4C35-A600-42B6EF67794A}"/>
          </ac:spMkLst>
        </pc:spChg>
        <pc:spChg chg="mod">
          <ac:chgData name="Gellenoncourt, Kevin" userId="83ce2c6d-0bd4-4cd9-955e-dd3efc6a7d5a" providerId="ADAL" clId="{E5B61B99-1DF2-4CA3-B37F-8325FC0CDD62}" dt="2022-10-13T11:47:16.888" v="1429" actId="14100"/>
          <ac:spMkLst>
            <pc:docMk/>
            <pc:sldMk cId="4165378332" sldId="1786"/>
            <ac:spMk id="60" creationId="{E58FB9AE-C807-4754-87D1-76E5D69E4F85}"/>
          </ac:spMkLst>
        </pc:spChg>
        <pc:spChg chg="mod">
          <ac:chgData name="Gellenoncourt, Kevin" userId="83ce2c6d-0bd4-4cd9-955e-dd3efc6a7d5a" providerId="ADAL" clId="{E5B61B99-1DF2-4CA3-B37F-8325FC0CDD62}" dt="2022-10-13T11:57:01.551" v="1558" actId="14100"/>
          <ac:spMkLst>
            <pc:docMk/>
            <pc:sldMk cId="4165378332" sldId="1786"/>
            <ac:spMk id="61" creationId="{25E4821E-E233-4765-8702-3D245CFA78CF}"/>
          </ac:spMkLst>
        </pc:spChg>
        <pc:spChg chg="add mod">
          <ac:chgData name="Gellenoncourt, Kevin" userId="83ce2c6d-0bd4-4cd9-955e-dd3efc6a7d5a" providerId="ADAL" clId="{E5B61B99-1DF2-4CA3-B37F-8325FC0CDD62}" dt="2022-10-13T13:38:01.454" v="1568"/>
          <ac:spMkLst>
            <pc:docMk/>
            <pc:sldMk cId="4165378332" sldId="1786"/>
            <ac:spMk id="62" creationId="{46B35062-7BB4-4179-84F3-7EC8DBBBD3DA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62" creationId="{A4EE5134-E364-40F1-8B20-F47B07A3A9AE}"/>
          </ac:spMkLst>
        </pc:spChg>
        <pc:spChg chg="mod">
          <ac:chgData name="Gellenoncourt, Kevin" userId="83ce2c6d-0bd4-4cd9-955e-dd3efc6a7d5a" providerId="ADAL" clId="{E5B61B99-1DF2-4CA3-B37F-8325FC0CDD62}" dt="2022-10-13T11:51:09.850" v="1487" actId="14100"/>
          <ac:spMkLst>
            <pc:docMk/>
            <pc:sldMk cId="4165378332" sldId="1786"/>
            <ac:spMk id="63" creationId="{0DF84AE3-5C88-4B13-8209-058D90338E70}"/>
          </ac:spMkLst>
        </pc:spChg>
        <pc:spChg chg="add del mod">
          <ac:chgData name="Gellenoncourt, Kevin" userId="83ce2c6d-0bd4-4cd9-955e-dd3efc6a7d5a" providerId="ADAL" clId="{E5B61B99-1DF2-4CA3-B37F-8325FC0CDD62}" dt="2022-10-12T13:47:43.358" v="696" actId="21"/>
          <ac:spMkLst>
            <pc:docMk/>
            <pc:sldMk cId="4165378332" sldId="1786"/>
            <ac:spMk id="64" creationId="{906DC6E7-61F9-4C37-82F4-57123832817C}"/>
          </ac:spMkLst>
        </pc:spChg>
        <pc:spChg chg="mod">
          <ac:chgData name="Gellenoncourt, Kevin" userId="83ce2c6d-0bd4-4cd9-955e-dd3efc6a7d5a" providerId="ADAL" clId="{E5B61B99-1DF2-4CA3-B37F-8325FC0CDD62}" dt="2022-10-12T13:46:15.204" v="678" actId="14100"/>
          <ac:spMkLst>
            <pc:docMk/>
            <pc:sldMk cId="4165378332" sldId="1786"/>
            <ac:spMk id="65" creationId="{0EABF467-4A7E-4B5F-BD50-4FF814A9F768}"/>
          </ac:spMkLst>
        </pc:spChg>
        <pc:spChg chg="mod">
          <ac:chgData name="Gellenoncourt, Kevin" userId="83ce2c6d-0bd4-4cd9-955e-dd3efc6a7d5a" providerId="ADAL" clId="{E5B61B99-1DF2-4CA3-B37F-8325FC0CDD62}" dt="2022-10-26T07:45:19.764" v="1817" actId="1076"/>
          <ac:spMkLst>
            <pc:docMk/>
            <pc:sldMk cId="4165378332" sldId="1786"/>
            <ac:spMk id="66" creationId="{71E0BD00-325B-4A04-A858-E77A7B6B836E}"/>
          </ac:spMkLst>
        </pc:spChg>
        <pc:spChg chg="mod">
          <ac:chgData name="Gellenoncourt, Kevin" userId="83ce2c6d-0bd4-4cd9-955e-dd3efc6a7d5a" providerId="ADAL" clId="{E5B61B99-1DF2-4CA3-B37F-8325FC0CDD62}" dt="2022-10-26T07:45:19.764" v="1817" actId="1076"/>
          <ac:spMkLst>
            <pc:docMk/>
            <pc:sldMk cId="4165378332" sldId="1786"/>
            <ac:spMk id="67" creationId="{0DD50C0B-E722-462F-82F1-906279B13767}"/>
          </ac:spMkLst>
        </pc:spChg>
        <pc:spChg chg="mod">
          <ac:chgData name="Gellenoncourt, Kevin" userId="83ce2c6d-0bd4-4cd9-955e-dd3efc6a7d5a" providerId="ADAL" clId="{E5B61B99-1DF2-4CA3-B37F-8325FC0CDD62}" dt="2022-10-26T07:45:19.764" v="1817" actId="1076"/>
          <ac:spMkLst>
            <pc:docMk/>
            <pc:sldMk cId="4165378332" sldId="1786"/>
            <ac:spMk id="68" creationId="{DFA5846A-1104-44EC-BCCB-3A50B5298ECA}"/>
          </ac:spMkLst>
        </pc:spChg>
        <pc:spChg chg="add mod">
          <ac:chgData name="Gellenoncourt, Kevin" userId="83ce2c6d-0bd4-4cd9-955e-dd3efc6a7d5a" providerId="ADAL" clId="{E5B61B99-1DF2-4CA3-B37F-8325FC0CDD62}" dt="2022-10-13T11:55:31.649" v="1537" actId="14100"/>
          <ac:spMkLst>
            <pc:docMk/>
            <pc:sldMk cId="4165378332" sldId="1786"/>
            <ac:spMk id="69" creationId="{46381A4D-A2BB-4DE9-B4CC-40A12ED35068}"/>
          </ac:spMkLst>
        </pc:spChg>
        <pc:spChg chg="add mod">
          <ac:chgData name="Gellenoncourt, Kevin" userId="83ce2c6d-0bd4-4cd9-955e-dd3efc6a7d5a" providerId="ADAL" clId="{E5B61B99-1DF2-4CA3-B37F-8325FC0CDD62}" dt="2022-10-13T11:55:39.361" v="1539" actId="14100"/>
          <ac:spMkLst>
            <pc:docMk/>
            <pc:sldMk cId="4165378332" sldId="1786"/>
            <ac:spMk id="70" creationId="{C78E240F-4952-4FD7-A7A7-BD62E1981569}"/>
          </ac:spMkLst>
        </pc:spChg>
        <pc:spChg chg="mod">
          <ac:chgData name="Gellenoncourt, Kevin" userId="83ce2c6d-0bd4-4cd9-955e-dd3efc6a7d5a" providerId="ADAL" clId="{E5B61B99-1DF2-4CA3-B37F-8325FC0CDD62}" dt="2022-10-26T07:47:48.615" v="1858" actId="1076"/>
          <ac:spMkLst>
            <pc:docMk/>
            <pc:sldMk cId="4165378332" sldId="1786"/>
            <ac:spMk id="71" creationId="{0AC47570-F293-4804-8AF8-0F0E5CC46EA1}"/>
          </ac:spMkLst>
        </pc:spChg>
        <pc:spChg chg="add mod ord">
          <ac:chgData name="Gellenoncourt, Kevin" userId="83ce2c6d-0bd4-4cd9-955e-dd3efc6a7d5a" providerId="ADAL" clId="{E5B61B99-1DF2-4CA3-B37F-8325FC0CDD62}" dt="2022-10-26T07:48:03.311" v="1860" actId="1076"/>
          <ac:spMkLst>
            <pc:docMk/>
            <pc:sldMk cId="4165378332" sldId="1786"/>
            <ac:spMk id="75" creationId="{7988C9EA-F4D1-4376-BF6F-A0D4BC30AAF1}"/>
          </ac:spMkLst>
        </pc:spChg>
        <pc:spChg chg="mod">
          <ac:chgData name="Gellenoncourt, Kevin" userId="83ce2c6d-0bd4-4cd9-955e-dd3efc6a7d5a" providerId="ADAL" clId="{E5B61B99-1DF2-4CA3-B37F-8325FC0CDD62}" dt="2022-10-26T07:39:57.454" v="1775" actId="1076"/>
          <ac:spMkLst>
            <pc:docMk/>
            <pc:sldMk cId="4165378332" sldId="1786"/>
            <ac:spMk id="76" creationId="{C4F0F135-E34F-4C63-BC00-E2C517E82DE6}"/>
          </ac:spMkLst>
        </pc:spChg>
        <pc:spChg chg="add mod">
          <ac:chgData name="Gellenoncourt, Kevin" userId="83ce2c6d-0bd4-4cd9-955e-dd3efc6a7d5a" providerId="ADAL" clId="{E5B61B99-1DF2-4CA3-B37F-8325FC0CDD62}" dt="2022-10-13T11:56:18.497" v="1548" actId="1076"/>
          <ac:spMkLst>
            <pc:docMk/>
            <pc:sldMk cId="4165378332" sldId="1786"/>
            <ac:spMk id="77" creationId="{D7F69082-6841-4C35-82F0-D6E44B848326}"/>
          </ac:spMkLst>
        </pc:spChg>
        <pc:spChg chg="del">
          <ac:chgData name="Gellenoncourt, Kevin" userId="83ce2c6d-0bd4-4cd9-955e-dd3efc6a7d5a" providerId="ADAL" clId="{E5B61B99-1DF2-4CA3-B37F-8325FC0CDD62}" dt="2022-10-12T13:45:46.293" v="672" actId="478"/>
          <ac:spMkLst>
            <pc:docMk/>
            <pc:sldMk cId="4165378332" sldId="1786"/>
            <ac:spMk id="80" creationId="{407D7256-BC7B-4BF1-874F-66FA5B364512}"/>
          </ac:spMkLst>
        </pc:spChg>
        <pc:spChg chg="add mod">
          <ac:chgData name="Gellenoncourt, Kevin" userId="83ce2c6d-0bd4-4cd9-955e-dd3efc6a7d5a" providerId="ADAL" clId="{E5B61B99-1DF2-4CA3-B37F-8325FC0CDD62}" dt="2022-10-26T07:48:10.507" v="1862" actId="14100"/>
          <ac:spMkLst>
            <pc:docMk/>
            <pc:sldMk cId="4165378332" sldId="1786"/>
            <ac:spMk id="80" creationId="{D6C804CE-0D4C-4283-AE70-C494CF365E82}"/>
          </ac:spMkLst>
        </pc:spChg>
        <pc:spChg chg="add mod">
          <ac:chgData name="Gellenoncourt, Kevin" userId="83ce2c6d-0bd4-4cd9-955e-dd3efc6a7d5a" providerId="ADAL" clId="{E5B61B99-1DF2-4CA3-B37F-8325FC0CDD62}" dt="2022-10-13T09:00:52.940" v="1293" actId="1076"/>
          <ac:spMkLst>
            <pc:docMk/>
            <pc:sldMk cId="4165378332" sldId="1786"/>
            <ac:spMk id="81" creationId="{7C6DE549-89F0-4F1B-82E7-CB2556A44038}"/>
          </ac:spMkLst>
        </pc:spChg>
        <pc:spChg chg="del mod">
          <ac:chgData name="Gellenoncourt, Kevin" userId="83ce2c6d-0bd4-4cd9-955e-dd3efc6a7d5a" providerId="ADAL" clId="{E5B61B99-1DF2-4CA3-B37F-8325FC0CDD62}" dt="2022-10-13T09:04:09.042" v="1325" actId="478"/>
          <ac:spMkLst>
            <pc:docMk/>
            <pc:sldMk cId="4165378332" sldId="1786"/>
            <ac:spMk id="82" creationId="{1E7F9A4B-DDE5-4646-8652-CC7B5E23ADDF}"/>
          </ac:spMkLst>
        </pc:spChg>
        <pc:spChg chg="add mod">
          <ac:chgData name="Gellenoncourt, Kevin" userId="83ce2c6d-0bd4-4cd9-955e-dd3efc6a7d5a" providerId="ADAL" clId="{E5B61B99-1DF2-4CA3-B37F-8325FC0CDD62}" dt="2022-10-26T07:44:40.196" v="1808" actId="1076"/>
          <ac:spMkLst>
            <pc:docMk/>
            <pc:sldMk cId="4165378332" sldId="1786"/>
            <ac:spMk id="82" creationId="{A4925961-75C2-4F23-ABD7-97CC7FA57BCA}"/>
          </ac:spMkLst>
        </pc:spChg>
        <pc:spChg chg="add mod">
          <ac:chgData name="Gellenoncourt, Kevin" userId="83ce2c6d-0bd4-4cd9-955e-dd3efc6a7d5a" providerId="ADAL" clId="{E5B61B99-1DF2-4CA3-B37F-8325FC0CDD62}" dt="2022-10-26T07:44:49.371" v="1816" actId="1076"/>
          <ac:spMkLst>
            <pc:docMk/>
            <pc:sldMk cId="4165378332" sldId="1786"/>
            <ac:spMk id="84" creationId="{415A41C8-7121-480A-BF65-E78EB0AE8682}"/>
          </ac:spMkLst>
        </pc:spChg>
        <pc:spChg chg="del mod">
          <ac:chgData name="Gellenoncourt, Kevin" userId="83ce2c6d-0bd4-4cd9-955e-dd3efc6a7d5a" providerId="ADAL" clId="{E5B61B99-1DF2-4CA3-B37F-8325FC0CDD62}" dt="2022-10-13T09:04:09.042" v="1325" actId="478"/>
          <ac:spMkLst>
            <pc:docMk/>
            <pc:sldMk cId="4165378332" sldId="1786"/>
            <ac:spMk id="84" creationId="{D813DDF3-561A-4A7B-AC54-5D843345CB96}"/>
          </ac:spMkLst>
        </pc:spChg>
        <pc:spChg chg="mod">
          <ac:chgData name="Gellenoncourt, Kevin" userId="83ce2c6d-0bd4-4cd9-955e-dd3efc6a7d5a" providerId="ADAL" clId="{E5B61B99-1DF2-4CA3-B37F-8325FC0CDD62}" dt="2022-10-13T11:47:31.761" v="1432" actId="14100"/>
          <ac:spMkLst>
            <pc:docMk/>
            <pc:sldMk cId="4165378332" sldId="1786"/>
            <ac:spMk id="85" creationId="{958D6307-B365-45AD-8231-6590A09A0F6C}"/>
          </ac:spMkLst>
        </pc:spChg>
        <pc:spChg chg="mod">
          <ac:chgData name="Gellenoncourt, Kevin" userId="83ce2c6d-0bd4-4cd9-955e-dd3efc6a7d5a" providerId="ADAL" clId="{E5B61B99-1DF2-4CA3-B37F-8325FC0CDD62}" dt="2022-10-13T11:50:13.245" v="1472" actId="14100"/>
          <ac:spMkLst>
            <pc:docMk/>
            <pc:sldMk cId="4165378332" sldId="1786"/>
            <ac:spMk id="86" creationId="{288D0F55-399E-45B5-91A3-8DBFE7C255B1}"/>
          </ac:spMkLst>
        </pc:spChg>
        <pc:spChg chg="mod">
          <ac:chgData name="Gellenoncourt, Kevin" userId="83ce2c6d-0bd4-4cd9-955e-dd3efc6a7d5a" providerId="ADAL" clId="{E5B61B99-1DF2-4CA3-B37F-8325FC0CDD62}" dt="2022-10-13T11:51:00.771" v="1485" actId="14100"/>
          <ac:spMkLst>
            <pc:docMk/>
            <pc:sldMk cId="4165378332" sldId="1786"/>
            <ac:spMk id="87" creationId="{972DE5B5-2680-4622-A9AE-157764C63EFC}"/>
          </ac:spMkLst>
        </pc:spChg>
        <pc:spChg chg="mod">
          <ac:chgData name="Gellenoncourt, Kevin" userId="83ce2c6d-0bd4-4cd9-955e-dd3efc6a7d5a" providerId="ADAL" clId="{E5B61B99-1DF2-4CA3-B37F-8325FC0CDD62}" dt="2022-10-13T11:55:36.857" v="1538" actId="14100"/>
          <ac:spMkLst>
            <pc:docMk/>
            <pc:sldMk cId="4165378332" sldId="1786"/>
            <ac:spMk id="88" creationId="{48E1B415-54A5-4304-8523-A51BDCD21CBB}"/>
          </ac:spMkLst>
        </pc:spChg>
        <pc:spChg chg="mod">
          <ac:chgData name="Gellenoncourt, Kevin" userId="83ce2c6d-0bd4-4cd9-955e-dd3efc6a7d5a" providerId="ADAL" clId="{E5B61B99-1DF2-4CA3-B37F-8325FC0CDD62}" dt="2022-10-13T11:50:07.901" v="1471" actId="14100"/>
          <ac:spMkLst>
            <pc:docMk/>
            <pc:sldMk cId="4165378332" sldId="1786"/>
            <ac:spMk id="89" creationId="{12267559-1A35-4493-BACE-D21636586023}"/>
          </ac:spMkLst>
        </pc:spChg>
        <pc:spChg chg="mod">
          <ac:chgData name="Gellenoncourt, Kevin" userId="83ce2c6d-0bd4-4cd9-955e-dd3efc6a7d5a" providerId="ADAL" clId="{E5B61B99-1DF2-4CA3-B37F-8325FC0CDD62}" dt="2022-10-13T11:50:50.886" v="1483" actId="14100"/>
          <ac:spMkLst>
            <pc:docMk/>
            <pc:sldMk cId="4165378332" sldId="1786"/>
            <ac:spMk id="90" creationId="{AAC7F247-FA33-4AF7-847E-4E6B22CB3A99}"/>
          </ac:spMkLst>
        </pc:spChg>
        <pc:spChg chg="mod">
          <ac:chgData name="Gellenoncourt, Kevin" userId="83ce2c6d-0bd4-4cd9-955e-dd3efc6a7d5a" providerId="ADAL" clId="{E5B61B99-1DF2-4CA3-B37F-8325FC0CDD62}" dt="2022-10-13T11:51:32.074" v="1491" actId="14100"/>
          <ac:spMkLst>
            <pc:docMk/>
            <pc:sldMk cId="4165378332" sldId="1786"/>
            <ac:spMk id="91" creationId="{881210A6-126D-4FB5-A798-1814531BADD3}"/>
          </ac:spMkLst>
        </pc:spChg>
        <pc:spChg chg="mod">
          <ac:chgData name="Gellenoncourt, Kevin" userId="83ce2c6d-0bd4-4cd9-955e-dd3efc6a7d5a" providerId="ADAL" clId="{E5B61B99-1DF2-4CA3-B37F-8325FC0CDD62}" dt="2022-10-12T13:51:42.255" v="790" actId="14100"/>
          <ac:spMkLst>
            <pc:docMk/>
            <pc:sldMk cId="4165378332" sldId="1786"/>
            <ac:spMk id="92" creationId="{B9EB4296-AA0B-4A54-BDC1-206A62BFEA5B}"/>
          </ac:spMkLst>
        </pc:spChg>
        <pc:spChg chg="mod">
          <ac:chgData name="Gellenoncourt, Kevin" userId="83ce2c6d-0bd4-4cd9-955e-dd3efc6a7d5a" providerId="ADAL" clId="{E5B61B99-1DF2-4CA3-B37F-8325FC0CDD62}" dt="2022-10-13T11:54:47.471" v="1528" actId="14100"/>
          <ac:spMkLst>
            <pc:docMk/>
            <pc:sldMk cId="4165378332" sldId="1786"/>
            <ac:spMk id="93" creationId="{0BDD02D2-D5E2-4739-9EBC-BBB2C121E61C}"/>
          </ac:spMkLst>
        </pc:spChg>
        <pc:spChg chg="add mod">
          <ac:chgData name="Gellenoncourt, Kevin" userId="83ce2c6d-0bd4-4cd9-955e-dd3efc6a7d5a" providerId="ADAL" clId="{E5B61B99-1DF2-4CA3-B37F-8325FC0CDD62}" dt="2022-10-13T11:56:18.497" v="1548" actId="1076"/>
          <ac:spMkLst>
            <pc:docMk/>
            <pc:sldMk cId="4165378332" sldId="1786"/>
            <ac:spMk id="96" creationId="{D18175D3-F1E1-4D60-AAC3-31C68ADF79AF}"/>
          </ac:spMkLst>
        </pc:spChg>
        <pc:spChg chg="add mod">
          <ac:chgData name="Gellenoncourt, Kevin" userId="83ce2c6d-0bd4-4cd9-955e-dd3efc6a7d5a" providerId="ADAL" clId="{E5B61B99-1DF2-4CA3-B37F-8325FC0CDD62}" dt="2022-10-13T11:50:21.269" v="1474" actId="14100"/>
          <ac:spMkLst>
            <pc:docMk/>
            <pc:sldMk cId="4165378332" sldId="1786"/>
            <ac:spMk id="98" creationId="{45E689C0-0D86-4F35-A4DD-1125B2F16C5C}"/>
          </ac:spMkLst>
        </pc:spChg>
        <pc:spChg chg="add del mod">
          <ac:chgData name="Gellenoncourt, Kevin" userId="83ce2c6d-0bd4-4cd9-955e-dd3efc6a7d5a" providerId="ADAL" clId="{E5B61B99-1DF2-4CA3-B37F-8325FC0CDD62}" dt="2022-10-12T13:55:23.552" v="831" actId="478"/>
          <ac:spMkLst>
            <pc:docMk/>
            <pc:sldMk cId="4165378332" sldId="1786"/>
            <ac:spMk id="102" creationId="{15A9975A-BA11-4799-B63A-A489BF7A30EA}"/>
          </ac:spMkLst>
        </pc:spChg>
        <pc:spChg chg="add mod">
          <ac:chgData name="Gellenoncourt, Kevin" userId="83ce2c6d-0bd4-4cd9-955e-dd3efc6a7d5a" providerId="ADAL" clId="{E5B61B99-1DF2-4CA3-B37F-8325FC0CDD62}" dt="2022-10-13T11:53:57.004" v="1521" actId="14100"/>
          <ac:spMkLst>
            <pc:docMk/>
            <pc:sldMk cId="4165378332" sldId="1786"/>
            <ac:spMk id="102" creationId="{7D783F6F-9DB8-41AB-9E1C-41848DC5DA63}"/>
          </ac:spMkLst>
        </pc:spChg>
        <pc:spChg chg="add mod">
          <ac:chgData name="Gellenoncourt, Kevin" userId="83ce2c6d-0bd4-4cd9-955e-dd3efc6a7d5a" providerId="ADAL" clId="{E5B61B99-1DF2-4CA3-B37F-8325FC0CDD62}" dt="2022-10-13T11:45:30.712" v="1421" actId="20577"/>
          <ac:spMkLst>
            <pc:docMk/>
            <pc:sldMk cId="4165378332" sldId="1786"/>
            <ac:spMk id="104" creationId="{DA3B5210-3D83-4F5B-8BCA-41D35450616E}"/>
          </ac:spMkLst>
        </pc:spChg>
        <pc:spChg chg="add mod ord">
          <ac:chgData name="Gellenoncourt, Kevin" userId="83ce2c6d-0bd4-4cd9-955e-dd3efc6a7d5a" providerId="ADAL" clId="{E5B61B99-1DF2-4CA3-B37F-8325FC0CDD62}" dt="2022-10-13T11:47:53.558" v="1437" actId="1076"/>
          <ac:spMkLst>
            <pc:docMk/>
            <pc:sldMk cId="4165378332" sldId="1786"/>
            <ac:spMk id="105" creationId="{1EA4FCD6-D3A4-4DC1-9FB2-D41C33BD9F1A}"/>
          </ac:spMkLst>
        </pc:spChg>
        <pc:spChg chg="add mod">
          <ac:chgData name="Gellenoncourt, Kevin" userId="83ce2c6d-0bd4-4cd9-955e-dd3efc6a7d5a" providerId="ADAL" clId="{E5B61B99-1DF2-4CA3-B37F-8325FC0CDD62}" dt="2022-10-13T11:47:41.758" v="1434" actId="14100"/>
          <ac:spMkLst>
            <pc:docMk/>
            <pc:sldMk cId="4165378332" sldId="1786"/>
            <ac:spMk id="107" creationId="{D8DE5ECF-77FB-45F9-9D4B-DB879845E8E0}"/>
          </ac:spMkLst>
        </pc:spChg>
        <pc:spChg chg="add mod">
          <ac:chgData name="Gellenoncourt, Kevin" userId="83ce2c6d-0bd4-4cd9-955e-dd3efc6a7d5a" providerId="ADAL" clId="{E5B61B99-1DF2-4CA3-B37F-8325FC0CDD62}" dt="2022-10-13T11:48:53.716" v="1453" actId="1076"/>
          <ac:spMkLst>
            <pc:docMk/>
            <pc:sldMk cId="4165378332" sldId="1786"/>
            <ac:spMk id="109" creationId="{20B8C31B-9D69-4333-89E4-12CEA3532D4B}"/>
          </ac:spMkLst>
        </pc:spChg>
        <pc:spChg chg="add mod">
          <ac:chgData name="Gellenoncourt, Kevin" userId="83ce2c6d-0bd4-4cd9-955e-dd3efc6a7d5a" providerId="ADAL" clId="{E5B61B99-1DF2-4CA3-B37F-8325FC0CDD62}" dt="2022-10-26T07:47:56.185" v="1859" actId="14100"/>
          <ac:spMkLst>
            <pc:docMk/>
            <pc:sldMk cId="4165378332" sldId="1786"/>
            <ac:spMk id="111" creationId="{8CF7A39D-D63D-4C40-8259-2E2374E735F6}"/>
          </ac:spMkLst>
        </pc:spChg>
        <pc:spChg chg="add mod">
          <ac:chgData name="Gellenoncourt, Kevin" userId="83ce2c6d-0bd4-4cd9-955e-dd3efc6a7d5a" providerId="ADAL" clId="{E5B61B99-1DF2-4CA3-B37F-8325FC0CDD62}" dt="2022-10-26T07:46:04.132" v="1841" actId="1076"/>
          <ac:spMkLst>
            <pc:docMk/>
            <pc:sldMk cId="4165378332" sldId="1786"/>
            <ac:spMk id="112" creationId="{C9F424FC-36B0-4F84-93B8-B0803D27D08B}"/>
          </ac:spMkLst>
        </pc:spChg>
        <pc:spChg chg="add mod">
          <ac:chgData name="Gellenoncourt, Kevin" userId="83ce2c6d-0bd4-4cd9-955e-dd3efc6a7d5a" providerId="ADAL" clId="{E5B61B99-1DF2-4CA3-B37F-8325FC0CDD62}" dt="2022-10-26T07:47:29.868" v="1856" actId="14100"/>
          <ac:spMkLst>
            <pc:docMk/>
            <pc:sldMk cId="4165378332" sldId="1786"/>
            <ac:spMk id="114" creationId="{A8582BA4-9091-4512-A513-B0A002FFE085}"/>
          </ac:spMkLst>
        </pc:spChg>
        <pc:spChg chg="add mod">
          <ac:chgData name="Gellenoncourt, Kevin" userId="83ce2c6d-0bd4-4cd9-955e-dd3efc6a7d5a" providerId="ADAL" clId="{E5B61B99-1DF2-4CA3-B37F-8325FC0CDD62}" dt="2022-10-26T07:47:23.906" v="1855" actId="14100"/>
          <ac:spMkLst>
            <pc:docMk/>
            <pc:sldMk cId="4165378332" sldId="1786"/>
            <ac:spMk id="115" creationId="{14FBA33A-EE59-41E6-83F5-9D758A74CB4D}"/>
          </ac:spMkLst>
        </pc:spChg>
        <pc:spChg chg="add mod ord">
          <ac:chgData name="Gellenoncourt, Kevin" userId="83ce2c6d-0bd4-4cd9-955e-dd3efc6a7d5a" providerId="ADAL" clId="{E5B61B99-1DF2-4CA3-B37F-8325FC0CDD62}" dt="2022-10-13T11:54:09.359" v="1523" actId="14100"/>
          <ac:spMkLst>
            <pc:docMk/>
            <pc:sldMk cId="4165378332" sldId="1786"/>
            <ac:spMk id="119" creationId="{DD5F72B5-ADC2-4BDE-B4AB-70465856BC3C}"/>
          </ac:spMkLst>
        </pc:spChg>
        <pc:cxnChg chg="mod">
          <ac:chgData name="Gellenoncourt, Kevin" userId="83ce2c6d-0bd4-4cd9-955e-dd3efc6a7d5a" providerId="ADAL" clId="{E5B61B99-1DF2-4CA3-B37F-8325FC0CDD62}" dt="2022-10-26T07:47:48.615" v="1858" actId="1076"/>
          <ac:cxnSpMkLst>
            <pc:docMk/>
            <pc:sldMk cId="4165378332" sldId="1786"/>
            <ac:cxnSpMk id="52" creationId="{72F08F23-27BF-4E87-8014-4FCF1CCB880B}"/>
          </ac:cxnSpMkLst>
        </pc:cxnChg>
        <pc:cxnChg chg="mod">
          <ac:chgData name="Gellenoncourt, Kevin" userId="83ce2c6d-0bd4-4cd9-955e-dd3efc6a7d5a" providerId="ADAL" clId="{E5B61B99-1DF2-4CA3-B37F-8325FC0CDD62}" dt="2022-10-26T07:47:48.615" v="1858" actId="1076"/>
          <ac:cxnSpMkLst>
            <pc:docMk/>
            <pc:sldMk cId="4165378332" sldId="1786"/>
            <ac:cxnSpMk id="72" creationId="{9B9F918D-273E-472B-B59F-C57144B466F3}"/>
          </ac:cxnSpMkLst>
        </pc:cxnChg>
        <pc:cxnChg chg="mod">
          <ac:chgData name="Gellenoncourt, Kevin" userId="83ce2c6d-0bd4-4cd9-955e-dd3efc6a7d5a" providerId="ADAL" clId="{E5B61B99-1DF2-4CA3-B37F-8325FC0CDD62}" dt="2022-10-26T07:47:48.615" v="1858" actId="1076"/>
          <ac:cxnSpMkLst>
            <pc:docMk/>
            <pc:sldMk cId="4165378332" sldId="1786"/>
            <ac:cxnSpMk id="73" creationId="{827E3DA6-F77A-4811-A0A9-A71C79B571F9}"/>
          </ac:cxnSpMkLst>
        </pc:cxnChg>
        <pc:cxnChg chg="del mod">
          <ac:chgData name="Gellenoncourt, Kevin" userId="83ce2c6d-0bd4-4cd9-955e-dd3efc6a7d5a" providerId="ADAL" clId="{E5B61B99-1DF2-4CA3-B37F-8325FC0CDD62}" dt="2022-10-12T13:45:46.293" v="672" actId="478"/>
          <ac:cxnSpMkLst>
            <pc:docMk/>
            <pc:sldMk cId="4165378332" sldId="1786"/>
            <ac:cxnSpMk id="75" creationId="{C6BA1B6E-129C-4370-80F9-3BCEDB251A1B}"/>
          </ac:cxnSpMkLst>
        </pc:cxnChg>
        <pc:cxnChg chg="add mod">
          <ac:chgData name="Gellenoncourt, Kevin" userId="83ce2c6d-0bd4-4cd9-955e-dd3efc6a7d5a" providerId="ADAL" clId="{E5B61B99-1DF2-4CA3-B37F-8325FC0CDD62}" dt="2022-10-13T11:55:44.569" v="1540" actId="14100"/>
          <ac:cxnSpMkLst>
            <pc:docMk/>
            <pc:sldMk cId="4165378332" sldId="1786"/>
            <ac:cxnSpMk id="78" creationId="{4E03616F-B2E9-462A-A1E8-A008829DAC61}"/>
          </ac:cxnSpMkLst>
        </pc:cxnChg>
        <pc:cxnChg chg="del mod">
          <ac:chgData name="Gellenoncourt, Kevin" userId="83ce2c6d-0bd4-4cd9-955e-dd3efc6a7d5a" providerId="ADAL" clId="{E5B61B99-1DF2-4CA3-B37F-8325FC0CDD62}" dt="2022-10-12T13:45:46.293" v="672" actId="478"/>
          <ac:cxnSpMkLst>
            <pc:docMk/>
            <pc:sldMk cId="4165378332" sldId="1786"/>
            <ac:cxnSpMk id="81" creationId="{3A8D3FB3-6C16-4E0B-A53C-FE9BD3053BEF}"/>
          </ac:cxnSpMkLst>
        </pc:cxnChg>
        <pc:cxnChg chg="add mod">
          <ac:chgData name="Gellenoncourt, Kevin" userId="83ce2c6d-0bd4-4cd9-955e-dd3efc6a7d5a" providerId="ADAL" clId="{E5B61B99-1DF2-4CA3-B37F-8325FC0CDD62}" dt="2022-10-13T11:56:37.885" v="1555" actId="14100"/>
          <ac:cxnSpMkLst>
            <pc:docMk/>
            <pc:sldMk cId="4165378332" sldId="1786"/>
            <ac:cxnSpMk id="94" creationId="{EBD882D4-97CF-484B-87E5-3998B2F3CDBF}"/>
          </ac:cxnSpMkLst>
        </pc:cxnChg>
        <pc:cxnChg chg="add mod">
          <ac:chgData name="Gellenoncourt, Kevin" userId="83ce2c6d-0bd4-4cd9-955e-dd3efc6a7d5a" providerId="ADAL" clId="{E5B61B99-1DF2-4CA3-B37F-8325FC0CDD62}" dt="2022-10-13T11:56:23.312" v="1549" actId="14100"/>
          <ac:cxnSpMkLst>
            <pc:docMk/>
            <pc:sldMk cId="4165378332" sldId="1786"/>
            <ac:cxnSpMk id="95" creationId="{0B8AC560-C523-4012-86C5-9374060206AB}"/>
          </ac:cxnSpMkLst>
        </pc:cxnChg>
        <pc:cxnChg chg="add mod">
          <ac:chgData name="Gellenoncourt, Kevin" userId="83ce2c6d-0bd4-4cd9-955e-dd3efc6a7d5a" providerId="ADAL" clId="{E5B61B99-1DF2-4CA3-B37F-8325FC0CDD62}" dt="2022-10-13T11:50:21.269" v="1474" actId="14100"/>
          <ac:cxnSpMkLst>
            <pc:docMk/>
            <pc:sldMk cId="4165378332" sldId="1786"/>
            <ac:cxnSpMk id="97" creationId="{9A1F4571-7673-42EC-8382-E6531A88620C}"/>
          </ac:cxnSpMkLst>
        </pc:cxnChg>
        <pc:cxnChg chg="add mod">
          <ac:chgData name="Gellenoncourt, Kevin" userId="83ce2c6d-0bd4-4cd9-955e-dd3efc6a7d5a" providerId="ADAL" clId="{E5B61B99-1DF2-4CA3-B37F-8325FC0CDD62}" dt="2022-10-13T11:51:52.954" v="1495" actId="14100"/>
          <ac:cxnSpMkLst>
            <pc:docMk/>
            <pc:sldMk cId="4165378332" sldId="1786"/>
            <ac:cxnSpMk id="100" creationId="{6D6983E7-5996-4A56-B138-53DBABAB43CE}"/>
          </ac:cxnSpMkLst>
        </pc:cxnChg>
        <pc:cxnChg chg="add mod">
          <ac:chgData name="Gellenoncourt, Kevin" userId="83ce2c6d-0bd4-4cd9-955e-dd3efc6a7d5a" providerId="ADAL" clId="{E5B61B99-1DF2-4CA3-B37F-8325FC0CDD62}" dt="2022-10-13T11:51:37.914" v="1492" actId="14100"/>
          <ac:cxnSpMkLst>
            <pc:docMk/>
            <pc:sldMk cId="4165378332" sldId="1786"/>
            <ac:cxnSpMk id="101" creationId="{571304E7-E6CC-4212-84FD-EB2E25CE6860}"/>
          </ac:cxnSpMkLst>
        </pc:cxnChg>
        <pc:cxnChg chg="add mod">
          <ac:chgData name="Gellenoncourt, Kevin" userId="83ce2c6d-0bd4-4cd9-955e-dd3efc6a7d5a" providerId="ADAL" clId="{E5B61B99-1DF2-4CA3-B37F-8325FC0CDD62}" dt="2022-10-26T07:40:59.287" v="1791" actId="108"/>
          <ac:cxnSpMkLst>
            <pc:docMk/>
            <pc:sldMk cId="4165378332" sldId="1786"/>
            <ac:cxnSpMk id="103" creationId="{09D7ACA9-14B9-4720-B605-8E6DF6D114CB}"/>
          </ac:cxnSpMkLst>
        </pc:cxnChg>
        <pc:cxnChg chg="add mod">
          <ac:chgData name="Gellenoncourt, Kevin" userId="83ce2c6d-0bd4-4cd9-955e-dd3efc6a7d5a" providerId="ADAL" clId="{E5B61B99-1DF2-4CA3-B37F-8325FC0CDD62}" dt="2022-10-26T07:48:03.311" v="1860" actId="1076"/>
          <ac:cxnSpMkLst>
            <pc:docMk/>
            <pc:sldMk cId="4165378332" sldId="1786"/>
            <ac:cxnSpMk id="106" creationId="{71A7BE11-560E-44FE-B288-D29788D5ED45}"/>
          </ac:cxnSpMkLst>
        </pc:cxnChg>
        <pc:cxnChg chg="add mod">
          <ac:chgData name="Gellenoncourt, Kevin" userId="83ce2c6d-0bd4-4cd9-955e-dd3efc6a7d5a" providerId="ADAL" clId="{E5B61B99-1DF2-4CA3-B37F-8325FC0CDD62}" dt="2022-10-13T11:51:56.522" v="1496" actId="14100"/>
          <ac:cxnSpMkLst>
            <pc:docMk/>
            <pc:sldMk cId="4165378332" sldId="1786"/>
            <ac:cxnSpMk id="108" creationId="{6EA26026-1DFD-47CF-ADCF-4BFF3AE394C8}"/>
          </ac:cxnSpMkLst>
        </pc:cxnChg>
        <pc:cxnChg chg="add mod">
          <ac:chgData name="Gellenoncourt, Kevin" userId="83ce2c6d-0bd4-4cd9-955e-dd3efc6a7d5a" providerId="ADAL" clId="{E5B61B99-1DF2-4CA3-B37F-8325FC0CDD62}" dt="2022-10-13T11:49:26.513" v="1463" actId="108"/>
          <ac:cxnSpMkLst>
            <pc:docMk/>
            <pc:sldMk cId="4165378332" sldId="1786"/>
            <ac:cxnSpMk id="110" creationId="{C4198B5A-39AA-4970-960B-8C505F53436F}"/>
          </ac:cxnSpMkLst>
        </pc:cxnChg>
        <pc:cxnChg chg="add mod">
          <ac:chgData name="Gellenoncourt, Kevin" userId="83ce2c6d-0bd4-4cd9-955e-dd3efc6a7d5a" providerId="ADAL" clId="{E5B61B99-1DF2-4CA3-B37F-8325FC0CDD62}" dt="2022-10-13T11:51:42.226" v="1493" actId="14100"/>
          <ac:cxnSpMkLst>
            <pc:docMk/>
            <pc:sldMk cId="4165378332" sldId="1786"/>
            <ac:cxnSpMk id="113" creationId="{496CAA89-46A1-4F65-83BD-4405C3E4EDC2}"/>
          </ac:cxnSpMkLst>
        </pc:cxnChg>
        <pc:cxnChg chg="add mod">
          <ac:chgData name="Gellenoncourt, Kevin" userId="83ce2c6d-0bd4-4cd9-955e-dd3efc6a7d5a" providerId="ADAL" clId="{E5B61B99-1DF2-4CA3-B37F-8325FC0CDD62}" dt="2022-10-13T11:54:09.359" v="1523" actId="14100"/>
          <ac:cxnSpMkLst>
            <pc:docMk/>
            <pc:sldMk cId="4165378332" sldId="1786"/>
            <ac:cxnSpMk id="118" creationId="{0539DAFE-D172-4573-B4A0-D75E8FFBA234}"/>
          </ac:cxnSpMkLst>
        </pc:cxnChg>
        <pc:cxnChg chg="add mod">
          <ac:chgData name="Gellenoncourt, Kevin" userId="83ce2c6d-0bd4-4cd9-955e-dd3efc6a7d5a" providerId="ADAL" clId="{E5B61B99-1DF2-4CA3-B37F-8325FC0CDD62}" dt="2022-10-13T11:55:04.393" v="1531" actId="14100"/>
          <ac:cxnSpMkLst>
            <pc:docMk/>
            <pc:sldMk cId="4165378332" sldId="1786"/>
            <ac:cxnSpMk id="126" creationId="{771E6FF3-8ABE-4C8C-87F0-6CFD5171569E}"/>
          </ac:cxnSpMkLst>
        </pc:cxnChg>
      </pc:sldChg>
      <pc:sldChg chg="modSp add mod">
        <pc:chgData name="Gellenoncourt, Kevin" userId="83ce2c6d-0bd4-4cd9-955e-dd3efc6a7d5a" providerId="ADAL" clId="{E5B61B99-1DF2-4CA3-B37F-8325FC0CDD62}" dt="2022-10-26T07:52:00.952" v="1946" actId="20577"/>
        <pc:sldMkLst>
          <pc:docMk/>
          <pc:sldMk cId="2213408317" sldId="1787"/>
        </pc:sldMkLst>
        <pc:spChg chg="mod">
          <ac:chgData name="Gellenoncourt, Kevin" userId="83ce2c6d-0bd4-4cd9-955e-dd3efc6a7d5a" providerId="ADAL" clId="{E5B61B99-1DF2-4CA3-B37F-8325FC0CDD62}" dt="2022-10-26T07:52:00.952" v="1946" actId="20577"/>
          <ac:spMkLst>
            <pc:docMk/>
            <pc:sldMk cId="2213408317" sldId="1787"/>
            <ac:spMk id="83" creationId="{DBC00441-79CC-F49A-6D78-B45BBF8238FF}"/>
          </ac:spMkLst>
        </pc:spChg>
      </pc:sldChg>
      <pc:sldMasterChg chg="addSp delSp modSp mod modSldLayout">
        <pc:chgData name="Gellenoncourt, Kevin" userId="83ce2c6d-0bd4-4cd9-955e-dd3efc6a7d5a" providerId="ADAL" clId="{E5B61B99-1DF2-4CA3-B37F-8325FC0CDD62}" dt="2022-10-13T13:38:01.454" v="1568"/>
        <pc:sldMasterMkLst>
          <pc:docMk/>
          <pc:sldMasterMk cId="2662554043" sldId="2147483649"/>
        </pc:sldMasterMkLst>
        <pc:spChg chg="add del mod">
          <ac:chgData name="Gellenoncourt, Kevin" userId="83ce2c6d-0bd4-4cd9-955e-dd3efc6a7d5a" providerId="ADAL" clId="{E5B61B99-1DF2-4CA3-B37F-8325FC0CDD62}" dt="2022-10-13T13:38:01.454" v="1568"/>
          <ac:spMkLst>
            <pc:docMk/>
            <pc:sldMasterMk cId="2662554043" sldId="2147483649"/>
            <ac:spMk id="6" creationId="{4E0CE683-2EEB-4B1A-9266-A8B87BC7882F}"/>
          </ac:spMkLst>
        </pc:spChg>
        <pc:spChg chg="add mod">
          <ac:chgData name="Gellenoncourt, Kevin" userId="83ce2c6d-0bd4-4cd9-955e-dd3efc6a7d5a" providerId="ADAL" clId="{E5B61B99-1DF2-4CA3-B37F-8325FC0CDD62}" dt="2022-10-12T14:38:14.435" v="951"/>
          <ac:spMkLst>
            <pc:docMk/>
            <pc:sldMasterMk cId="2662554043" sldId="2147483649"/>
            <ac:spMk id="7" creationId="{B11F01F8-E215-4222-A16F-08AED46B47DC}"/>
          </ac:spMkLst>
        </pc:spChg>
        <pc:spChg chg="add mod">
          <ac:chgData name="Gellenoncourt, Kevin" userId="83ce2c6d-0bd4-4cd9-955e-dd3efc6a7d5a" providerId="ADAL" clId="{E5B61B99-1DF2-4CA3-B37F-8325FC0CDD62}" dt="2022-10-12T14:38:17.323" v="954"/>
          <ac:spMkLst>
            <pc:docMk/>
            <pc:sldMasterMk cId="2662554043" sldId="2147483649"/>
            <ac:spMk id="9" creationId="{B11F01F8-E215-4222-A16F-08AED46B47DC}"/>
          </ac:spMkLst>
        </pc:spChg>
        <pc:sldLayoutChg chg="addSp delSp modSp mod">
          <pc:chgData name="Gellenoncourt, Kevin" userId="83ce2c6d-0bd4-4cd9-955e-dd3efc6a7d5a" providerId="ADAL" clId="{E5B61B99-1DF2-4CA3-B37F-8325FC0CDD62}" dt="2022-10-13T13:38:01.454" v="1568"/>
          <pc:sldLayoutMkLst>
            <pc:docMk/>
            <pc:sldMasterMk cId="2662554043" sldId="2147483649"/>
            <pc:sldLayoutMk cId="3954083173" sldId="2147483658"/>
          </pc:sldLayoutMkLst>
          <pc:spChg chg="add mod">
            <ac:chgData name="Gellenoncourt, Kevin" userId="83ce2c6d-0bd4-4cd9-955e-dd3efc6a7d5a" providerId="ADAL" clId="{E5B61B99-1DF2-4CA3-B37F-8325FC0CDD62}" dt="2022-10-13T13:38:01.454" v="1568"/>
            <ac:spMkLst>
              <pc:docMk/>
              <pc:sldMasterMk cId="2662554043" sldId="2147483649"/>
              <pc:sldLayoutMk cId="3954083173" sldId="2147483658"/>
              <ac:spMk id="9" creationId="{48C836FA-5F1F-4FBD-87A1-1980284729F2}"/>
            </ac:spMkLst>
          </pc:spChg>
          <pc:spChg chg="del">
            <ac:chgData name="Gellenoncourt, Kevin" userId="83ce2c6d-0bd4-4cd9-955e-dd3efc6a7d5a" providerId="ADAL" clId="{E5B61B99-1DF2-4CA3-B37F-8325FC0CDD62}" dt="2022-10-12T14:39:04.151" v="978" actId="478"/>
            <ac:spMkLst>
              <pc:docMk/>
              <pc:sldMasterMk cId="2662554043" sldId="2147483649"/>
              <pc:sldLayoutMk cId="3954083173" sldId="2147483658"/>
              <ac:spMk id="11" creationId="{E39BD297-84E4-4B04-8257-7AA7C17813D9}"/>
            </ac:spMkLst>
          </pc:spChg>
        </pc:sldLayoutChg>
        <pc:sldLayoutChg chg="addSp delSp modSp mod">
          <pc:chgData name="Gellenoncourt, Kevin" userId="83ce2c6d-0bd4-4cd9-955e-dd3efc6a7d5a" providerId="ADAL" clId="{E5B61B99-1DF2-4CA3-B37F-8325FC0CDD62}" dt="2022-10-13T13:38:01.454" v="1568"/>
          <pc:sldLayoutMkLst>
            <pc:docMk/>
            <pc:sldMasterMk cId="2662554043" sldId="2147483649"/>
            <pc:sldLayoutMk cId="3633095301" sldId="2147483662"/>
          </pc:sldLayoutMkLst>
          <pc:spChg chg="del">
            <ac:chgData name="Gellenoncourt, Kevin" userId="83ce2c6d-0bd4-4cd9-955e-dd3efc6a7d5a" providerId="ADAL" clId="{E5B61B99-1DF2-4CA3-B37F-8325FC0CDD62}" dt="2022-10-12T14:38:47.183" v="970" actId="478"/>
            <ac:spMkLst>
              <pc:docMk/>
              <pc:sldMasterMk cId="2662554043" sldId="2147483649"/>
              <pc:sldLayoutMk cId="3633095301" sldId="2147483662"/>
              <ac:spMk id="4" creationId="{B437297F-17EE-49C1-A53C-F32277F48814}"/>
            </ac:spMkLst>
          </pc:spChg>
          <pc:spChg chg="add mod">
            <ac:chgData name="Gellenoncourt, Kevin" userId="83ce2c6d-0bd4-4cd9-955e-dd3efc6a7d5a" providerId="ADAL" clId="{E5B61B99-1DF2-4CA3-B37F-8325FC0CDD62}" dt="2022-10-13T13:38:01.454" v="1568"/>
            <ac:spMkLst>
              <pc:docMk/>
              <pc:sldMasterMk cId="2662554043" sldId="2147483649"/>
              <pc:sldLayoutMk cId="3633095301" sldId="2147483662"/>
              <ac:spMk id="8" creationId="{3190CF0E-00B6-48BE-8C2D-2F89C1BCAB2B}"/>
            </ac:spMkLst>
          </pc:spChg>
        </pc:sldLayoutChg>
        <pc:sldLayoutChg chg="addSp delSp modSp mod">
          <pc:chgData name="Gellenoncourt, Kevin" userId="83ce2c6d-0bd4-4cd9-955e-dd3efc6a7d5a" providerId="ADAL" clId="{E5B61B99-1DF2-4CA3-B37F-8325FC0CDD62}" dt="2022-10-13T13:38:01.454" v="1568"/>
          <pc:sldLayoutMkLst>
            <pc:docMk/>
            <pc:sldMasterMk cId="2662554043" sldId="2147483649"/>
            <pc:sldLayoutMk cId="2079725883" sldId="2147483663"/>
          </pc:sldLayoutMkLst>
          <pc:spChg chg="add del">
            <ac:chgData name="Gellenoncourt, Kevin" userId="83ce2c6d-0bd4-4cd9-955e-dd3efc6a7d5a" providerId="ADAL" clId="{E5B61B99-1DF2-4CA3-B37F-8325FC0CDD62}" dt="2022-10-12T14:38:40.049" v="968" actId="478"/>
            <ac:spMkLst>
              <pc:docMk/>
              <pc:sldMasterMk cId="2662554043" sldId="2147483649"/>
              <pc:sldLayoutMk cId="2079725883" sldId="2147483663"/>
              <ac:spMk id="4" creationId="{1B7409F1-2C41-43F5-A7BB-7D4BB3AA7B68}"/>
            </ac:spMkLst>
          </pc:spChg>
          <pc:spChg chg="add mod">
            <ac:chgData name="Gellenoncourt, Kevin" userId="83ce2c6d-0bd4-4cd9-955e-dd3efc6a7d5a" providerId="ADAL" clId="{E5B61B99-1DF2-4CA3-B37F-8325FC0CDD62}" dt="2022-10-12T14:38:29.947" v="966"/>
            <ac:spMkLst>
              <pc:docMk/>
              <pc:sldMasterMk cId="2662554043" sldId="2147483649"/>
              <pc:sldLayoutMk cId="2079725883" sldId="2147483663"/>
              <ac:spMk id="7" creationId="{B11F01F8-E215-4222-A16F-08AED46B47DC}"/>
            </ac:spMkLst>
          </pc:spChg>
          <pc:spChg chg="add mod">
            <ac:chgData name="Gellenoncourt, Kevin" userId="83ce2c6d-0bd4-4cd9-955e-dd3efc6a7d5a" providerId="ADAL" clId="{E5B61B99-1DF2-4CA3-B37F-8325FC0CDD62}" dt="2022-10-13T13:38:01.454" v="1568"/>
            <ac:spMkLst>
              <pc:docMk/>
              <pc:sldMasterMk cId="2662554043" sldId="2147483649"/>
              <pc:sldLayoutMk cId="2079725883" sldId="2147483663"/>
              <ac:spMk id="9" creationId="{3ACD4B06-0C18-46D3-A239-63BB0F581A72}"/>
            </ac:spMkLst>
          </pc:spChg>
        </pc:sldLayoutChg>
        <pc:sldLayoutChg chg="addSp delSp modSp mod">
          <pc:chgData name="Gellenoncourt, Kevin" userId="83ce2c6d-0bd4-4cd9-955e-dd3efc6a7d5a" providerId="ADAL" clId="{E5B61B99-1DF2-4CA3-B37F-8325FC0CDD62}" dt="2022-10-13T13:38:01.454" v="1568"/>
          <pc:sldLayoutMkLst>
            <pc:docMk/>
            <pc:sldMasterMk cId="2662554043" sldId="2147483649"/>
            <pc:sldLayoutMk cId="3492076561" sldId="2147483665"/>
          </pc:sldLayoutMkLst>
          <pc:spChg chg="del">
            <ac:chgData name="Gellenoncourt, Kevin" userId="83ce2c6d-0bd4-4cd9-955e-dd3efc6a7d5a" providerId="ADAL" clId="{E5B61B99-1DF2-4CA3-B37F-8325FC0CDD62}" dt="2022-10-12T14:38:54.799" v="974" actId="478"/>
            <ac:spMkLst>
              <pc:docMk/>
              <pc:sldMasterMk cId="2662554043" sldId="2147483649"/>
              <pc:sldLayoutMk cId="3492076561" sldId="2147483665"/>
              <ac:spMk id="4" creationId="{B437297F-17EE-49C1-A53C-F32277F48814}"/>
            </ac:spMkLst>
          </pc:spChg>
          <pc:spChg chg="add mod">
            <ac:chgData name="Gellenoncourt, Kevin" userId="83ce2c6d-0bd4-4cd9-955e-dd3efc6a7d5a" providerId="ADAL" clId="{E5B61B99-1DF2-4CA3-B37F-8325FC0CDD62}" dt="2022-10-13T13:38:01.454" v="1568"/>
            <ac:spMkLst>
              <pc:docMk/>
              <pc:sldMasterMk cId="2662554043" sldId="2147483649"/>
              <pc:sldLayoutMk cId="3492076561" sldId="2147483665"/>
              <ac:spMk id="8" creationId="{875A62A3-5A4E-4298-B1FE-C021CA172EF5}"/>
            </ac:spMkLst>
          </pc:spChg>
        </pc:sldLayoutChg>
        <pc:sldLayoutChg chg="addSp delSp modSp mod">
          <pc:chgData name="Gellenoncourt, Kevin" userId="83ce2c6d-0bd4-4cd9-955e-dd3efc6a7d5a" providerId="ADAL" clId="{E5B61B99-1DF2-4CA3-B37F-8325FC0CDD62}" dt="2022-10-13T13:38:01.454" v="1568"/>
          <pc:sldLayoutMkLst>
            <pc:docMk/>
            <pc:sldMasterMk cId="2662554043" sldId="2147483649"/>
            <pc:sldLayoutMk cId="1606867666" sldId="2147483666"/>
          </pc:sldLayoutMkLst>
          <pc:spChg chg="del">
            <ac:chgData name="Gellenoncourt, Kevin" userId="83ce2c6d-0bd4-4cd9-955e-dd3efc6a7d5a" providerId="ADAL" clId="{E5B61B99-1DF2-4CA3-B37F-8325FC0CDD62}" dt="2022-10-12T14:38:51.256" v="972" actId="478"/>
            <ac:spMkLst>
              <pc:docMk/>
              <pc:sldMasterMk cId="2662554043" sldId="2147483649"/>
              <pc:sldLayoutMk cId="1606867666" sldId="2147483666"/>
              <ac:spMk id="4" creationId="{B437297F-17EE-49C1-A53C-F32277F48814}"/>
            </ac:spMkLst>
          </pc:spChg>
          <pc:spChg chg="add mod">
            <ac:chgData name="Gellenoncourt, Kevin" userId="83ce2c6d-0bd4-4cd9-955e-dd3efc6a7d5a" providerId="ADAL" clId="{E5B61B99-1DF2-4CA3-B37F-8325FC0CDD62}" dt="2022-10-13T13:38:01.454" v="1568"/>
            <ac:spMkLst>
              <pc:docMk/>
              <pc:sldMasterMk cId="2662554043" sldId="2147483649"/>
              <pc:sldLayoutMk cId="1606867666" sldId="2147483666"/>
              <ac:spMk id="11" creationId="{9934587E-68EB-42AD-A40E-A7B4FA8507E9}"/>
            </ac:spMkLst>
          </pc:spChg>
        </pc:sldLayoutChg>
        <pc:sldLayoutChg chg="addSp delSp modSp mod">
          <pc:chgData name="Gellenoncourt, Kevin" userId="83ce2c6d-0bd4-4cd9-955e-dd3efc6a7d5a" providerId="ADAL" clId="{E5B61B99-1DF2-4CA3-B37F-8325FC0CDD62}" dt="2022-10-13T13:38:01.454" v="1568"/>
          <pc:sldLayoutMkLst>
            <pc:docMk/>
            <pc:sldMasterMk cId="2662554043" sldId="2147483649"/>
            <pc:sldLayoutMk cId="1561414377" sldId="2147483667"/>
          </pc:sldLayoutMkLst>
          <pc:spChg chg="del">
            <ac:chgData name="Gellenoncourt, Kevin" userId="83ce2c6d-0bd4-4cd9-955e-dd3efc6a7d5a" providerId="ADAL" clId="{E5B61B99-1DF2-4CA3-B37F-8325FC0CDD62}" dt="2022-10-12T14:38:59.574" v="976" actId="478"/>
            <ac:spMkLst>
              <pc:docMk/>
              <pc:sldMasterMk cId="2662554043" sldId="2147483649"/>
              <pc:sldLayoutMk cId="1561414377" sldId="2147483667"/>
              <ac:spMk id="4" creationId="{B437297F-17EE-49C1-A53C-F32277F48814}"/>
            </ac:spMkLst>
          </pc:spChg>
          <pc:spChg chg="add mod">
            <ac:chgData name="Gellenoncourt, Kevin" userId="83ce2c6d-0bd4-4cd9-955e-dd3efc6a7d5a" providerId="ADAL" clId="{E5B61B99-1DF2-4CA3-B37F-8325FC0CDD62}" dt="2022-10-13T13:38:01.454" v="1568"/>
            <ac:spMkLst>
              <pc:docMk/>
              <pc:sldMasterMk cId="2662554043" sldId="2147483649"/>
              <pc:sldLayoutMk cId="1561414377" sldId="2147483667"/>
              <ac:spMk id="8" creationId="{8F1845DB-DCDE-45FB-8F73-7C5A4A05511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90246E73-124C-4F68-8A86-58F3E12EB5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E4B8AD5-8AD8-4208-B556-B3B21EA68E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9B831-4E69-4D2A-AD19-BF4301D60DCB}" type="datetimeFigureOut">
              <a:rPr lang="fr-FR" smtClean="0"/>
              <a:t>28/04/2025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FF95206-7A9F-4D0C-8FC3-085739D5E9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7BF20B6-CDB9-4861-A775-AF7193D6C2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F4F53E-5B08-447E-A5A6-1405897979A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61243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CD3A5E-BD05-4410-88B3-BEFECD2D9F92}" type="datetimeFigureOut">
              <a:rPr lang="fr-FR" smtClean="0"/>
              <a:t>28/04/2025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5D11B-0242-421F-A54B-8A2F6741EC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8904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1E7DE-7724-4FAA-9313-E9F0A418BAB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355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1E7DE-7724-4FAA-9313-E9F0A418BAB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7149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D0581710-AA1B-493A-BFBA-1460E3D4C38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88000" y="2127247"/>
            <a:ext cx="8985810" cy="820140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800" b="1" i="0" cap="all" spc="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4360FD32-D9B8-48CB-9F69-66C33B7C54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8000" y="3293616"/>
            <a:ext cx="3046649" cy="367878"/>
          </a:xfrm>
          <a:prstGeom prst="rect">
            <a:avLst/>
          </a:prstGeom>
          <a:solidFill>
            <a:schemeClr val="bg2"/>
          </a:solidFill>
        </p:spPr>
        <p:txBody>
          <a:bodyPr wrap="square" lIns="90000" tIns="54000" rIns="90000" bIns="36000">
            <a:spAutoFit/>
          </a:bodyPr>
          <a:lstStyle>
            <a:lvl1pPr marL="0" indent="0" algn="l">
              <a:buNone/>
              <a:defRPr sz="2000" b="0" i="0" cap="all" spc="30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Nom du client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1A9975F-0192-4B25-A478-53B71FC331E5}"/>
              </a:ext>
            </a:extLst>
          </p:cNvPr>
          <p:cNvSpPr txBox="1"/>
          <p:nvPr userDrawn="1"/>
        </p:nvSpPr>
        <p:spPr>
          <a:xfrm>
            <a:off x="9374819" y="5673851"/>
            <a:ext cx="1376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tx1"/>
                </a:solidFill>
              </a:rPr>
              <a:t>– K –</a:t>
            </a:r>
          </a:p>
        </p:txBody>
      </p:sp>
    </p:spTree>
    <p:extLst>
      <p:ext uri="{BB962C8B-B14F-4D97-AF65-F5344CB8AC3E}">
        <p14:creationId xmlns:p14="http://schemas.microsoft.com/office/powerpoint/2010/main" val="2822068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BB516C-2D9E-4D10-84B6-1BA3F053C5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28751" y="809121"/>
            <a:ext cx="6191250" cy="1329595"/>
          </a:xfrm>
          <a:prstGeom prst="rect">
            <a:avLst/>
          </a:prstGeom>
        </p:spPr>
        <p:txBody>
          <a:bodyPr/>
          <a:lstStyle>
            <a:lvl1pPr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fr-FR"/>
              <a:t>Sommaire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016279C-91C1-4A53-9D97-551C24C66A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8750" y="2228295"/>
            <a:ext cx="9064655" cy="314269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Chapitre</a:t>
            </a:r>
          </a:p>
        </p:txBody>
      </p:sp>
    </p:spTree>
    <p:extLst>
      <p:ext uri="{BB962C8B-B14F-4D97-AF65-F5344CB8AC3E}">
        <p14:creationId xmlns:p14="http://schemas.microsoft.com/office/powerpoint/2010/main" val="4184699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it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46B4955B-E954-4D1C-A8AC-F819D9523177}"/>
              </a:ext>
            </a:extLst>
          </p:cNvPr>
          <p:cNvSpPr/>
          <p:nvPr/>
        </p:nvSpPr>
        <p:spPr>
          <a:xfrm flipH="1">
            <a:off x="1555507" y="-1"/>
            <a:ext cx="3900488" cy="4758107"/>
          </a:xfrm>
          <a:custGeom>
            <a:avLst/>
            <a:gdLst>
              <a:gd name="connsiteX0" fmla="*/ 3900488 w 3900488"/>
              <a:gd name="connsiteY0" fmla="*/ 0 h 4758107"/>
              <a:gd name="connsiteX1" fmla="*/ 0 w 3900488"/>
              <a:gd name="connsiteY1" fmla="*/ 0 h 4758107"/>
              <a:gd name="connsiteX2" fmla="*/ 14 w 3900488"/>
              <a:gd name="connsiteY2" fmla="*/ 13718 h 4758107"/>
              <a:gd name="connsiteX3" fmla="*/ 4907 w 3900488"/>
              <a:gd name="connsiteY3" fmla="*/ 3785761 h 4758107"/>
              <a:gd name="connsiteX4" fmla="*/ 485655 w 3900488"/>
              <a:gd name="connsiteY4" fmla="*/ 4595035 h 4758107"/>
              <a:gd name="connsiteX5" fmla="*/ 1776162 w 3900488"/>
              <a:gd name="connsiteY5" fmla="*/ 4758107 h 4758107"/>
              <a:gd name="connsiteX6" fmla="*/ 3121899 w 3900488"/>
              <a:gd name="connsiteY6" fmla="*/ 4687177 h 4758107"/>
              <a:gd name="connsiteX7" fmla="*/ 3899490 w 3900488"/>
              <a:gd name="connsiteY7" fmla="*/ 3836857 h 4758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00488" h="4758107">
                <a:moveTo>
                  <a:pt x="3900488" y="0"/>
                </a:moveTo>
                <a:lnTo>
                  <a:pt x="0" y="0"/>
                </a:lnTo>
                <a:lnTo>
                  <a:pt x="14" y="13718"/>
                </a:lnTo>
                <a:cubicBezTo>
                  <a:pt x="1645" y="1271066"/>
                  <a:pt x="4874" y="2494869"/>
                  <a:pt x="4907" y="3785761"/>
                </a:cubicBezTo>
                <a:cubicBezTo>
                  <a:pt x="24841" y="4123277"/>
                  <a:pt x="109081" y="4377139"/>
                  <a:pt x="485655" y="4595035"/>
                </a:cubicBezTo>
                <a:cubicBezTo>
                  <a:pt x="819273" y="4751623"/>
                  <a:pt x="1340313" y="4743506"/>
                  <a:pt x="1776162" y="4758107"/>
                </a:cubicBezTo>
                <a:cubicBezTo>
                  <a:pt x="2206535" y="4751258"/>
                  <a:pt x="2611757" y="4763607"/>
                  <a:pt x="3121899" y="4687177"/>
                </a:cubicBezTo>
                <a:cubicBezTo>
                  <a:pt x="3593018" y="4575838"/>
                  <a:pt x="3868926" y="4322154"/>
                  <a:pt x="3899490" y="383685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D0581710-AA1B-493A-BFBA-1460E3D4C38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48607" y="2360259"/>
            <a:ext cx="8202251" cy="1068742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kumimoji="0" lang="fr-FR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Titre </a:t>
            </a:r>
            <a:r>
              <a:rPr lang="fr-FR" err="1"/>
              <a:t>lorem</a:t>
            </a:r>
            <a:r>
              <a:rPr lang="fr-FR"/>
              <a:t> ipsum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57954682-473A-4564-A864-BF745DBA7C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23745" y="602896"/>
            <a:ext cx="2775379" cy="1998662"/>
          </a:xfrm>
        </p:spPr>
        <p:txBody>
          <a:bodyPr/>
          <a:lstStyle>
            <a:lvl1pPr marL="0" indent="0">
              <a:buNone/>
              <a:defRPr lang="fr-FR" sz="14400" b="1" i="0" kern="1200" cap="none" spc="-3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</a:pPr>
            <a:r>
              <a:rPr lang="fr-FR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3298373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BA4621-AF1A-4C8F-A94D-801EA52512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0514"/>
            <a:ext cx="7160581" cy="575908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Titre</a:t>
            </a: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7B8D89EF-6514-499A-9106-3B9BFCE46E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5313" y="365126"/>
            <a:ext cx="3175461" cy="575908"/>
          </a:xfrm>
          <a:prstGeom prst="roundRect">
            <a:avLst>
              <a:gd name="adj" fmla="val 14978"/>
            </a:avLst>
          </a:prstGeom>
          <a:ln w="38100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lang="fr-FR" sz="28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Chapitre</a:t>
            </a:r>
          </a:p>
        </p:txBody>
      </p:sp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D310A0DA-1CF3-4FD5-85A2-1B37C8D31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199" y="1089499"/>
            <a:ext cx="10442575" cy="4885173"/>
          </a:xfrm>
          <a:prstGeom prst="roundRect">
            <a:avLst>
              <a:gd name="adj" fmla="val 4838"/>
            </a:avLst>
          </a:prstGeom>
          <a:ln w="15875" cap="rnd">
            <a:solidFill>
              <a:schemeClr val="accent1"/>
            </a:solidFill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440987"/>
                      <a:gd name="connsiteY0" fmla="*/ 0 h 4999100"/>
                      <a:gd name="connsiteX1" fmla="*/ 684465 w 10440987"/>
                      <a:gd name="connsiteY1" fmla="*/ 0 h 4999100"/>
                      <a:gd name="connsiteX2" fmla="*/ 1264520 w 10440987"/>
                      <a:gd name="connsiteY2" fmla="*/ 0 h 4999100"/>
                      <a:gd name="connsiteX3" fmla="*/ 1844574 w 10440987"/>
                      <a:gd name="connsiteY3" fmla="*/ 0 h 4999100"/>
                      <a:gd name="connsiteX4" fmla="*/ 2424629 w 10440987"/>
                      <a:gd name="connsiteY4" fmla="*/ 0 h 4999100"/>
                      <a:gd name="connsiteX5" fmla="*/ 2691454 w 10440987"/>
                      <a:gd name="connsiteY5" fmla="*/ 0 h 4999100"/>
                      <a:gd name="connsiteX6" fmla="*/ 3375919 w 10440987"/>
                      <a:gd name="connsiteY6" fmla="*/ 0 h 4999100"/>
                      <a:gd name="connsiteX7" fmla="*/ 3642744 w 10440987"/>
                      <a:gd name="connsiteY7" fmla="*/ 0 h 4999100"/>
                      <a:gd name="connsiteX8" fmla="*/ 4222799 w 10440987"/>
                      <a:gd name="connsiteY8" fmla="*/ 0 h 4999100"/>
                      <a:gd name="connsiteX9" fmla="*/ 5011674 w 10440987"/>
                      <a:gd name="connsiteY9" fmla="*/ 0 h 4999100"/>
                      <a:gd name="connsiteX10" fmla="*/ 5800548 w 10440987"/>
                      <a:gd name="connsiteY10" fmla="*/ 0 h 4999100"/>
                      <a:gd name="connsiteX11" fmla="*/ 6485013 w 10440987"/>
                      <a:gd name="connsiteY11" fmla="*/ 0 h 4999100"/>
                      <a:gd name="connsiteX12" fmla="*/ 6960658 w 10440987"/>
                      <a:gd name="connsiteY12" fmla="*/ 0 h 4999100"/>
                      <a:gd name="connsiteX13" fmla="*/ 7227483 w 10440987"/>
                      <a:gd name="connsiteY13" fmla="*/ 0 h 4999100"/>
                      <a:gd name="connsiteX14" fmla="*/ 7703128 w 10440987"/>
                      <a:gd name="connsiteY14" fmla="*/ 0 h 4999100"/>
                      <a:gd name="connsiteX15" fmla="*/ 8387593 w 10440987"/>
                      <a:gd name="connsiteY15" fmla="*/ 0 h 4999100"/>
                      <a:gd name="connsiteX16" fmla="*/ 9176467 w 10440987"/>
                      <a:gd name="connsiteY16" fmla="*/ 0 h 4999100"/>
                      <a:gd name="connsiteX17" fmla="*/ 9443293 w 10440987"/>
                      <a:gd name="connsiteY17" fmla="*/ 0 h 4999100"/>
                      <a:gd name="connsiteX18" fmla="*/ 9710118 w 10440987"/>
                      <a:gd name="connsiteY18" fmla="*/ 0 h 4999100"/>
                      <a:gd name="connsiteX19" fmla="*/ 10440987 w 10440987"/>
                      <a:gd name="connsiteY19" fmla="*/ 0 h 4999100"/>
                      <a:gd name="connsiteX20" fmla="*/ 10440987 w 10440987"/>
                      <a:gd name="connsiteY20" fmla="*/ 405483 h 4999100"/>
                      <a:gd name="connsiteX21" fmla="*/ 10440987 w 10440987"/>
                      <a:gd name="connsiteY21" fmla="*/ 1010929 h 4999100"/>
                      <a:gd name="connsiteX22" fmla="*/ 10440987 w 10440987"/>
                      <a:gd name="connsiteY22" fmla="*/ 1666367 h 4999100"/>
                      <a:gd name="connsiteX23" fmla="*/ 10440987 w 10440987"/>
                      <a:gd name="connsiteY23" fmla="*/ 2071849 h 4999100"/>
                      <a:gd name="connsiteX24" fmla="*/ 10440987 w 10440987"/>
                      <a:gd name="connsiteY24" fmla="*/ 2727287 h 4999100"/>
                      <a:gd name="connsiteX25" fmla="*/ 10440987 w 10440987"/>
                      <a:gd name="connsiteY25" fmla="*/ 3382724 h 4999100"/>
                      <a:gd name="connsiteX26" fmla="*/ 10440987 w 10440987"/>
                      <a:gd name="connsiteY26" fmla="*/ 3788207 h 4999100"/>
                      <a:gd name="connsiteX27" fmla="*/ 10440987 w 10440987"/>
                      <a:gd name="connsiteY27" fmla="*/ 4343662 h 4999100"/>
                      <a:gd name="connsiteX28" fmla="*/ 10440987 w 10440987"/>
                      <a:gd name="connsiteY28" fmla="*/ 4999100 h 4999100"/>
                      <a:gd name="connsiteX29" fmla="*/ 9965342 w 10440987"/>
                      <a:gd name="connsiteY29" fmla="*/ 4999100 h 4999100"/>
                      <a:gd name="connsiteX30" fmla="*/ 9280877 w 10440987"/>
                      <a:gd name="connsiteY30" fmla="*/ 4999100 h 4999100"/>
                      <a:gd name="connsiteX31" fmla="*/ 8492003 w 10440987"/>
                      <a:gd name="connsiteY31" fmla="*/ 4999100 h 4999100"/>
                      <a:gd name="connsiteX32" fmla="*/ 8016358 w 10440987"/>
                      <a:gd name="connsiteY32" fmla="*/ 4999100 h 4999100"/>
                      <a:gd name="connsiteX33" fmla="*/ 7227483 w 10440987"/>
                      <a:gd name="connsiteY33" fmla="*/ 4999100 h 4999100"/>
                      <a:gd name="connsiteX34" fmla="*/ 6647428 w 10440987"/>
                      <a:gd name="connsiteY34" fmla="*/ 4999100 h 4999100"/>
                      <a:gd name="connsiteX35" fmla="*/ 5858554 w 10440987"/>
                      <a:gd name="connsiteY35" fmla="*/ 4999100 h 4999100"/>
                      <a:gd name="connsiteX36" fmla="*/ 5069679 w 10440987"/>
                      <a:gd name="connsiteY36" fmla="*/ 4999100 h 4999100"/>
                      <a:gd name="connsiteX37" fmla="*/ 4698444 w 10440987"/>
                      <a:gd name="connsiteY37" fmla="*/ 4999100 h 4999100"/>
                      <a:gd name="connsiteX38" fmla="*/ 4222799 w 10440987"/>
                      <a:gd name="connsiteY38" fmla="*/ 4999100 h 4999100"/>
                      <a:gd name="connsiteX39" fmla="*/ 3642744 w 10440987"/>
                      <a:gd name="connsiteY39" fmla="*/ 4999100 h 4999100"/>
                      <a:gd name="connsiteX40" fmla="*/ 3062690 w 10440987"/>
                      <a:gd name="connsiteY40" fmla="*/ 4999100 h 4999100"/>
                      <a:gd name="connsiteX41" fmla="*/ 2378225 w 10440987"/>
                      <a:gd name="connsiteY41" fmla="*/ 4999100 h 4999100"/>
                      <a:gd name="connsiteX42" fmla="*/ 2006990 w 10440987"/>
                      <a:gd name="connsiteY42" fmla="*/ 4999100 h 4999100"/>
                      <a:gd name="connsiteX43" fmla="*/ 1635755 w 10440987"/>
                      <a:gd name="connsiteY43" fmla="*/ 4999100 h 4999100"/>
                      <a:gd name="connsiteX44" fmla="*/ 846880 w 10440987"/>
                      <a:gd name="connsiteY44" fmla="*/ 4999100 h 4999100"/>
                      <a:gd name="connsiteX45" fmla="*/ 0 w 10440987"/>
                      <a:gd name="connsiteY45" fmla="*/ 4999100 h 4999100"/>
                      <a:gd name="connsiteX46" fmla="*/ 0 w 10440987"/>
                      <a:gd name="connsiteY46" fmla="*/ 4443644 h 4999100"/>
                      <a:gd name="connsiteX47" fmla="*/ 0 w 10440987"/>
                      <a:gd name="connsiteY47" fmla="*/ 3838198 h 4999100"/>
                      <a:gd name="connsiteX48" fmla="*/ 0 w 10440987"/>
                      <a:gd name="connsiteY48" fmla="*/ 3382724 h 4999100"/>
                      <a:gd name="connsiteX49" fmla="*/ 0 w 10440987"/>
                      <a:gd name="connsiteY49" fmla="*/ 2827269 h 4999100"/>
                      <a:gd name="connsiteX50" fmla="*/ 0 w 10440987"/>
                      <a:gd name="connsiteY50" fmla="*/ 2271813 h 4999100"/>
                      <a:gd name="connsiteX51" fmla="*/ 0 w 10440987"/>
                      <a:gd name="connsiteY51" fmla="*/ 1766349 h 4999100"/>
                      <a:gd name="connsiteX52" fmla="*/ 0 w 10440987"/>
                      <a:gd name="connsiteY52" fmla="*/ 1260884 h 4999100"/>
                      <a:gd name="connsiteX53" fmla="*/ 0 w 10440987"/>
                      <a:gd name="connsiteY53" fmla="*/ 855402 h 4999100"/>
                      <a:gd name="connsiteX54" fmla="*/ 0 w 10440987"/>
                      <a:gd name="connsiteY54" fmla="*/ 0 h 4999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</a:cxnLst>
                    <a:rect l="l" t="t" r="r" b="b"/>
                    <a:pathLst>
                      <a:path w="10440987" h="4999100" fill="none" extrusionOk="0">
                        <a:moveTo>
                          <a:pt x="0" y="0"/>
                        </a:moveTo>
                        <a:cubicBezTo>
                          <a:pt x="139949" y="-27463"/>
                          <a:pt x="506742" y="24097"/>
                          <a:pt x="684465" y="0"/>
                        </a:cubicBezTo>
                        <a:cubicBezTo>
                          <a:pt x="862189" y="-24097"/>
                          <a:pt x="1043150" y="5467"/>
                          <a:pt x="1264520" y="0"/>
                        </a:cubicBezTo>
                        <a:cubicBezTo>
                          <a:pt x="1485891" y="-5467"/>
                          <a:pt x="1725690" y="61650"/>
                          <a:pt x="1844574" y="0"/>
                        </a:cubicBezTo>
                        <a:cubicBezTo>
                          <a:pt x="1963458" y="-61650"/>
                          <a:pt x="2164027" y="43952"/>
                          <a:pt x="2424629" y="0"/>
                        </a:cubicBezTo>
                        <a:cubicBezTo>
                          <a:pt x="2685232" y="-43952"/>
                          <a:pt x="2561308" y="1178"/>
                          <a:pt x="2691454" y="0"/>
                        </a:cubicBezTo>
                        <a:cubicBezTo>
                          <a:pt x="2821600" y="-1178"/>
                          <a:pt x="3217874" y="38711"/>
                          <a:pt x="3375919" y="0"/>
                        </a:cubicBezTo>
                        <a:cubicBezTo>
                          <a:pt x="3533964" y="-38711"/>
                          <a:pt x="3552090" y="6022"/>
                          <a:pt x="3642744" y="0"/>
                        </a:cubicBezTo>
                        <a:cubicBezTo>
                          <a:pt x="3733399" y="-6022"/>
                          <a:pt x="4013604" y="47043"/>
                          <a:pt x="4222799" y="0"/>
                        </a:cubicBezTo>
                        <a:cubicBezTo>
                          <a:pt x="4431994" y="-47043"/>
                          <a:pt x="4626684" y="93362"/>
                          <a:pt x="5011674" y="0"/>
                        </a:cubicBezTo>
                        <a:cubicBezTo>
                          <a:pt x="5396664" y="-93362"/>
                          <a:pt x="5454975" y="41177"/>
                          <a:pt x="5800548" y="0"/>
                        </a:cubicBezTo>
                        <a:cubicBezTo>
                          <a:pt x="6146121" y="-41177"/>
                          <a:pt x="6198726" y="43355"/>
                          <a:pt x="6485013" y="0"/>
                        </a:cubicBezTo>
                        <a:cubicBezTo>
                          <a:pt x="6771300" y="-43355"/>
                          <a:pt x="6769675" y="30623"/>
                          <a:pt x="6960658" y="0"/>
                        </a:cubicBezTo>
                        <a:cubicBezTo>
                          <a:pt x="7151642" y="-30623"/>
                          <a:pt x="7109441" y="11980"/>
                          <a:pt x="7227483" y="0"/>
                        </a:cubicBezTo>
                        <a:cubicBezTo>
                          <a:pt x="7345526" y="-11980"/>
                          <a:pt x="7507740" y="4271"/>
                          <a:pt x="7703128" y="0"/>
                        </a:cubicBezTo>
                        <a:cubicBezTo>
                          <a:pt x="7898517" y="-4271"/>
                          <a:pt x="8102852" y="6179"/>
                          <a:pt x="8387593" y="0"/>
                        </a:cubicBezTo>
                        <a:cubicBezTo>
                          <a:pt x="8672334" y="-6179"/>
                          <a:pt x="8996925" y="66057"/>
                          <a:pt x="9176467" y="0"/>
                        </a:cubicBezTo>
                        <a:cubicBezTo>
                          <a:pt x="9356009" y="-66057"/>
                          <a:pt x="9368573" y="17186"/>
                          <a:pt x="9443293" y="0"/>
                        </a:cubicBezTo>
                        <a:cubicBezTo>
                          <a:pt x="9518013" y="-17186"/>
                          <a:pt x="9584708" y="2443"/>
                          <a:pt x="9710118" y="0"/>
                        </a:cubicBezTo>
                        <a:cubicBezTo>
                          <a:pt x="9835529" y="-2443"/>
                          <a:pt x="10177024" y="14581"/>
                          <a:pt x="10440987" y="0"/>
                        </a:cubicBezTo>
                        <a:cubicBezTo>
                          <a:pt x="10461613" y="132466"/>
                          <a:pt x="10421674" y="234200"/>
                          <a:pt x="10440987" y="405483"/>
                        </a:cubicBezTo>
                        <a:cubicBezTo>
                          <a:pt x="10460300" y="576766"/>
                          <a:pt x="10376023" y="846887"/>
                          <a:pt x="10440987" y="1010929"/>
                        </a:cubicBezTo>
                        <a:cubicBezTo>
                          <a:pt x="10505951" y="1174971"/>
                          <a:pt x="10395125" y="1389388"/>
                          <a:pt x="10440987" y="1666367"/>
                        </a:cubicBezTo>
                        <a:cubicBezTo>
                          <a:pt x="10486849" y="1943346"/>
                          <a:pt x="10429255" y="1887257"/>
                          <a:pt x="10440987" y="2071849"/>
                        </a:cubicBezTo>
                        <a:cubicBezTo>
                          <a:pt x="10452719" y="2256441"/>
                          <a:pt x="10372820" y="2499452"/>
                          <a:pt x="10440987" y="2727287"/>
                        </a:cubicBezTo>
                        <a:cubicBezTo>
                          <a:pt x="10509154" y="2955122"/>
                          <a:pt x="10373062" y="3145983"/>
                          <a:pt x="10440987" y="3382724"/>
                        </a:cubicBezTo>
                        <a:cubicBezTo>
                          <a:pt x="10508912" y="3619465"/>
                          <a:pt x="10405171" y="3599978"/>
                          <a:pt x="10440987" y="3788207"/>
                        </a:cubicBezTo>
                        <a:cubicBezTo>
                          <a:pt x="10476803" y="3976436"/>
                          <a:pt x="10381126" y="4202071"/>
                          <a:pt x="10440987" y="4343662"/>
                        </a:cubicBezTo>
                        <a:cubicBezTo>
                          <a:pt x="10500848" y="4485253"/>
                          <a:pt x="10420282" y="4745397"/>
                          <a:pt x="10440987" y="4999100"/>
                        </a:cubicBezTo>
                        <a:cubicBezTo>
                          <a:pt x="10323528" y="5009639"/>
                          <a:pt x="10130181" y="4995335"/>
                          <a:pt x="9965342" y="4999100"/>
                        </a:cubicBezTo>
                        <a:cubicBezTo>
                          <a:pt x="9800503" y="5002865"/>
                          <a:pt x="9508896" y="4947602"/>
                          <a:pt x="9280877" y="4999100"/>
                        </a:cubicBezTo>
                        <a:cubicBezTo>
                          <a:pt x="9052859" y="5050598"/>
                          <a:pt x="8778997" y="4926101"/>
                          <a:pt x="8492003" y="4999100"/>
                        </a:cubicBezTo>
                        <a:cubicBezTo>
                          <a:pt x="8205009" y="5072099"/>
                          <a:pt x="8231851" y="4964176"/>
                          <a:pt x="8016358" y="4999100"/>
                        </a:cubicBezTo>
                        <a:cubicBezTo>
                          <a:pt x="7800866" y="5034024"/>
                          <a:pt x="7587095" y="4968758"/>
                          <a:pt x="7227483" y="4999100"/>
                        </a:cubicBezTo>
                        <a:cubicBezTo>
                          <a:pt x="6867872" y="5029442"/>
                          <a:pt x="6773673" y="4958886"/>
                          <a:pt x="6647428" y="4999100"/>
                        </a:cubicBezTo>
                        <a:cubicBezTo>
                          <a:pt x="6521184" y="5039314"/>
                          <a:pt x="6222328" y="4923892"/>
                          <a:pt x="5858554" y="4999100"/>
                        </a:cubicBezTo>
                        <a:cubicBezTo>
                          <a:pt x="5494780" y="5074308"/>
                          <a:pt x="5277416" y="4982284"/>
                          <a:pt x="5069679" y="4999100"/>
                        </a:cubicBezTo>
                        <a:cubicBezTo>
                          <a:pt x="4861943" y="5015916"/>
                          <a:pt x="4854884" y="4982796"/>
                          <a:pt x="4698444" y="4999100"/>
                        </a:cubicBezTo>
                        <a:cubicBezTo>
                          <a:pt x="4542005" y="5015404"/>
                          <a:pt x="4418721" y="4943363"/>
                          <a:pt x="4222799" y="4999100"/>
                        </a:cubicBezTo>
                        <a:cubicBezTo>
                          <a:pt x="4026877" y="5054837"/>
                          <a:pt x="3898372" y="4953672"/>
                          <a:pt x="3642744" y="4999100"/>
                        </a:cubicBezTo>
                        <a:cubicBezTo>
                          <a:pt x="3387116" y="5044528"/>
                          <a:pt x="3279901" y="4962613"/>
                          <a:pt x="3062690" y="4999100"/>
                        </a:cubicBezTo>
                        <a:cubicBezTo>
                          <a:pt x="2845479" y="5035587"/>
                          <a:pt x="2521745" y="4954419"/>
                          <a:pt x="2378225" y="4999100"/>
                        </a:cubicBezTo>
                        <a:cubicBezTo>
                          <a:pt x="2234706" y="5043781"/>
                          <a:pt x="2176421" y="4969083"/>
                          <a:pt x="2006990" y="4999100"/>
                        </a:cubicBezTo>
                        <a:cubicBezTo>
                          <a:pt x="1837559" y="5029117"/>
                          <a:pt x="1754703" y="4983703"/>
                          <a:pt x="1635755" y="4999100"/>
                        </a:cubicBezTo>
                        <a:cubicBezTo>
                          <a:pt x="1516808" y="5014497"/>
                          <a:pt x="1133491" y="4908429"/>
                          <a:pt x="846880" y="4999100"/>
                        </a:cubicBezTo>
                        <a:cubicBezTo>
                          <a:pt x="560269" y="5089771"/>
                          <a:pt x="415506" y="4965121"/>
                          <a:pt x="0" y="4999100"/>
                        </a:cubicBezTo>
                        <a:cubicBezTo>
                          <a:pt x="-35600" y="4779859"/>
                          <a:pt x="33185" y="4680735"/>
                          <a:pt x="0" y="4443644"/>
                        </a:cubicBezTo>
                        <a:cubicBezTo>
                          <a:pt x="-33185" y="4206553"/>
                          <a:pt x="43015" y="3975771"/>
                          <a:pt x="0" y="3838198"/>
                        </a:cubicBezTo>
                        <a:cubicBezTo>
                          <a:pt x="-43015" y="3700625"/>
                          <a:pt x="26435" y="3602754"/>
                          <a:pt x="0" y="3382724"/>
                        </a:cubicBezTo>
                        <a:cubicBezTo>
                          <a:pt x="-26435" y="3162694"/>
                          <a:pt x="60627" y="3055294"/>
                          <a:pt x="0" y="2827269"/>
                        </a:cubicBezTo>
                        <a:cubicBezTo>
                          <a:pt x="-60627" y="2599244"/>
                          <a:pt x="491" y="2505670"/>
                          <a:pt x="0" y="2271813"/>
                        </a:cubicBezTo>
                        <a:cubicBezTo>
                          <a:pt x="-491" y="2037956"/>
                          <a:pt x="37140" y="1969453"/>
                          <a:pt x="0" y="1766349"/>
                        </a:cubicBezTo>
                        <a:cubicBezTo>
                          <a:pt x="-37140" y="1563245"/>
                          <a:pt x="39045" y="1408638"/>
                          <a:pt x="0" y="1260884"/>
                        </a:cubicBezTo>
                        <a:cubicBezTo>
                          <a:pt x="-39045" y="1113131"/>
                          <a:pt x="3253" y="1043252"/>
                          <a:pt x="0" y="855402"/>
                        </a:cubicBezTo>
                        <a:cubicBezTo>
                          <a:pt x="-3253" y="667552"/>
                          <a:pt x="83936" y="296979"/>
                          <a:pt x="0" y="0"/>
                        </a:cubicBezTo>
                        <a:close/>
                      </a:path>
                      <a:path w="10440987" h="4999100" stroke="0" extrusionOk="0">
                        <a:moveTo>
                          <a:pt x="0" y="0"/>
                        </a:moveTo>
                        <a:cubicBezTo>
                          <a:pt x="123066" y="-6247"/>
                          <a:pt x="285510" y="46147"/>
                          <a:pt x="475645" y="0"/>
                        </a:cubicBezTo>
                        <a:cubicBezTo>
                          <a:pt x="665780" y="-46147"/>
                          <a:pt x="653280" y="20609"/>
                          <a:pt x="742470" y="0"/>
                        </a:cubicBezTo>
                        <a:cubicBezTo>
                          <a:pt x="831661" y="-20609"/>
                          <a:pt x="1349453" y="84191"/>
                          <a:pt x="1531345" y="0"/>
                        </a:cubicBezTo>
                        <a:cubicBezTo>
                          <a:pt x="1713237" y="-84191"/>
                          <a:pt x="1802804" y="16339"/>
                          <a:pt x="2006990" y="0"/>
                        </a:cubicBezTo>
                        <a:cubicBezTo>
                          <a:pt x="2211176" y="-16339"/>
                          <a:pt x="2357796" y="56234"/>
                          <a:pt x="2482635" y="0"/>
                        </a:cubicBezTo>
                        <a:cubicBezTo>
                          <a:pt x="2607474" y="-56234"/>
                          <a:pt x="3035655" y="43777"/>
                          <a:pt x="3271509" y="0"/>
                        </a:cubicBezTo>
                        <a:cubicBezTo>
                          <a:pt x="3507363" y="-43777"/>
                          <a:pt x="3539554" y="41339"/>
                          <a:pt x="3642744" y="0"/>
                        </a:cubicBezTo>
                        <a:cubicBezTo>
                          <a:pt x="3745934" y="-41339"/>
                          <a:pt x="4130675" y="74886"/>
                          <a:pt x="4431619" y="0"/>
                        </a:cubicBezTo>
                        <a:cubicBezTo>
                          <a:pt x="4732564" y="-74886"/>
                          <a:pt x="4997535" y="17752"/>
                          <a:pt x="5220493" y="0"/>
                        </a:cubicBezTo>
                        <a:cubicBezTo>
                          <a:pt x="5443451" y="-17752"/>
                          <a:pt x="5630751" y="55360"/>
                          <a:pt x="5800548" y="0"/>
                        </a:cubicBezTo>
                        <a:cubicBezTo>
                          <a:pt x="5970346" y="-55360"/>
                          <a:pt x="6290487" y="58254"/>
                          <a:pt x="6589423" y="0"/>
                        </a:cubicBezTo>
                        <a:cubicBezTo>
                          <a:pt x="6888360" y="-58254"/>
                          <a:pt x="6894242" y="41629"/>
                          <a:pt x="7065068" y="0"/>
                        </a:cubicBezTo>
                        <a:cubicBezTo>
                          <a:pt x="7235894" y="-41629"/>
                          <a:pt x="7397463" y="32427"/>
                          <a:pt x="7540713" y="0"/>
                        </a:cubicBezTo>
                        <a:cubicBezTo>
                          <a:pt x="7683963" y="-32427"/>
                          <a:pt x="7953357" y="21842"/>
                          <a:pt x="8225178" y="0"/>
                        </a:cubicBezTo>
                        <a:cubicBezTo>
                          <a:pt x="8497000" y="-21842"/>
                          <a:pt x="8524529" y="1171"/>
                          <a:pt x="8700823" y="0"/>
                        </a:cubicBezTo>
                        <a:cubicBezTo>
                          <a:pt x="8877118" y="-1171"/>
                          <a:pt x="9299611" y="5449"/>
                          <a:pt x="9489697" y="0"/>
                        </a:cubicBezTo>
                        <a:cubicBezTo>
                          <a:pt x="9679783" y="-5449"/>
                          <a:pt x="10204465" y="106126"/>
                          <a:pt x="10440987" y="0"/>
                        </a:cubicBezTo>
                        <a:cubicBezTo>
                          <a:pt x="10462909" y="219749"/>
                          <a:pt x="10411294" y="401893"/>
                          <a:pt x="10440987" y="555456"/>
                        </a:cubicBezTo>
                        <a:cubicBezTo>
                          <a:pt x="10470680" y="709019"/>
                          <a:pt x="10429508" y="948601"/>
                          <a:pt x="10440987" y="1160902"/>
                        </a:cubicBezTo>
                        <a:cubicBezTo>
                          <a:pt x="10452466" y="1373203"/>
                          <a:pt x="10437205" y="1423990"/>
                          <a:pt x="10440987" y="1566385"/>
                        </a:cubicBezTo>
                        <a:cubicBezTo>
                          <a:pt x="10444769" y="1708780"/>
                          <a:pt x="10392042" y="1881971"/>
                          <a:pt x="10440987" y="2021858"/>
                        </a:cubicBezTo>
                        <a:cubicBezTo>
                          <a:pt x="10489932" y="2161745"/>
                          <a:pt x="10437492" y="2369352"/>
                          <a:pt x="10440987" y="2627305"/>
                        </a:cubicBezTo>
                        <a:cubicBezTo>
                          <a:pt x="10444482" y="2885258"/>
                          <a:pt x="10440353" y="3025637"/>
                          <a:pt x="10440987" y="3132769"/>
                        </a:cubicBezTo>
                        <a:cubicBezTo>
                          <a:pt x="10441621" y="3239901"/>
                          <a:pt x="10391850" y="3375078"/>
                          <a:pt x="10440987" y="3588243"/>
                        </a:cubicBezTo>
                        <a:cubicBezTo>
                          <a:pt x="10490124" y="3801408"/>
                          <a:pt x="10385000" y="4035839"/>
                          <a:pt x="10440987" y="4193689"/>
                        </a:cubicBezTo>
                        <a:cubicBezTo>
                          <a:pt x="10496974" y="4351539"/>
                          <a:pt x="10382253" y="4805088"/>
                          <a:pt x="10440987" y="4999100"/>
                        </a:cubicBezTo>
                        <a:cubicBezTo>
                          <a:pt x="10241944" y="5050836"/>
                          <a:pt x="10129493" y="4964055"/>
                          <a:pt x="9860932" y="4999100"/>
                        </a:cubicBezTo>
                        <a:cubicBezTo>
                          <a:pt x="9592372" y="5034145"/>
                          <a:pt x="9636007" y="4998998"/>
                          <a:pt x="9489697" y="4999100"/>
                        </a:cubicBezTo>
                        <a:cubicBezTo>
                          <a:pt x="9343387" y="4999202"/>
                          <a:pt x="9116500" y="4970939"/>
                          <a:pt x="8805232" y="4999100"/>
                        </a:cubicBezTo>
                        <a:cubicBezTo>
                          <a:pt x="8493965" y="5027261"/>
                          <a:pt x="8553831" y="4973638"/>
                          <a:pt x="8433997" y="4999100"/>
                        </a:cubicBezTo>
                        <a:cubicBezTo>
                          <a:pt x="8314164" y="5024562"/>
                          <a:pt x="7898607" y="4991371"/>
                          <a:pt x="7749533" y="4999100"/>
                        </a:cubicBezTo>
                        <a:cubicBezTo>
                          <a:pt x="7600459" y="5006829"/>
                          <a:pt x="7584742" y="4993479"/>
                          <a:pt x="7482707" y="4999100"/>
                        </a:cubicBezTo>
                        <a:cubicBezTo>
                          <a:pt x="7380672" y="5004721"/>
                          <a:pt x="7021570" y="4956185"/>
                          <a:pt x="6798243" y="4999100"/>
                        </a:cubicBezTo>
                        <a:cubicBezTo>
                          <a:pt x="6574916" y="5042015"/>
                          <a:pt x="6549099" y="4992067"/>
                          <a:pt x="6427008" y="4999100"/>
                        </a:cubicBezTo>
                        <a:cubicBezTo>
                          <a:pt x="6304918" y="5006133"/>
                          <a:pt x="6263668" y="4976902"/>
                          <a:pt x="6160182" y="4999100"/>
                        </a:cubicBezTo>
                        <a:cubicBezTo>
                          <a:pt x="6056696" y="5021298"/>
                          <a:pt x="5949509" y="4979480"/>
                          <a:pt x="5788947" y="4999100"/>
                        </a:cubicBezTo>
                        <a:cubicBezTo>
                          <a:pt x="5628386" y="5018720"/>
                          <a:pt x="5420208" y="4955227"/>
                          <a:pt x="5104483" y="4999100"/>
                        </a:cubicBezTo>
                        <a:cubicBezTo>
                          <a:pt x="4788758" y="5042973"/>
                          <a:pt x="4833276" y="4978595"/>
                          <a:pt x="4733247" y="4999100"/>
                        </a:cubicBezTo>
                        <a:cubicBezTo>
                          <a:pt x="4633218" y="5019605"/>
                          <a:pt x="4586451" y="4997231"/>
                          <a:pt x="4466422" y="4999100"/>
                        </a:cubicBezTo>
                        <a:cubicBezTo>
                          <a:pt x="4346394" y="5000969"/>
                          <a:pt x="4178685" y="4995896"/>
                          <a:pt x="4095187" y="4999100"/>
                        </a:cubicBezTo>
                        <a:cubicBezTo>
                          <a:pt x="4011689" y="5002304"/>
                          <a:pt x="3738636" y="4983522"/>
                          <a:pt x="3619542" y="4999100"/>
                        </a:cubicBezTo>
                        <a:cubicBezTo>
                          <a:pt x="3500448" y="5014678"/>
                          <a:pt x="3285787" y="4990845"/>
                          <a:pt x="3039487" y="4999100"/>
                        </a:cubicBezTo>
                        <a:cubicBezTo>
                          <a:pt x="2793187" y="5007355"/>
                          <a:pt x="2748556" y="4956590"/>
                          <a:pt x="2668252" y="4999100"/>
                        </a:cubicBezTo>
                        <a:cubicBezTo>
                          <a:pt x="2587948" y="5041610"/>
                          <a:pt x="2051210" y="4984140"/>
                          <a:pt x="1879378" y="4999100"/>
                        </a:cubicBezTo>
                        <a:cubicBezTo>
                          <a:pt x="1707546" y="5014060"/>
                          <a:pt x="1479570" y="4933943"/>
                          <a:pt x="1299323" y="4999100"/>
                        </a:cubicBezTo>
                        <a:cubicBezTo>
                          <a:pt x="1119076" y="5064257"/>
                          <a:pt x="803320" y="4950752"/>
                          <a:pt x="510448" y="4999100"/>
                        </a:cubicBezTo>
                        <a:cubicBezTo>
                          <a:pt x="217576" y="5047448"/>
                          <a:pt x="109323" y="4977204"/>
                          <a:pt x="0" y="4999100"/>
                        </a:cubicBezTo>
                        <a:cubicBezTo>
                          <a:pt x="-50938" y="4785831"/>
                          <a:pt x="21631" y="4599987"/>
                          <a:pt x="0" y="4493635"/>
                        </a:cubicBezTo>
                        <a:cubicBezTo>
                          <a:pt x="-21631" y="4387284"/>
                          <a:pt x="43272" y="4179474"/>
                          <a:pt x="0" y="3988171"/>
                        </a:cubicBezTo>
                        <a:cubicBezTo>
                          <a:pt x="-43272" y="3796868"/>
                          <a:pt x="35259" y="3649556"/>
                          <a:pt x="0" y="3382724"/>
                        </a:cubicBezTo>
                        <a:cubicBezTo>
                          <a:pt x="-35259" y="3115892"/>
                          <a:pt x="39192" y="3029890"/>
                          <a:pt x="0" y="2827269"/>
                        </a:cubicBezTo>
                        <a:cubicBezTo>
                          <a:pt x="-39192" y="2624649"/>
                          <a:pt x="62134" y="2348795"/>
                          <a:pt x="0" y="2171831"/>
                        </a:cubicBezTo>
                        <a:cubicBezTo>
                          <a:pt x="-62134" y="1994867"/>
                          <a:pt x="40761" y="1816593"/>
                          <a:pt x="0" y="1516394"/>
                        </a:cubicBezTo>
                        <a:cubicBezTo>
                          <a:pt x="-40761" y="1216195"/>
                          <a:pt x="53414" y="1110767"/>
                          <a:pt x="0" y="910947"/>
                        </a:cubicBezTo>
                        <a:cubicBezTo>
                          <a:pt x="-53414" y="711127"/>
                          <a:pt x="41241" y="23542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Sous-titre (premier niveau)</a:t>
            </a:r>
          </a:p>
          <a:p>
            <a:pPr lvl="1"/>
            <a:r>
              <a:rPr lang="fr-FR"/>
              <a:t>Rubrique (deuxième niveau)</a:t>
            </a:r>
          </a:p>
          <a:p>
            <a:pPr lvl="2"/>
            <a:r>
              <a:rPr lang="fr-FR"/>
              <a:t>Item (troisième niveau)</a:t>
            </a:r>
          </a:p>
          <a:p>
            <a:pPr lvl="3"/>
            <a:r>
              <a:rPr lang="fr-FR"/>
              <a:t>Contenu (quatrième niveau)</a:t>
            </a:r>
          </a:p>
        </p:txBody>
      </p:sp>
      <p:sp>
        <p:nvSpPr>
          <p:cNvPr id="8" name="Espace réservé du numéro de diapositive 2">
            <a:extLst>
              <a:ext uri="{FF2B5EF4-FFF2-40B4-BE49-F238E27FC236}">
                <a16:creationId xmlns:a16="http://schemas.microsoft.com/office/drawing/2014/main" id="{75C5683E-36AC-40CE-A9A6-D4CBC944E6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622604" y="6083766"/>
            <a:ext cx="515567" cy="447472"/>
          </a:xfrm>
        </p:spPr>
        <p:txBody>
          <a:bodyPr/>
          <a:lstStyle/>
          <a:p>
            <a:fld id="{E14D0CC5-784E-4B7E-B9F4-EE71C08DA69C}" type="slidenum">
              <a:rPr lang="fr-FR" smtClean="0"/>
              <a:t>‹#›</a:t>
            </a:fld>
            <a:endParaRPr lang="fr-FR"/>
          </a:p>
        </p:txBody>
      </p:sp>
      <p:sp>
        <p:nvSpPr>
          <p:cNvPr id="9" name="Espace réservé du pied de page 5">
            <a:extLst>
              <a:ext uri="{FF2B5EF4-FFF2-40B4-BE49-F238E27FC236}">
                <a16:creationId xmlns:a16="http://schemas.microsoft.com/office/drawing/2014/main" id="{3ACD4B06-0C18-46D3-A239-63BB0F581A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9725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77B9037-97E4-41B3-B4F5-4EF04CB84C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‹#›</a:t>
            </a:fld>
            <a:endParaRPr lang="fr-FR"/>
          </a:p>
        </p:txBody>
      </p:sp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6E2D40E6-22D2-42B5-BBF4-DE6232316D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200" y="1089498"/>
            <a:ext cx="5144311" cy="4889103"/>
          </a:xfrm>
          <a:prstGeom prst="roundRect">
            <a:avLst>
              <a:gd name="adj" fmla="val 4663"/>
            </a:avLst>
          </a:prstGeom>
          <a:ln w="15875">
            <a:solidFill>
              <a:schemeClr val="accent1"/>
            </a:solidFill>
          </a:ln>
        </p:spPr>
        <p:txBody>
          <a:bodyPr/>
          <a:lstStyle>
            <a:lvl1pPr>
              <a:defRPr/>
            </a:lvl1pPr>
            <a:lvl2pPr marL="648000">
              <a:defRPr/>
            </a:lvl2pPr>
            <a:lvl3pPr marL="648000"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defRPr/>
            </a:lvl4pPr>
          </a:lstStyle>
          <a:p>
            <a:pPr lvl="0"/>
            <a:r>
              <a:rPr lang="fr-FR"/>
              <a:t>Sous-titre (premier niveau)</a:t>
            </a:r>
          </a:p>
          <a:p>
            <a:pPr lvl="1"/>
            <a:r>
              <a:rPr lang="fr-FR"/>
              <a:t>Rubrique (deuxième niveau)</a:t>
            </a:r>
          </a:p>
          <a:p>
            <a:pPr lvl="2"/>
            <a:r>
              <a:rPr lang="fr-FR"/>
              <a:t>Item (troisième niveau)</a:t>
            </a:r>
          </a:p>
          <a:p>
            <a:pPr lvl="3"/>
            <a:r>
              <a:rPr lang="fr-FR"/>
              <a:t>Contenu (quatrième niveau)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55825D4F-1738-48D7-87BC-D67EA2398C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5313" y="365126"/>
            <a:ext cx="3175461" cy="575908"/>
          </a:xfrm>
          <a:prstGeom prst="roundRect">
            <a:avLst>
              <a:gd name="adj" fmla="val 14978"/>
            </a:avLst>
          </a:prstGeom>
          <a:ln w="38100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lang="fr-FR" sz="28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Chapitre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78EC66EC-0260-4230-B56F-D07B09CFE9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36463" y="1089498"/>
            <a:ext cx="5144311" cy="4889103"/>
          </a:xfrm>
          <a:prstGeom prst="roundRect">
            <a:avLst>
              <a:gd name="adj" fmla="val 4844"/>
            </a:avLst>
          </a:prstGeom>
          <a:ln w="15875">
            <a:solidFill>
              <a:schemeClr val="accent1"/>
            </a:solidFill>
          </a:ln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Sous-titre (premier niveau)</a:t>
            </a:r>
          </a:p>
          <a:p>
            <a:pPr lvl="1"/>
            <a:r>
              <a:rPr lang="fr-FR"/>
              <a:t>Rubrique (deuxième niveau)</a:t>
            </a:r>
          </a:p>
          <a:p>
            <a:pPr lvl="2"/>
            <a:r>
              <a:rPr lang="fr-FR"/>
              <a:t>Item (troisième niveau)</a:t>
            </a:r>
          </a:p>
          <a:p>
            <a:pPr lvl="3"/>
            <a:r>
              <a:rPr lang="fr-FR"/>
              <a:t>Contenu (quatrième niveau)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6145043C-AB6E-455E-A080-B04041D2A9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0514"/>
            <a:ext cx="7160581" cy="575908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Titre</a:t>
            </a:r>
          </a:p>
        </p:txBody>
      </p:sp>
      <p:sp>
        <p:nvSpPr>
          <p:cNvPr id="8" name="Espace réservé du pied de page 5">
            <a:extLst>
              <a:ext uri="{FF2B5EF4-FFF2-40B4-BE49-F238E27FC236}">
                <a16:creationId xmlns:a16="http://schemas.microsoft.com/office/drawing/2014/main" id="{3190CF0E-00B6-48BE-8C2D-2F89C1BCAB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3095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77B9037-97E4-41B3-B4F5-4EF04CB84C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‹#›</a:t>
            </a:fld>
            <a:endParaRPr lang="fr-FR"/>
          </a:p>
        </p:txBody>
      </p:sp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6E2D40E6-22D2-42B5-BBF4-DE6232316D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200" y="1089499"/>
            <a:ext cx="5144311" cy="2382802"/>
          </a:xfrm>
          <a:prstGeom prst="roundRect">
            <a:avLst>
              <a:gd name="adj" fmla="val 10671"/>
            </a:avLst>
          </a:prstGeom>
          <a:ln w="15875">
            <a:solidFill>
              <a:schemeClr val="accent1"/>
            </a:solidFill>
          </a:ln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Sous-titre (premier niveau)</a:t>
            </a:r>
          </a:p>
          <a:p>
            <a:pPr lvl="1"/>
            <a:r>
              <a:rPr lang="fr-FR"/>
              <a:t>Rubrique (deuxième niveau)</a:t>
            </a:r>
          </a:p>
          <a:p>
            <a:pPr lvl="2"/>
            <a:r>
              <a:rPr lang="fr-FR"/>
              <a:t>Item (troisième niveau)</a:t>
            </a:r>
          </a:p>
          <a:p>
            <a:pPr lvl="3"/>
            <a:r>
              <a:rPr lang="fr-FR"/>
              <a:t>Contenu (quatrième niveau)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55825D4F-1738-48D7-87BC-D67EA2398C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5313" y="365126"/>
            <a:ext cx="3175461" cy="575908"/>
          </a:xfrm>
          <a:prstGeom prst="roundRect">
            <a:avLst>
              <a:gd name="adj" fmla="val 14978"/>
            </a:avLst>
          </a:prstGeom>
          <a:ln w="38100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lang="fr-FR" sz="28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Chapitre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6145043C-AB6E-455E-A080-B04041D2A9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0514"/>
            <a:ext cx="7160581" cy="575908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Titre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41967E33-26BA-46A6-B369-780BCAB26E5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8200" y="3598772"/>
            <a:ext cx="5144311" cy="2382802"/>
          </a:xfrm>
          <a:prstGeom prst="roundRect">
            <a:avLst>
              <a:gd name="adj" fmla="val 10671"/>
            </a:avLst>
          </a:prstGeom>
          <a:ln w="15875">
            <a:solidFill>
              <a:schemeClr val="accent1"/>
            </a:solidFill>
          </a:ln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Sous-titre (premier niveau)</a:t>
            </a:r>
          </a:p>
          <a:p>
            <a:pPr lvl="1"/>
            <a:r>
              <a:rPr lang="fr-FR"/>
              <a:t>Rubrique (deuxième niveau)</a:t>
            </a:r>
          </a:p>
          <a:p>
            <a:pPr lvl="2"/>
            <a:r>
              <a:rPr lang="fr-FR"/>
              <a:t>Item (troisième niveau)</a:t>
            </a:r>
          </a:p>
          <a:p>
            <a:pPr lvl="3"/>
            <a:r>
              <a:rPr lang="fr-FR"/>
              <a:t>Contenu (quatrième niveau)</a:t>
            </a:r>
          </a:p>
        </p:txBody>
      </p:sp>
      <p:sp>
        <p:nvSpPr>
          <p:cNvPr id="15" name="Espace réservé du texte 12">
            <a:extLst>
              <a:ext uri="{FF2B5EF4-FFF2-40B4-BE49-F238E27FC236}">
                <a16:creationId xmlns:a16="http://schemas.microsoft.com/office/drawing/2014/main" id="{14C0B373-9525-4EC6-BCD3-D2554F9B524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36462" y="3598772"/>
            <a:ext cx="5144311" cy="2382802"/>
          </a:xfrm>
          <a:prstGeom prst="roundRect">
            <a:avLst>
              <a:gd name="adj" fmla="val 10671"/>
            </a:avLst>
          </a:prstGeom>
          <a:ln w="15875">
            <a:solidFill>
              <a:schemeClr val="accent1"/>
            </a:solidFill>
          </a:ln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Sous-titre (premier niveau)</a:t>
            </a:r>
          </a:p>
          <a:p>
            <a:pPr lvl="1"/>
            <a:r>
              <a:rPr lang="fr-FR"/>
              <a:t>Rubrique (deuxième niveau)</a:t>
            </a:r>
          </a:p>
          <a:p>
            <a:pPr lvl="2"/>
            <a:r>
              <a:rPr lang="fr-FR"/>
              <a:t>Item (troisième niveau)</a:t>
            </a:r>
          </a:p>
          <a:p>
            <a:pPr lvl="3"/>
            <a:r>
              <a:rPr lang="fr-FR"/>
              <a:t>Contenu (quatrième niveau)</a:t>
            </a:r>
          </a:p>
        </p:txBody>
      </p:sp>
      <p:sp>
        <p:nvSpPr>
          <p:cNvPr id="16" name="Espace réservé du texte 12">
            <a:extLst>
              <a:ext uri="{FF2B5EF4-FFF2-40B4-BE49-F238E27FC236}">
                <a16:creationId xmlns:a16="http://schemas.microsoft.com/office/drawing/2014/main" id="{63CB8C29-BC16-4CA1-A848-BA06E13E16D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36461" y="1089499"/>
            <a:ext cx="5144311" cy="2382802"/>
          </a:xfrm>
          <a:prstGeom prst="roundRect">
            <a:avLst>
              <a:gd name="adj" fmla="val 10671"/>
            </a:avLst>
          </a:prstGeom>
          <a:ln w="15875">
            <a:solidFill>
              <a:schemeClr val="accent1"/>
            </a:solidFill>
          </a:ln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fr-FR"/>
              <a:t>Sous-titre (premier niveau)</a:t>
            </a:r>
          </a:p>
          <a:p>
            <a:pPr lvl="1"/>
            <a:r>
              <a:rPr lang="fr-FR"/>
              <a:t>Rubrique (deuxième niveau)</a:t>
            </a:r>
          </a:p>
          <a:p>
            <a:pPr lvl="2"/>
            <a:r>
              <a:rPr lang="fr-FR"/>
              <a:t>Item (troisième niveau)</a:t>
            </a:r>
          </a:p>
          <a:p>
            <a:pPr lvl="3"/>
            <a:r>
              <a:rPr lang="fr-FR"/>
              <a:t>Contenu (quatrième niveau)</a:t>
            </a:r>
          </a:p>
        </p:txBody>
      </p:sp>
      <p:sp>
        <p:nvSpPr>
          <p:cNvPr id="11" name="Espace réservé du pied de page 5">
            <a:extLst>
              <a:ext uri="{FF2B5EF4-FFF2-40B4-BE49-F238E27FC236}">
                <a16:creationId xmlns:a16="http://schemas.microsoft.com/office/drawing/2014/main" id="{9934587E-68EB-42AD-A40E-A7B4FA8507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686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77B9037-97E4-41B3-B4F5-4EF04CB84C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‹#›</a:t>
            </a:fld>
            <a:endParaRPr lang="fr-FR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A11FF94C-BEC7-4835-ACB2-374F1663ECF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5313" y="365126"/>
            <a:ext cx="3175461" cy="575908"/>
          </a:xfrm>
          <a:prstGeom prst="roundRect">
            <a:avLst>
              <a:gd name="adj" fmla="val 14978"/>
            </a:avLst>
          </a:prstGeom>
          <a:ln w="38100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lang="fr-FR" sz="28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Chapitre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205FB8AB-1770-40AC-9D4D-5F62AE04DE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0514"/>
            <a:ext cx="7160581" cy="575908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Titre</a:t>
            </a:r>
          </a:p>
        </p:txBody>
      </p:sp>
      <p:sp>
        <p:nvSpPr>
          <p:cNvPr id="8" name="Espace réservé du pied de page 5">
            <a:extLst>
              <a:ext uri="{FF2B5EF4-FFF2-40B4-BE49-F238E27FC236}">
                <a16:creationId xmlns:a16="http://schemas.microsoft.com/office/drawing/2014/main" id="{875A62A3-5A4E-4298-B1FE-C021CA172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207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77B9037-97E4-41B3-B4F5-4EF04CB84C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‹#›</a:t>
            </a:fld>
            <a:endParaRPr lang="fr-FR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A11FF94C-BEC7-4835-ACB2-374F1663ECF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5313" y="365126"/>
            <a:ext cx="3175461" cy="575908"/>
          </a:xfrm>
          <a:prstGeom prst="roundRect">
            <a:avLst>
              <a:gd name="adj" fmla="val 14978"/>
            </a:avLst>
          </a:prstGeom>
          <a:ln w="38100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lang="fr-FR" sz="28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/>
              <a:t>Chapitre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205FB8AB-1770-40AC-9D4D-5F62AE04DE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0514"/>
            <a:ext cx="7160581" cy="575908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Titre</a:t>
            </a:r>
          </a:p>
        </p:txBody>
      </p:sp>
      <p:sp>
        <p:nvSpPr>
          <p:cNvPr id="12" name="Espace réservé du tableau 11">
            <a:extLst>
              <a:ext uri="{FF2B5EF4-FFF2-40B4-BE49-F238E27FC236}">
                <a16:creationId xmlns:a16="http://schemas.microsoft.com/office/drawing/2014/main" id="{72EED34E-6D31-4794-AE23-43180573B0D8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838200" y="1189609"/>
            <a:ext cx="10442575" cy="4651898"/>
          </a:xfrm>
        </p:spPr>
        <p:txBody>
          <a:bodyPr/>
          <a:lstStyle/>
          <a:p>
            <a:endParaRPr lang="fr-FR"/>
          </a:p>
        </p:txBody>
      </p:sp>
      <p:sp>
        <p:nvSpPr>
          <p:cNvPr id="8" name="Espace réservé du pied de page 5">
            <a:extLst>
              <a:ext uri="{FF2B5EF4-FFF2-40B4-BE49-F238E27FC236}">
                <a16:creationId xmlns:a16="http://schemas.microsoft.com/office/drawing/2014/main" id="{8F1845DB-DCDE-45FB-8F73-7C5A4A055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1414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 1 - B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29265"/>
            <a:ext cx="10442575" cy="276999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4267" b="0">
                <a:solidFill>
                  <a:schemeClr val="tx2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021977"/>
            <a:ext cx="10442575" cy="1810752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fr-FR" smtClean="0"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 lang="fr-FR" smtClean="0">
                <a:solidFill>
                  <a:schemeClr val="bg2"/>
                </a:solidFill>
              </a:defRPr>
            </a:lvl2pPr>
            <a:lvl3pPr marL="1073124" indent="-351358">
              <a:buSzPct val="100000"/>
              <a:buFont typeface="Allumi Ptf" pitchFamily="34" charset="0"/>
              <a:buChar char="↪"/>
              <a:defRPr lang="fr-FR" smtClean="0">
                <a:solidFill>
                  <a:schemeClr val="bg2"/>
                </a:solidFill>
              </a:defRPr>
            </a:lvl3pPr>
            <a:lvl4pPr>
              <a:defRPr lang="fr-FR" smtClean="0">
                <a:solidFill>
                  <a:schemeClr val="bg2"/>
                </a:solidFill>
              </a:defRPr>
            </a:lvl4pPr>
            <a:lvl5pPr>
              <a:defRPr lang="fr-FR" dirty="0">
                <a:solidFill>
                  <a:schemeClr val="bg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0" hasCustomPrompt="1"/>
          </p:nvPr>
        </p:nvSpPr>
        <p:spPr>
          <a:xfrm>
            <a:off x="1147238" y="208274"/>
            <a:ext cx="4476751" cy="244169"/>
          </a:xfrm>
        </p:spPr>
        <p:txBody>
          <a:bodyPr/>
          <a:lstStyle>
            <a:lvl1pPr marL="0" indent="0">
              <a:buNone/>
              <a:defRPr sz="1867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fr-FR"/>
              <a:t>Chapitre ou Sous-chapitre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" y="0"/>
            <a:ext cx="7563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1602318" y="5847951"/>
            <a:ext cx="9480549" cy="463511"/>
          </a:xfrm>
          <a:prstGeom prst="roundRect">
            <a:avLst>
              <a:gd name="adj" fmla="val 43312"/>
            </a:avLst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 anchor="ctr"/>
          <a:lstStyle>
            <a:lvl1pPr marL="0" indent="0" algn="ctr">
              <a:buNone/>
              <a:defRPr sz="2667" i="1">
                <a:solidFill>
                  <a:schemeClr val="bg2"/>
                </a:solidFill>
              </a:defRPr>
            </a:lvl1pPr>
          </a:lstStyle>
          <a:p>
            <a:pPr lvl="0"/>
            <a:r>
              <a:rPr lang="fr-FR"/>
              <a:t>kicker-box</a:t>
            </a:r>
          </a:p>
        </p:txBody>
      </p:sp>
    </p:spTree>
    <p:extLst>
      <p:ext uri="{BB962C8B-B14F-4D97-AF65-F5344CB8AC3E}">
        <p14:creationId xmlns:p14="http://schemas.microsoft.com/office/powerpoint/2010/main" val="64168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à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3">
            <a:extLst>
              <a:ext uri="{FF2B5EF4-FFF2-40B4-BE49-F238E27FC236}">
                <a16:creationId xmlns:a16="http://schemas.microsoft.com/office/drawing/2014/main" id="{27140DB9-FE55-48AF-9A04-12DB92D7CDC4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-71018" y="0"/>
            <a:ext cx="5268458" cy="6858000"/>
          </a:xfrm>
          <a:prstGeom prst="rect">
            <a:avLst/>
          </a:prstGeom>
        </p:spPr>
        <p:txBody>
          <a:bodyPr tIns="2304000" anchor="t" anchorCtr="0">
            <a:noAutofit/>
          </a:bodyPr>
          <a:lstStyle>
            <a:lvl1pPr marL="0" indent="0" algn="ctr">
              <a:buNone/>
              <a:defRPr b="0">
                <a:solidFill>
                  <a:srgbClr val="3F238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Cliquez sur l’icône ci-dessous </a:t>
            </a:r>
            <a:br>
              <a:rPr lang="fr-FR"/>
            </a:br>
            <a:r>
              <a:rPr lang="fr-FR"/>
              <a:t>pour insérer une image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D0581710-AA1B-493A-BFBA-1460E3D4C38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23484" y="1398522"/>
            <a:ext cx="5657291" cy="1495794"/>
          </a:xfrm>
          <a:prstGeom prst="rect">
            <a:avLst/>
          </a:prstGeom>
        </p:spPr>
        <p:txBody>
          <a:bodyPr anchor="b"/>
          <a:lstStyle>
            <a:lvl1pPr algn="l">
              <a:defRPr sz="5400" b="1" cap="all" spc="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Titre (3 lignes max)</a:t>
            </a:r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CF16E1CB-4175-4B50-B70E-76C58215F7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36736" y="3083214"/>
            <a:ext cx="5657291" cy="3877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Sous-titre (1 ligne)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704A89-865E-40EA-BCD5-78C5D720B1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2925" y="3710215"/>
            <a:ext cx="5657850" cy="180975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/>
              <a:t>Texte complémentaire</a:t>
            </a: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F751FFA8-DC9D-44D8-843C-1DA639D303E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‹#›</a:t>
            </a:fld>
            <a:endParaRPr lang="fr-FR"/>
          </a:p>
        </p:txBody>
      </p:sp>
      <p:sp>
        <p:nvSpPr>
          <p:cNvPr id="9" name="Espace réservé du pied de page 5">
            <a:extLst>
              <a:ext uri="{FF2B5EF4-FFF2-40B4-BE49-F238E27FC236}">
                <a16:creationId xmlns:a16="http://schemas.microsoft.com/office/drawing/2014/main" id="{48C836FA-5F1F-4FBD-87A1-198028472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4083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B2C212-1B2B-4335-BA30-6DA98C8CDA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77509" y="1001938"/>
            <a:ext cx="9433147" cy="418576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Citation</a:t>
            </a:r>
          </a:p>
        </p:txBody>
      </p:sp>
    </p:spTree>
    <p:extLst>
      <p:ext uri="{BB962C8B-B14F-4D97-AF65-F5344CB8AC3E}">
        <p14:creationId xmlns:p14="http://schemas.microsoft.com/office/powerpoint/2010/main" val="1386703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FCF1DC5-3E63-4A66-8B7E-37D1D3EA72E6}"/>
              </a:ext>
            </a:extLst>
          </p:cNvPr>
          <p:cNvSpPr txBox="1"/>
          <p:nvPr userDrawn="1"/>
        </p:nvSpPr>
        <p:spPr>
          <a:xfrm>
            <a:off x="1484048" y="2644170"/>
            <a:ext cx="92238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>
                <a:solidFill>
                  <a:schemeClr val="bg1"/>
                </a:solidFill>
              </a:rPr>
              <a:t>Merci !</a:t>
            </a:r>
            <a:endParaRPr lang="fr-F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131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7B06D0-C015-4E77-A0A3-CFA569D18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21977"/>
            <a:ext cx="10442575" cy="49808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E855350-DE05-41EF-BA6F-33B75690F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2604" y="6083766"/>
            <a:ext cx="515567" cy="447472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sz="16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14D0CC5-784E-4B7E-B9F4-EE71C08DA69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0CE683-2EEB-4B1A-9266-A8B87BC78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99E496E-A848-4B3A-808C-4F7D1AC6B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050872" cy="5759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662554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63" r:id="rId4"/>
    <p:sldLayoutId id="2147483662" r:id="rId5"/>
    <p:sldLayoutId id="2147483666" r:id="rId6"/>
    <p:sldLayoutId id="2147483665" r:id="rId7"/>
    <p:sldLayoutId id="2147483667" r:id="rId8"/>
    <p:sldLayoutId id="2147483659" r:id="rId9"/>
    <p:sldLayoutId id="2147483658" r:id="rId10"/>
    <p:sldLayoutId id="2147483660" r:id="rId11"/>
    <p:sldLayoutId id="2147483661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4267" b="0" kern="1200" cap="none" spc="40" baseline="0" dirty="0">
          <a:solidFill>
            <a:schemeClr val="tx2"/>
          </a:solidFill>
          <a:latin typeface="Calibri" pitchFamily="34" charset="0"/>
          <a:ea typeface="+mj-ea"/>
          <a:cs typeface="Calibri" panose="020F0502020204030204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48000" indent="-36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18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648000" indent="-36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1800" b="1" kern="1200">
          <a:solidFill>
            <a:schemeClr val="bg1">
              <a:lumMod val="65000"/>
            </a:schemeClr>
          </a:solidFill>
          <a:latin typeface="+mn-lt"/>
          <a:ea typeface="+mn-ea"/>
          <a:cs typeface="+mn-cs"/>
        </a:defRPr>
      </a:lvl3pPr>
      <a:lvl4pPr marL="720000" indent="-27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630000" indent="-27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84">
          <p15:clr>
            <a:srgbClr val="F26B43"/>
          </p15:clr>
        </p15:guide>
        <p15:guide id="2" pos="529">
          <p15:clr>
            <a:srgbClr val="F26B43"/>
          </p15:clr>
        </p15:guide>
        <p15:guide id="3" pos="7106">
          <p15:clr>
            <a:srgbClr val="F26B43"/>
          </p15:clr>
        </p15:guide>
        <p15:guide id="4" pos="1598">
          <p15:clr>
            <a:srgbClr val="F26B43"/>
          </p15:clr>
        </p15:guide>
        <p15:guide id="5" orient="horz" pos="1480">
          <p15:clr>
            <a:srgbClr val="F26B43"/>
          </p15:clr>
        </p15:guide>
        <p15:guide id="6" orient="horz" pos="2801">
          <p15:clr>
            <a:srgbClr val="F26B43"/>
          </p15:clr>
        </p15:guide>
        <p15:guide id="7" pos="1457">
          <p15:clr>
            <a:srgbClr val="F26B43"/>
          </p15:clr>
        </p15:guide>
        <p15:guide id="8" orient="horz" pos="373">
          <p15:clr>
            <a:srgbClr val="F26B43"/>
          </p15:clr>
        </p15:guide>
        <p15:guide id="9" orient="horz" pos="16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ependency_inversion_principle" TargetMode="External"/><Relationship Id="rId2" Type="http://schemas.openxmlformats.org/officeDocument/2006/relationships/hyperlink" Target="https://en.wikipedia.org/wiki/SOLID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F6D738-4468-4501-A03B-B2FE439D1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00" y="2127247"/>
            <a:ext cx="9725806" cy="820140"/>
          </a:xfrm>
        </p:spPr>
        <p:txBody>
          <a:bodyPr/>
          <a:lstStyle/>
          <a:p>
            <a:r>
              <a:rPr lang="fr-FR" dirty="0"/>
              <a:t>Architecture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D5DF304-4A60-46D5-8EC8-58B998217F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87999" y="3095741"/>
            <a:ext cx="3551149" cy="443872"/>
          </a:xfrm>
          <a:prstGeom prst="roundRect">
            <a:avLst/>
          </a:prstGeom>
        </p:spPr>
        <p:txBody>
          <a:bodyPr/>
          <a:lstStyle/>
          <a:p>
            <a:pPr algn="ctr"/>
            <a:r>
              <a:rPr lang="fr-FR" sz="2400" dirty="0"/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2594422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F02F71-B2F4-4E61-B536-4971245EA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D6849B4-CB59-4E5A-BB73-A475C1CF86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8751" y="2228295"/>
            <a:ext cx="4667250" cy="3443162"/>
          </a:xfrm>
        </p:spPr>
        <p:txBody>
          <a:bodyPr/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fr-FR" dirty="0">
                <a:cs typeface="Arial"/>
              </a:rPr>
              <a:t>Architecture</a:t>
            </a:r>
          </a:p>
          <a:p>
            <a:pPr marL="1162350" lvl="1" indent="-514350"/>
            <a:r>
              <a:rPr lang="fr-FR" dirty="0">
                <a:cs typeface="Arial"/>
              </a:rPr>
              <a:t>Software</a:t>
            </a:r>
          </a:p>
          <a:p>
            <a:pPr marL="1162350" lvl="1" indent="-514350"/>
            <a:r>
              <a:rPr lang="fr-FR" dirty="0">
                <a:cs typeface="Arial"/>
              </a:rPr>
              <a:t>Physical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2210A5FB-6871-06D1-7B72-59B2764044D8}"/>
              </a:ext>
            </a:extLst>
          </p:cNvPr>
          <p:cNvSpPr txBox="1">
            <a:spLocks/>
          </p:cNvSpPr>
          <p:nvPr/>
        </p:nvSpPr>
        <p:spPr>
          <a:xfrm>
            <a:off x="5652407" y="2228295"/>
            <a:ext cx="4667250" cy="34431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Char char="•"/>
            </a:pPr>
            <a:r>
              <a:rPr lang="fr-FR" dirty="0">
                <a:cs typeface="Arial"/>
              </a:rPr>
              <a:t>Components</a:t>
            </a:r>
          </a:p>
          <a:p>
            <a:pPr marL="1162350" lvl="1" indent="-514350"/>
            <a:r>
              <a:rPr lang="fr-FR" dirty="0">
                <a:cs typeface="Arial"/>
              </a:rPr>
              <a:t>Clean Architecture</a:t>
            </a:r>
          </a:p>
          <a:p>
            <a:pPr marL="1162350" lvl="1" indent="-514350"/>
            <a:r>
              <a:rPr lang="fr-FR" dirty="0">
                <a:cs typeface="Arial"/>
              </a:rPr>
              <a:t>App </a:t>
            </a:r>
          </a:p>
          <a:p>
            <a:pPr marL="1162350" lvl="1" indent="-514350"/>
            <a:r>
              <a:rPr lang="fr-FR" dirty="0">
                <a:cs typeface="Arial"/>
              </a:rPr>
              <a:t>Api</a:t>
            </a:r>
          </a:p>
          <a:p>
            <a:pPr marL="1162350" lvl="1" indent="-514350"/>
            <a:r>
              <a:rPr lang="fr-FR" dirty="0">
                <a:cs typeface="Arial"/>
              </a:rPr>
              <a:t>Db</a:t>
            </a:r>
          </a:p>
        </p:txBody>
      </p:sp>
    </p:spTree>
    <p:extLst>
      <p:ext uri="{BB962C8B-B14F-4D97-AF65-F5344CB8AC3E}">
        <p14:creationId xmlns:p14="http://schemas.microsoft.com/office/powerpoint/2010/main" val="3947088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776C1-1CED-4334-808D-4BD96E935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0D81B2F-9F72-67EC-4FD1-B26F223A5C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8201" y="1089498"/>
            <a:ext cx="5037913" cy="1919709"/>
          </a:xfrm>
          <a:prstGeom prst="roundRect">
            <a:avLst>
              <a:gd name="adj" fmla="val 10346"/>
            </a:avLst>
          </a:prstGeom>
        </p:spPr>
        <p:txBody>
          <a:bodyPr/>
          <a:lstStyle/>
          <a:p>
            <a:pPr marL="0" indent="0" algn="ctr">
              <a:buNone/>
            </a:pPr>
            <a:r>
              <a:rPr lang="en-US" sz="1800" dirty="0">
                <a:hlinkClick r:id="rId2"/>
              </a:rPr>
              <a:t>SOLID</a:t>
            </a:r>
            <a:endParaRPr lang="en-US" sz="1800" dirty="0"/>
          </a:p>
          <a:p>
            <a:pPr marL="287655" indent="-215900">
              <a:spcBef>
                <a:spcPts val="600"/>
              </a:spcBef>
            </a:pPr>
            <a:r>
              <a:rPr lang="en-US" sz="1600" b="0" noProof="0" dirty="0">
                <a:solidFill>
                  <a:schemeClr val="tx2"/>
                </a:solidFill>
                <a:ea typeface="+mn-lt"/>
                <a:cs typeface="+mn-lt"/>
              </a:rPr>
              <a:t>Single Responsibility</a:t>
            </a:r>
          </a:p>
          <a:p>
            <a:pPr marL="287655" indent="-215900">
              <a:spcBef>
                <a:spcPts val="600"/>
              </a:spcBef>
            </a:pPr>
            <a:r>
              <a:rPr lang="en-US" sz="1600" b="0" noProof="0" dirty="0">
                <a:solidFill>
                  <a:schemeClr val="tx2"/>
                </a:solidFill>
                <a:ea typeface="+mn-lt"/>
                <a:cs typeface="+mn-lt"/>
              </a:rPr>
              <a:t>Open/Close</a:t>
            </a:r>
          </a:p>
          <a:p>
            <a:pPr marL="287655" indent="-215900">
              <a:spcBef>
                <a:spcPts val="600"/>
              </a:spcBef>
            </a:pPr>
            <a:r>
              <a:rPr lang="en-US" sz="1600" b="0" noProof="0" dirty="0">
                <a:solidFill>
                  <a:schemeClr val="tx2"/>
                </a:solidFill>
                <a:ea typeface="+mn-lt"/>
                <a:cs typeface="+mn-lt"/>
              </a:rPr>
              <a:t>Liskov Substitution</a:t>
            </a:r>
          </a:p>
          <a:p>
            <a:pPr marL="287655" indent="-215900">
              <a:spcBef>
                <a:spcPts val="600"/>
              </a:spcBef>
            </a:pPr>
            <a:r>
              <a:rPr lang="en-US" sz="1600" b="0" noProof="0" dirty="0">
                <a:solidFill>
                  <a:schemeClr val="tx2"/>
                </a:solidFill>
                <a:ea typeface="+mn-lt"/>
                <a:cs typeface="+mn-lt"/>
              </a:rPr>
              <a:t>Interface Segregation</a:t>
            </a:r>
          </a:p>
          <a:p>
            <a:pPr marL="287655" indent="-215900">
              <a:spcBef>
                <a:spcPts val="600"/>
              </a:spcBef>
            </a:pPr>
            <a:r>
              <a:rPr lang="en-US" sz="1600" b="0" noProof="0" dirty="0">
                <a:solidFill>
                  <a:schemeClr val="tx2"/>
                </a:solidFill>
                <a:ea typeface="+mn-lt"/>
                <a:cs typeface="+mn-lt"/>
              </a:rPr>
              <a:t>Dependency Inversion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0B4405-CD7C-C4D8-D8EB-4C703507C0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3</a:t>
            </a:fld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E4F5D003-A380-A452-DF21-619387AEF8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>
                <a:latin typeface="Arial"/>
                <a:cs typeface="Arial"/>
              </a:rPr>
              <a:t>Architecture</a:t>
            </a:r>
            <a:endParaRPr lang="fr-FR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19AF4E3-08AB-EA4A-82AD-05E7AF95C23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22975" y="1089499"/>
            <a:ext cx="5257800" cy="1512188"/>
          </a:xfrm>
          <a:prstGeom prst="roundRect">
            <a:avLst>
              <a:gd name="adj" fmla="val 11441"/>
            </a:avLst>
          </a:prstGeom>
        </p:spPr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Singleton</a:t>
            </a:r>
            <a:endParaRPr lang="fr-FR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16000" indent="-144000">
              <a:spcBef>
                <a:spcPts val="300"/>
              </a:spcBef>
            </a:pP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Ensure that a class has a </a:t>
            </a:r>
            <a:r>
              <a:rPr lang="en-GB" sz="1600" u="sng" dirty="0">
                <a:solidFill>
                  <a:schemeClr val="tx2"/>
                </a:solidFill>
                <a:ea typeface="+mn-lt"/>
                <a:cs typeface="+mn-lt"/>
              </a:rPr>
              <a:t>unique instance</a:t>
            </a:r>
            <a:endParaRPr lang="fr-FR" sz="1600" u="sng" dirty="0">
              <a:solidFill>
                <a:schemeClr val="tx2"/>
              </a:solidFill>
              <a:ea typeface="+mn-lt"/>
              <a:cs typeface="+mn-lt"/>
            </a:endParaRPr>
          </a:p>
          <a:p>
            <a:pPr marL="216000" indent="-144000">
              <a:spcBef>
                <a:spcPts val="300"/>
              </a:spcBef>
            </a:pPr>
            <a:r>
              <a:rPr lang="fr-FR" sz="1600" b="0" dirty="0">
                <a:solidFill>
                  <a:schemeClr val="tx2"/>
                </a:solidFill>
                <a:ea typeface="+mn-lt"/>
                <a:cs typeface="+mn-lt"/>
              </a:rPr>
              <a:t>Pr</a:t>
            </a:r>
            <a:r>
              <a:rPr lang="en-GB" sz="1600" b="0" dirty="0" err="1">
                <a:solidFill>
                  <a:schemeClr val="tx2"/>
                </a:solidFill>
                <a:ea typeface="+mn-lt"/>
                <a:cs typeface="+mn-lt"/>
              </a:rPr>
              <a:t>ovide</a:t>
            </a: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 a single global access pt to instance</a:t>
            </a:r>
          </a:p>
          <a:p>
            <a:pPr marL="216000" indent="-144000">
              <a:spcBef>
                <a:spcPts val="300"/>
              </a:spcBef>
            </a:pP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private constructor, public </a:t>
            </a:r>
            <a:r>
              <a:rPr lang="en-GB" sz="1600" b="0" dirty="0" err="1">
                <a:solidFill>
                  <a:schemeClr val="tx2"/>
                </a:solidFill>
                <a:ea typeface="+mn-lt"/>
                <a:cs typeface="+mn-lt"/>
              </a:rPr>
              <a:t>getInstance</a:t>
            </a: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, lazy </a:t>
            </a:r>
            <a:r>
              <a:rPr lang="en-GB" sz="1600" b="0" dirty="0" err="1">
                <a:solidFill>
                  <a:schemeClr val="tx2"/>
                </a:solidFill>
                <a:ea typeface="+mn-lt"/>
                <a:cs typeface="+mn-lt"/>
              </a:rPr>
              <a:t>loadé</a:t>
            </a:r>
            <a:endParaRPr lang="en-GB" sz="16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16000" indent="-144000">
              <a:spcBef>
                <a:spcPts val="300"/>
              </a:spcBef>
            </a:pPr>
            <a:r>
              <a:rPr lang="en-GB" sz="1600" dirty="0">
                <a:solidFill>
                  <a:schemeClr val="tx2"/>
                </a:solidFill>
                <a:ea typeface="+mn-lt"/>
                <a:cs typeface="+mn-lt"/>
              </a:rPr>
              <a:t>Usage.</a:t>
            </a: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GB" sz="1600" b="0" dirty="0" err="1">
                <a:solidFill>
                  <a:schemeClr val="tx2"/>
                </a:solidFill>
                <a:ea typeface="+mn-lt"/>
                <a:cs typeface="+mn-lt"/>
              </a:rPr>
              <a:t>HttpClient</a:t>
            </a: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, Logger, Cache</a:t>
            </a:r>
            <a:endParaRPr lang="fr-FR" sz="1600" b="0" dirty="0">
              <a:solidFill>
                <a:schemeClr val="tx2"/>
              </a:solidFill>
              <a:ea typeface="+mn-lt"/>
              <a:cs typeface="+mn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256AAC-FD1D-13BD-39B0-59A71463D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Design Pattern</a:t>
            </a:r>
            <a:endParaRPr lang="fr-LU" dirty="0"/>
          </a:p>
        </p:txBody>
      </p:sp>
      <p:sp>
        <p:nvSpPr>
          <p:cNvPr id="14" name="Espace réservé du pied de page 5">
            <a:extLst>
              <a:ext uri="{FF2B5EF4-FFF2-40B4-BE49-F238E27FC236}">
                <a16:creationId xmlns:a16="http://schemas.microsoft.com/office/drawing/2014/main" id="{F6DF3153-78A1-7F4E-D3E0-FBC1368B9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 dirty="0"/>
              <a:t>Unlocked By | K</a:t>
            </a:r>
            <a:endParaRPr lang="fr-FR" dirty="0"/>
          </a:p>
        </p:txBody>
      </p: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EB93F5E7-7C65-CA44-E070-D7DD9283A3A7}"/>
              </a:ext>
            </a:extLst>
          </p:cNvPr>
          <p:cNvSpPr txBox="1">
            <a:spLocks/>
          </p:cNvSpPr>
          <p:nvPr/>
        </p:nvSpPr>
        <p:spPr>
          <a:xfrm>
            <a:off x="6022975" y="2778174"/>
            <a:ext cx="5257800" cy="1301651"/>
          </a:xfrm>
          <a:prstGeom prst="roundRect">
            <a:avLst>
              <a:gd name="adj" fmla="val 10481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800" dirty="0">
                <a:hlinkClick r:id="rId3"/>
              </a:rPr>
              <a:t>Dependency Inversion</a:t>
            </a:r>
            <a:endParaRPr lang="fr-FR" sz="1800" dirty="0"/>
          </a:p>
          <a:p>
            <a:pPr marL="287655" lvl="1" indent="-215900">
              <a:spcBef>
                <a:spcPts val="600"/>
              </a:spcBef>
            </a:pPr>
            <a:r>
              <a:rPr lang="en-GB" sz="1600" b="0" dirty="0" err="1">
                <a:ea typeface="+mn-lt"/>
                <a:cs typeface="+mn-lt"/>
              </a:rPr>
              <a:t>High&amp;Low</a:t>
            </a:r>
            <a:r>
              <a:rPr lang="en-GB" sz="1600" b="0" dirty="0">
                <a:ea typeface="+mn-lt"/>
                <a:cs typeface="+mn-lt"/>
              </a:rPr>
              <a:t> </a:t>
            </a:r>
            <a:r>
              <a:rPr lang="en-GB" sz="1600" b="0" dirty="0" err="1">
                <a:ea typeface="+mn-lt"/>
                <a:cs typeface="+mn-lt"/>
              </a:rPr>
              <a:t>lvl</a:t>
            </a:r>
            <a:r>
              <a:rPr lang="en-GB" sz="1600" b="0" dirty="0">
                <a:ea typeface="+mn-lt"/>
                <a:cs typeface="+mn-lt"/>
              </a:rPr>
              <a:t> modules depends on abstraction</a:t>
            </a:r>
          </a:p>
          <a:p>
            <a:pPr marL="287655" lvl="1" indent="-215900">
              <a:spcBef>
                <a:spcPts val="600"/>
              </a:spcBef>
            </a:pPr>
            <a:r>
              <a:rPr lang="pt-BR" sz="1600" b="0" dirty="0">
                <a:ea typeface="+mn-lt"/>
                <a:cs typeface="+mn-lt"/>
              </a:rPr>
              <a:t>(A -&gt; B) =&gt; (A -&gt; C &amp;&amp; B -&gt; C)</a:t>
            </a:r>
          </a:p>
          <a:p>
            <a:pPr marL="287655" lvl="1" indent="-215900">
              <a:spcBef>
                <a:spcPts val="600"/>
              </a:spcBef>
            </a:pPr>
            <a:r>
              <a:rPr lang="en-GB" sz="1600" b="0" dirty="0">
                <a:ea typeface="+mn-lt"/>
                <a:cs typeface="+mn-lt"/>
              </a:rPr>
              <a:t>With. </a:t>
            </a:r>
            <a:r>
              <a:rPr lang="en-GB" sz="1600" b="0" dirty="0" err="1">
                <a:ea typeface="+mn-lt"/>
                <a:cs typeface="+mn-lt"/>
              </a:rPr>
              <a:t>A.high</a:t>
            </a:r>
            <a:r>
              <a:rPr lang="en-GB" sz="1600" b="0" dirty="0">
                <a:ea typeface="+mn-lt"/>
                <a:cs typeface="+mn-lt"/>
              </a:rPr>
              <a:t>, </a:t>
            </a:r>
            <a:r>
              <a:rPr lang="en-GB" sz="1600" b="0" dirty="0" err="1">
                <a:ea typeface="+mn-lt"/>
                <a:cs typeface="+mn-lt"/>
              </a:rPr>
              <a:t>B.low</a:t>
            </a:r>
            <a:r>
              <a:rPr lang="en-GB" sz="1600" b="0" dirty="0">
                <a:ea typeface="+mn-lt"/>
                <a:cs typeface="+mn-lt"/>
              </a:rPr>
              <a:t>, </a:t>
            </a:r>
            <a:r>
              <a:rPr lang="en-GB" sz="1600" b="0" dirty="0" err="1">
                <a:ea typeface="+mn-lt"/>
                <a:cs typeface="+mn-lt"/>
              </a:rPr>
              <a:t>C.abstract</a:t>
            </a:r>
            <a:r>
              <a:rPr lang="en-GB" sz="1600" b="0" dirty="0">
                <a:ea typeface="+mn-lt"/>
                <a:cs typeface="+mn-lt"/>
              </a:rPr>
              <a:t>° (</a:t>
            </a:r>
            <a:r>
              <a:rPr lang="en-GB" sz="1600" b="0" dirty="0" err="1">
                <a:ea typeface="+mn-lt"/>
                <a:cs typeface="+mn-lt"/>
              </a:rPr>
              <a:t>IService</a:t>
            </a:r>
            <a:r>
              <a:rPr lang="en-GB" sz="1600" b="0" dirty="0">
                <a:ea typeface="+mn-lt"/>
                <a:cs typeface="+mn-lt"/>
              </a:rPr>
              <a:t>), ‘-&gt;’ dep.</a:t>
            </a:r>
            <a:endParaRPr lang="fr-FR" sz="1600" b="0" dirty="0">
              <a:ea typeface="+mn-lt"/>
              <a:cs typeface="+mn-lt"/>
            </a:endParaRP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6A53348-6A13-C738-1C32-B3D8870BAFDC}"/>
              </a:ext>
            </a:extLst>
          </p:cNvPr>
          <p:cNvSpPr txBox="1">
            <a:spLocks/>
          </p:cNvSpPr>
          <p:nvPr/>
        </p:nvSpPr>
        <p:spPr>
          <a:xfrm>
            <a:off x="6022975" y="4256312"/>
            <a:ext cx="5257800" cy="1722289"/>
          </a:xfrm>
          <a:prstGeom prst="roundRect">
            <a:avLst>
              <a:gd name="adj" fmla="val 11441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Others</a:t>
            </a:r>
            <a:endParaRPr lang="fr-FR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16000" indent="-144000">
              <a:spcBef>
                <a:spcPts val="300"/>
              </a:spcBef>
            </a:pPr>
            <a:r>
              <a:rPr lang="en-GB" sz="1600" dirty="0">
                <a:solidFill>
                  <a:schemeClr val="tx2"/>
                </a:solidFill>
                <a:ea typeface="+mn-lt"/>
                <a:cs typeface="+mn-lt"/>
              </a:rPr>
              <a:t>Builder.</a:t>
            </a: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 Test C#, LINQ, Service conf in </a:t>
            </a:r>
            <a:r>
              <a:rPr lang="en-GB" sz="1600" b="0" dirty="0" err="1">
                <a:solidFill>
                  <a:schemeClr val="tx2"/>
                </a:solidFill>
                <a:ea typeface="+mn-lt"/>
                <a:cs typeface="+mn-lt"/>
              </a:rPr>
              <a:t>Program.cs</a:t>
            </a:r>
            <a:endParaRPr lang="en-GB" sz="16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16000" indent="-144000">
              <a:spcBef>
                <a:spcPts val="300"/>
              </a:spcBef>
            </a:pPr>
            <a:r>
              <a:rPr lang="en-GB" sz="1600" dirty="0">
                <a:solidFill>
                  <a:schemeClr val="tx2"/>
                </a:solidFill>
                <a:ea typeface="+mn-lt"/>
                <a:cs typeface="+mn-lt"/>
              </a:rPr>
              <a:t>Factory.</a:t>
            </a:r>
            <a:endParaRPr lang="fr-FR" sz="1600" u="sng" dirty="0">
              <a:solidFill>
                <a:schemeClr val="tx2"/>
              </a:solidFill>
              <a:ea typeface="+mn-lt"/>
              <a:cs typeface="+mn-lt"/>
            </a:endParaRPr>
          </a:p>
          <a:p>
            <a:pPr marL="216000" indent="-144000">
              <a:spcBef>
                <a:spcPts val="300"/>
              </a:spcBef>
            </a:pPr>
            <a:r>
              <a:rPr lang="en-US" sz="1600" dirty="0">
                <a:solidFill>
                  <a:schemeClr val="tx2"/>
                </a:solidFill>
                <a:ea typeface="+mn-lt"/>
                <a:cs typeface="+mn-lt"/>
              </a:rPr>
              <a:t>Observer.</a:t>
            </a:r>
            <a:endParaRPr lang="en-GB" sz="1600" dirty="0">
              <a:solidFill>
                <a:schemeClr val="tx2"/>
              </a:solidFill>
              <a:ea typeface="+mn-lt"/>
              <a:cs typeface="+mn-lt"/>
            </a:endParaRPr>
          </a:p>
          <a:p>
            <a:pPr marL="216000" indent="-144000">
              <a:spcBef>
                <a:spcPts val="300"/>
              </a:spcBef>
            </a:pPr>
            <a:r>
              <a:rPr lang="en-GB" sz="1600" dirty="0">
                <a:solidFill>
                  <a:schemeClr val="tx2"/>
                </a:solidFill>
                <a:ea typeface="+mn-lt"/>
                <a:cs typeface="+mn-lt"/>
              </a:rPr>
              <a:t>Redux.</a:t>
            </a:r>
          </a:p>
          <a:p>
            <a:pPr marL="216000" indent="-144000">
              <a:spcBef>
                <a:spcPts val="300"/>
              </a:spcBef>
            </a:pPr>
            <a:r>
              <a:rPr lang="en-GB" sz="1600" dirty="0">
                <a:solidFill>
                  <a:schemeClr val="tx2"/>
                </a:solidFill>
                <a:ea typeface="+mn-lt"/>
                <a:cs typeface="+mn-lt"/>
              </a:rPr>
              <a:t>MVC.</a:t>
            </a: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 Model View Controller</a:t>
            </a:r>
            <a:endParaRPr lang="fr-FR" sz="1600" b="0" dirty="0">
              <a:solidFill>
                <a:schemeClr val="tx2"/>
              </a:solidFill>
              <a:ea typeface="+mn-lt"/>
              <a:cs typeface="+mn-lt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6731CA0-4FCE-274E-6069-3BECB1D7FCF7}"/>
              </a:ext>
            </a:extLst>
          </p:cNvPr>
          <p:cNvSpPr txBox="1">
            <a:spLocks/>
          </p:cNvSpPr>
          <p:nvPr/>
        </p:nvSpPr>
        <p:spPr>
          <a:xfrm>
            <a:off x="838199" y="3782291"/>
            <a:ext cx="5037915" cy="2196310"/>
          </a:xfrm>
          <a:prstGeom prst="roundRect">
            <a:avLst>
              <a:gd name="adj" fmla="val 7255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Dependency Injection</a:t>
            </a:r>
            <a:endParaRPr lang="fr-FR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16000" indent="-144000">
              <a:spcBef>
                <a:spcPts val="300"/>
              </a:spcBef>
            </a:pPr>
            <a:r>
              <a:rPr lang="en-GB" sz="1600" b="0" dirty="0" err="1">
                <a:solidFill>
                  <a:schemeClr val="tx2"/>
                </a:solidFill>
                <a:ea typeface="+mn-lt"/>
                <a:cs typeface="+mn-lt"/>
              </a:rPr>
              <a:t>Impl</a:t>
            </a: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 to achieve </a:t>
            </a:r>
            <a:r>
              <a:rPr lang="en-GB" sz="1600" b="0" dirty="0" err="1">
                <a:solidFill>
                  <a:schemeClr val="tx2"/>
                </a:solidFill>
                <a:ea typeface="+mn-lt"/>
                <a:cs typeface="+mn-lt"/>
              </a:rPr>
              <a:t>Inv</a:t>
            </a: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 Of Control, </a:t>
            </a:r>
            <a:r>
              <a:rPr lang="en-GB" sz="1600" b="0" dirty="0" err="1">
                <a:solidFill>
                  <a:schemeClr val="tx2"/>
                </a:solidFill>
                <a:ea typeface="+mn-lt"/>
                <a:cs typeface="+mn-lt"/>
              </a:rPr>
              <a:t>Rmv</a:t>
            </a: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 hard coded dep</a:t>
            </a:r>
            <a:endParaRPr lang="fr-FR" sz="1600" u="sng" dirty="0">
              <a:solidFill>
                <a:schemeClr val="tx2"/>
              </a:solidFill>
              <a:ea typeface="+mn-lt"/>
              <a:cs typeface="+mn-lt"/>
            </a:endParaRPr>
          </a:p>
          <a:p>
            <a:pPr marL="216000" indent="-144000">
              <a:spcBef>
                <a:spcPts val="300"/>
              </a:spcBef>
            </a:pP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Built in .NETCore &amp; .NET5+</a:t>
            </a:r>
          </a:p>
          <a:p>
            <a:pPr marL="216000" indent="-144000">
              <a:spcBef>
                <a:spcPts val="300"/>
              </a:spcBef>
            </a:pP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Not in .NET </a:t>
            </a:r>
            <a:r>
              <a:rPr lang="en-GB" sz="1600" b="0" dirty="0" err="1">
                <a:solidFill>
                  <a:schemeClr val="tx2"/>
                </a:solidFill>
                <a:ea typeface="+mn-lt"/>
                <a:cs typeface="+mn-lt"/>
              </a:rPr>
              <a:t>Frmwrk</a:t>
            </a: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 (∃library, Ex. </a:t>
            </a:r>
            <a:r>
              <a:rPr lang="en-GB" sz="1600" b="0" dirty="0" err="1">
                <a:solidFill>
                  <a:schemeClr val="tx2"/>
                </a:solidFill>
                <a:ea typeface="+mn-lt"/>
                <a:cs typeface="+mn-lt"/>
              </a:rPr>
              <a:t>Ninject</a:t>
            </a: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, Unity)</a:t>
            </a:r>
          </a:p>
          <a:p>
            <a:pPr marL="216000" indent="-144000">
              <a:spcBef>
                <a:spcPts val="300"/>
              </a:spcBef>
            </a:pP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Declare dep. in </a:t>
            </a:r>
            <a:r>
              <a:rPr lang="en-GB" sz="1600" b="0" dirty="0" err="1">
                <a:solidFill>
                  <a:schemeClr val="tx2"/>
                </a:solidFill>
                <a:ea typeface="+mn-lt"/>
                <a:cs typeface="+mn-lt"/>
              </a:rPr>
              <a:t>serv</a:t>
            </a: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 container with Lifetime</a:t>
            </a:r>
          </a:p>
          <a:p>
            <a:pPr marL="216000" indent="-144000">
              <a:spcBef>
                <a:spcPts val="300"/>
              </a:spcBef>
            </a:pPr>
            <a:r>
              <a:rPr lang="en-GB" sz="1600" dirty="0">
                <a:solidFill>
                  <a:schemeClr val="tx2"/>
                </a:solidFill>
                <a:ea typeface="+mn-lt"/>
                <a:cs typeface="+mn-lt"/>
              </a:rPr>
              <a:t>Lifetime.</a:t>
            </a: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 Transient (1 new on call), Scoped (1/</a:t>
            </a:r>
            <a:r>
              <a:rPr lang="en-GB" sz="1600" b="0" dirty="0" err="1">
                <a:solidFill>
                  <a:schemeClr val="tx2"/>
                </a:solidFill>
                <a:ea typeface="+mn-lt"/>
                <a:cs typeface="+mn-lt"/>
              </a:rPr>
              <a:t>HTTPReq</a:t>
            </a: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), Singleton </a:t>
            </a:r>
            <a:r>
              <a:rPr lang="en-GB" sz="1600" b="0">
                <a:solidFill>
                  <a:schemeClr val="tx2"/>
                </a:solidFill>
                <a:ea typeface="+mn-lt"/>
                <a:cs typeface="+mn-lt"/>
              </a:rPr>
              <a:t>(1/exe)</a:t>
            </a:r>
            <a:endParaRPr lang="en-GB" sz="16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16000" indent="-144000">
              <a:spcBef>
                <a:spcPts val="300"/>
              </a:spcBef>
            </a:pP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Provide easy testing &amp; </a:t>
            </a:r>
            <a:r>
              <a:rPr lang="en-GB" sz="1600" b="0" dirty="0" err="1">
                <a:solidFill>
                  <a:schemeClr val="tx2"/>
                </a:solidFill>
                <a:ea typeface="+mn-lt"/>
                <a:cs typeface="+mn-lt"/>
              </a:rPr>
              <a:t>indep</a:t>
            </a:r>
            <a:r>
              <a:rPr lang="en-GB" sz="1600" b="0" dirty="0">
                <a:solidFill>
                  <a:schemeClr val="tx2"/>
                </a:solidFill>
                <a:ea typeface="+mn-lt"/>
                <a:cs typeface="+mn-lt"/>
              </a:rPr>
              <a:t> change (High/Low)</a:t>
            </a:r>
          </a:p>
        </p:txBody>
      </p:sp>
    </p:spTree>
    <p:extLst>
      <p:ext uri="{BB962C8B-B14F-4D97-AF65-F5344CB8AC3E}">
        <p14:creationId xmlns:p14="http://schemas.microsoft.com/office/powerpoint/2010/main" val="2581957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42BCCB4-5ADC-48EF-AB6B-F068147D8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8607" y="2360259"/>
            <a:ext cx="8956853" cy="720292"/>
          </a:xfrm>
        </p:spPr>
        <p:txBody>
          <a:bodyPr/>
          <a:lstStyle/>
          <a:p>
            <a:r>
              <a:rPr lang="fr-FR" dirty="0">
                <a:latin typeface="Arial"/>
                <a:cs typeface="Arial"/>
              </a:rPr>
              <a:t>Architecture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EF4CE90A-C0B9-4342-BF6C-766D39B374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24291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5FD1D09-7E16-D008-D2C8-DEEBA35415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295002" y="1089498"/>
            <a:ext cx="4377453" cy="488910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MicroServices</a:t>
            </a:r>
          </a:p>
        </p:txBody>
      </p:sp>
      <p:sp>
        <p:nvSpPr>
          <p:cNvPr id="28" name="Rectangle : coins arrondis 9">
            <a:extLst>
              <a:ext uri="{FF2B5EF4-FFF2-40B4-BE49-F238E27FC236}">
                <a16:creationId xmlns:a16="http://schemas.microsoft.com/office/drawing/2014/main" id="{8BE59E1C-5CF5-9638-66EE-BD7425589A9D}"/>
              </a:ext>
            </a:extLst>
          </p:cNvPr>
          <p:cNvSpPr/>
          <p:nvPr/>
        </p:nvSpPr>
        <p:spPr>
          <a:xfrm>
            <a:off x="2458948" y="2492104"/>
            <a:ext cx="4069028" cy="396054"/>
          </a:xfrm>
          <a:prstGeom prst="roundRect">
            <a:avLst>
              <a:gd name="adj" fmla="val 27050"/>
            </a:avLst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Gateway</a:t>
            </a:r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23" name="Rectangle : coins arrondis 46">
            <a:extLst>
              <a:ext uri="{FF2B5EF4-FFF2-40B4-BE49-F238E27FC236}">
                <a16:creationId xmlns:a16="http://schemas.microsoft.com/office/drawing/2014/main" id="{4DBF0461-6099-954F-99F0-5FDAF2073731}"/>
              </a:ext>
            </a:extLst>
          </p:cNvPr>
          <p:cNvSpPr/>
          <p:nvPr/>
        </p:nvSpPr>
        <p:spPr>
          <a:xfrm>
            <a:off x="2458949" y="4351499"/>
            <a:ext cx="1392310" cy="1482771"/>
          </a:xfrm>
          <a:prstGeom prst="roundRect">
            <a:avLst>
              <a:gd name="adj" fmla="val 10624"/>
            </a:avLst>
          </a:prstGeom>
          <a:solidFill>
            <a:srgbClr val="F2E8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 b="1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E973DD5-7F59-D436-D423-4E767876D25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70354" y="1098988"/>
            <a:ext cx="4410420" cy="488910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Monolythe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fld id="{16F61B19-5FB1-451F-938F-D0B1FAC2BDF6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C993A5F8-F574-4098-A7B4-C03BD8ECC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127749"/>
            <a:ext cx="2064798" cy="365125"/>
          </a:xfrm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Unlocked By | K </a:t>
            </a:r>
            <a:endParaRPr lang="fr-FR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B86013-2D1D-4747-AA09-31D461CBC4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Architecture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6965AD01-1930-4FD8-A319-92D62E7DE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dirty="0"/>
              <a:t>Type</a:t>
            </a:r>
            <a:endParaRPr lang="en-US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4B89FAE-6F0D-4926-840B-BB40321956D2}"/>
              </a:ext>
            </a:extLst>
          </p:cNvPr>
          <p:cNvSpPr/>
          <p:nvPr/>
        </p:nvSpPr>
        <p:spPr>
          <a:xfrm>
            <a:off x="838199" y="1089216"/>
            <a:ext cx="1328461" cy="4898875"/>
          </a:xfrm>
          <a:prstGeom prst="roundRect">
            <a:avLst>
              <a:gd name="adj" fmla="val 1475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 : coins arrondis 9">
            <a:extLst>
              <a:ext uri="{FF2B5EF4-FFF2-40B4-BE49-F238E27FC236}">
                <a16:creationId xmlns:a16="http://schemas.microsoft.com/office/drawing/2014/main" id="{F54BE307-4BF7-10A1-1375-30C93517636E}"/>
              </a:ext>
            </a:extLst>
          </p:cNvPr>
          <p:cNvSpPr/>
          <p:nvPr/>
        </p:nvSpPr>
        <p:spPr>
          <a:xfrm>
            <a:off x="889797" y="3195794"/>
            <a:ext cx="1209822" cy="611783"/>
          </a:xfrm>
          <a:prstGeom prst="roundRect">
            <a:avLst>
              <a:gd name="adj" fmla="val 2327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</a:rPr>
              <a:t>Back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20" name="Rectangle : coins arrondis 9">
            <a:extLst>
              <a:ext uri="{FF2B5EF4-FFF2-40B4-BE49-F238E27FC236}">
                <a16:creationId xmlns:a16="http://schemas.microsoft.com/office/drawing/2014/main" id="{9A1F2E06-F35D-77A8-9F19-0B7A904AED42}"/>
              </a:ext>
            </a:extLst>
          </p:cNvPr>
          <p:cNvSpPr/>
          <p:nvPr/>
        </p:nvSpPr>
        <p:spPr>
          <a:xfrm>
            <a:off x="889796" y="2271638"/>
            <a:ext cx="1209822" cy="611783"/>
          </a:xfrm>
          <a:prstGeom prst="roundRect">
            <a:avLst>
              <a:gd name="adj" fmla="val 2327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bg1"/>
                </a:solidFill>
              </a:rPr>
              <a:t>Front</a:t>
            </a:r>
          </a:p>
        </p:txBody>
      </p:sp>
      <p:sp>
        <p:nvSpPr>
          <p:cNvPr id="22" name="Rectangle : coins arrondis 9">
            <a:extLst>
              <a:ext uri="{FF2B5EF4-FFF2-40B4-BE49-F238E27FC236}">
                <a16:creationId xmlns:a16="http://schemas.microsoft.com/office/drawing/2014/main" id="{D1A97A47-6567-D1B9-E698-AD6AE33FDC4F}"/>
              </a:ext>
            </a:extLst>
          </p:cNvPr>
          <p:cNvSpPr/>
          <p:nvPr/>
        </p:nvSpPr>
        <p:spPr>
          <a:xfrm>
            <a:off x="889796" y="1396646"/>
            <a:ext cx="1209822" cy="611783"/>
          </a:xfrm>
          <a:prstGeom prst="roundRect">
            <a:avLst>
              <a:gd name="adj" fmla="val 23270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Externe</a:t>
            </a:r>
          </a:p>
        </p:txBody>
      </p:sp>
      <p:sp>
        <p:nvSpPr>
          <p:cNvPr id="54" name="Rectangle : coins arrondis 9">
            <a:extLst>
              <a:ext uri="{FF2B5EF4-FFF2-40B4-BE49-F238E27FC236}">
                <a16:creationId xmlns:a16="http://schemas.microsoft.com/office/drawing/2014/main" id="{1843B315-0A7E-6B01-3F10-E0ABC01F9F96}"/>
              </a:ext>
            </a:extLst>
          </p:cNvPr>
          <p:cNvSpPr/>
          <p:nvPr/>
        </p:nvSpPr>
        <p:spPr>
          <a:xfrm>
            <a:off x="5135666" y="4351499"/>
            <a:ext cx="1392310" cy="1482771"/>
          </a:xfrm>
          <a:prstGeom prst="roundRect">
            <a:avLst>
              <a:gd name="adj" fmla="val 12916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Tier Services</a:t>
            </a:r>
          </a:p>
        </p:txBody>
      </p:sp>
      <p:sp>
        <p:nvSpPr>
          <p:cNvPr id="56" name="Rectangle : coins arrondis 9">
            <a:extLst>
              <a:ext uri="{FF2B5EF4-FFF2-40B4-BE49-F238E27FC236}">
                <a16:creationId xmlns:a16="http://schemas.microsoft.com/office/drawing/2014/main" id="{A9C860B8-7DD0-01A3-1422-B789BA1B3D06}"/>
              </a:ext>
            </a:extLst>
          </p:cNvPr>
          <p:cNvSpPr/>
          <p:nvPr/>
        </p:nvSpPr>
        <p:spPr>
          <a:xfrm>
            <a:off x="2458948" y="3128018"/>
            <a:ext cx="4069028" cy="1072401"/>
          </a:xfrm>
          <a:prstGeom prst="roundRect">
            <a:avLst>
              <a:gd name="adj" fmla="val 1347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58" name="Rectangle : coins arrondis 9">
            <a:extLst>
              <a:ext uri="{FF2B5EF4-FFF2-40B4-BE49-F238E27FC236}">
                <a16:creationId xmlns:a16="http://schemas.microsoft.com/office/drawing/2014/main" id="{7D9CCA21-FD3B-F85D-748A-4BBA47436290}"/>
              </a:ext>
            </a:extLst>
          </p:cNvPr>
          <p:cNvSpPr/>
          <p:nvPr/>
        </p:nvSpPr>
        <p:spPr>
          <a:xfrm>
            <a:off x="5271480" y="4524645"/>
            <a:ext cx="1097953" cy="380629"/>
          </a:xfrm>
          <a:prstGeom prst="roundRect">
            <a:avLst>
              <a:gd name="adj" fmla="val 27714"/>
            </a:avLst>
          </a:prstGeom>
          <a:solidFill>
            <a:schemeClr val="tx1">
              <a:lumMod val="75000"/>
            </a:schemeClr>
          </a:solidFill>
          <a:ln>
            <a:solidFill>
              <a:schemeClr val="accent1">
                <a:alpha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sz="1400" b="1" dirty="0" err="1"/>
              <a:t>Mail.Api</a:t>
            </a:r>
            <a:endParaRPr lang="fr-FR" sz="1400" b="1" dirty="0"/>
          </a:p>
        </p:txBody>
      </p:sp>
      <p:sp>
        <p:nvSpPr>
          <p:cNvPr id="60" name="AutoShape 4">
            <a:extLst>
              <a:ext uri="{FF2B5EF4-FFF2-40B4-BE49-F238E27FC236}">
                <a16:creationId xmlns:a16="http://schemas.microsoft.com/office/drawing/2014/main" id="{40D10FFF-4C0A-DBA4-3AAC-BA9F9121D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2171" y="4673793"/>
            <a:ext cx="1152779" cy="790242"/>
          </a:xfrm>
          <a:prstGeom prst="can">
            <a:avLst>
              <a:gd name="adj" fmla="val 15917"/>
            </a:avLst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600" b="1" dirty="0"/>
              <a:t>Db</a:t>
            </a:r>
          </a:p>
          <a:p>
            <a:pPr algn="ctr"/>
            <a:r>
              <a:rPr lang="fr-FR" sz="14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.SqlServer</a:t>
            </a:r>
            <a:endParaRPr lang="sv-SE" sz="1400" b="1" dirty="0"/>
          </a:p>
        </p:txBody>
      </p:sp>
      <p:sp>
        <p:nvSpPr>
          <p:cNvPr id="61" name="Rectangle : coins arrondis 9">
            <a:extLst>
              <a:ext uri="{FF2B5EF4-FFF2-40B4-BE49-F238E27FC236}">
                <a16:creationId xmlns:a16="http://schemas.microsoft.com/office/drawing/2014/main" id="{4DEDA11E-BF46-29AD-09ED-F9DF0EC103BD}"/>
              </a:ext>
            </a:extLst>
          </p:cNvPr>
          <p:cNvSpPr/>
          <p:nvPr/>
        </p:nvSpPr>
        <p:spPr>
          <a:xfrm>
            <a:off x="2590800" y="3282346"/>
            <a:ext cx="1115523" cy="790242"/>
          </a:xfrm>
          <a:prstGeom prst="roundRect">
            <a:avLst>
              <a:gd name="adj" fmla="val 1627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tx1"/>
                </a:solidFill>
              </a:rPr>
              <a:t>User.Api</a:t>
            </a:r>
            <a:endParaRPr lang="fr-FR" sz="1600" b="1" dirty="0">
              <a:solidFill>
                <a:schemeClr val="tx1"/>
              </a:solidFill>
            </a:endParaRPr>
          </a:p>
          <a:p>
            <a:pPr algn="ctr"/>
            <a:r>
              <a:rPr lang="fr-FR" sz="18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.</a:t>
            </a:r>
            <a:r>
              <a:rPr lang="fr-FR" sz="16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Net7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63" name="Rectangle : coins arrondis 9">
            <a:extLst>
              <a:ext uri="{FF2B5EF4-FFF2-40B4-BE49-F238E27FC236}">
                <a16:creationId xmlns:a16="http://schemas.microsoft.com/office/drawing/2014/main" id="{71B309D1-FA40-2A9D-40F9-26041DCBB3DF}"/>
              </a:ext>
            </a:extLst>
          </p:cNvPr>
          <p:cNvSpPr/>
          <p:nvPr/>
        </p:nvSpPr>
        <p:spPr>
          <a:xfrm>
            <a:off x="2458948" y="1478731"/>
            <a:ext cx="4069028" cy="888921"/>
          </a:xfrm>
          <a:prstGeom prst="roundRect">
            <a:avLst>
              <a:gd name="adj" fmla="val 1330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4" name="Rectangle : coins arrondis 9">
            <a:extLst>
              <a:ext uri="{FF2B5EF4-FFF2-40B4-BE49-F238E27FC236}">
                <a16:creationId xmlns:a16="http://schemas.microsoft.com/office/drawing/2014/main" id="{980652B5-7DDB-E29B-4418-2A6D00EC9526}"/>
              </a:ext>
            </a:extLst>
          </p:cNvPr>
          <p:cNvSpPr/>
          <p:nvPr/>
        </p:nvSpPr>
        <p:spPr>
          <a:xfrm>
            <a:off x="3573062" y="1572353"/>
            <a:ext cx="1420221" cy="699285"/>
          </a:xfrm>
          <a:prstGeom prst="roundRect">
            <a:avLst>
              <a:gd name="adj" fmla="val 1959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App</a:t>
            </a:r>
          </a:p>
          <a:p>
            <a:pPr algn="ctr"/>
            <a:r>
              <a:rPr lang="fr-FR" sz="16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Ang</a:t>
            </a:r>
          </a:p>
        </p:txBody>
      </p:sp>
      <p:sp>
        <p:nvSpPr>
          <p:cNvPr id="65" name="Rectangle : coins arrondis 9">
            <a:extLst>
              <a:ext uri="{FF2B5EF4-FFF2-40B4-BE49-F238E27FC236}">
                <a16:creationId xmlns:a16="http://schemas.microsoft.com/office/drawing/2014/main" id="{4058CFAB-5B1A-4D56-B051-9D6B57E67569}"/>
              </a:ext>
            </a:extLst>
          </p:cNvPr>
          <p:cNvSpPr/>
          <p:nvPr/>
        </p:nvSpPr>
        <p:spPr>
          <a:xfrm>
            <a:off x="5271480" y="4980396"/>
            <a:ext cx="1099337" cy="380629"/>
          </a:xfrm>
          <a:prstGeom prst="roundRect">
            <a:avLst>
              <a:gd name="adj" fmla="val 32956"/>
            </a:avLst>
          </a:prstGeom>
          <a:solidFill>
            <a:schemeClr val="tx1">
              <a:lumMod val="75000"/>
            </a:schemeClr>
          </a:solidFill>
          <a:ln>
            <a:solidFill>
              <a:schemeClr val="accent1">
                <a:alpha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sz="1400" b="1" dirty="0"/>
              <a:t>…</a:t>
            </a:r>
          </a:p>
        </p:txBody>
      </p:sp>
      <p:cxnSp>
        <p:nvCxnSpPr>
          <p:cNvPr id="66" name="Connecteur : en angle 100">
            <a:extLst>
              <a:ext uri="{FF2B5EF4-FFF2-40B4-BE49-F238E27FC236}">
                <a16:creationId xmlns:a16="http://schemas.microsoft.com/office/drawing/2014/main" id="{9DD3D012-EC3A-A347-0A8D-451FFCD02635}"/>
              </a:ext>
            </a:extLst>
          </p:cNvPr>
          <p:cNvCxnSpPr>
            <a:cxnSpLocks/>
            <a:stCxn id="64" idx="2"/>
            <a:endCxn id="61" idx="0"/>
          </p:cNvCxnSpPr>
          <p:nvPr/>
        </p:nvCxnSpPr>
        <p:spPr>
          <a:xfrm rot="5400000">
            <a:off x="3210514" y="2209687"/>
            <a:ext cx="1010708" cy="1134611"/>
          </a:xfrm>
          <a:prstGeom prst="bentConnector3">
            <a:avLst>
              <a:gd name="adj1" fmla="val 69387"/>
            </a:avLst>
          </a:prstGeom>
          <a:ln w="50800" cap="flat">
            <a:round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 : en angle 100">
            <a:extLst>
              <a:ext uri="{FF2B5EF4-FFF2-40B4-BE49-F238E27FC236}">
                <a16:creationId xmlns:a16="http://schemas.microsoft.com/office/drawing/2014/main" id="{65F08163-DD7C-5672-AB9E-90734E2EDD1F}"/>
              </a:ext>
            </a:extLst>
          </p:cNvPr>
          <p:cNvCxnSpPr>
            <a:cxnSpLocks/>
            <a:stCxn id="61" idx="2"/>
            <a:endCxn id="60" idx="1"/>
          </p:cNvCxnSpPr>
          <p:nvPr/>
        </p:nvCxnSpPr>
        <p:spPr>
          <a:xfrm rot="5400000">
            <a:off x="2847960" y="4373190"/>
            <a:ext cx="601205" cy="1"/>
          </a:xfrm>
          <a:prstGeom prst="bentConnector3">
            <a:avLst>
              <a:gd name="adj1" fmla="val 50000"/>
            </a:avLst>
          </a:prstGeom>
          <a:ln w="50800" cap="flat">
            <a:round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 : en angle 100">
            <a:extLst>
              <a:ext uri="{FF2B5EF4-FFF2-40B4-BE49-F238E27FC236}">
                <a16:creationId xmlns:a16="http://schemas.microsoft.com/office/drawing/2014/main" id="{49EBD24F-3C21-3CA2-EB13-75A10678244F}"/>
              </a:ext>
            </a:extLst>
          </p:cNvPr>
          <p:cNvCxnSpPr>
            <a:cxnSpLocks/>
            <a:stCxn id="61" idx="2"/>
            <a:endCxn id="58" idx="0"/>
          </p:cNvCxnSpPr>
          <p:nvPr/>
        </p:nvCxnSpPr>
        <p:spPr>
          <a:xfrm rot="16200000" flipH="1">
            <a:off x="4258481" y="2962668"/>
            <a:ext cx="452057" cy="2671895"/>
          </a:xfrm>
          <a:prstGeom prst="bentConnector3">
            <a:avLst>
              <a:gd name="adj1" fmla="val 50000"/>
            </a:avLst>
          </a:prstGeom>
          <a:ln w="50800" cap="flat">
            <a:round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AutoShape 4">
            <a:extLst>
              <a:ext uri="{FF2B5EF4-FFF2-40B4-BE49-F238E27FC236}">
                <a16:creationId xmlns:a16="http://schemas.microsoft.com/office/drawing/2014/main" id="{6121583A-2210-0EBD-186E-940A6C6DB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052" y="4079350"/>
            <a:ext cx="1226812" cy="871397"/>
          </a:xfrm>
          <a:prstGeom prst="can">
            <a:avLst>
              <a:gd name="adj" fmla="val 15090"/>
            </a:avLst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000" b="1" dirty="0"/>
              <a:t>Db</a:t>
            </a:r>
            <a:endParaRPr lang="sv-SE" sz="2000" b="1" dirty="0"/>
          </a:p>
          <a:p>
            <a:pPr algn="ctr"/>
            <a:endParaRPr lang="en-US" sz="1000" b="1" dirty="0"/>
          </a:p>
        </p:txBody>
      </p:sp>
      <p:sp>
        <p:nvSpPr>
          <p:cNvPr id="76" name="Rectangle à coins arrondis 5">
            <a:extLst>
              <a:ext uri="{FF2B5EF4-FFF2-40B4-BE49-F238E27FC236}">
                <a16:creationId xmlns:a16="http://schemas.microsoft.com/office/drawing/2014/main" id="{889A0AF5-2DDC-D9AB-0298-89DAFD442E9B}"/>
              </a:ext>
            </a:extLst>
          </p:cNvPr>
          <p:cNvSpPr/>
          <p:nvPr/>
        </p:nvSpPr>
        <p:spPr>
          <a:xfrm>
            <a:off x="920582" y="5120146"/>
            <a:ext cx="1226812" cy="400764"/>
          </a:xfrm>
          <a:prstGeom prst="roundRect">
            <a:avLst>
              <a:gd name="adj" fmla="val 27605"/>
            </a:avLst>
          </a:prstGeom>
          <a:solidFill>
            <a:schemeClr val="tx1">
              <a:lumMod val="75000"/>
            </a:schemeClr>
          </a:solidFill>
          <a:ln>
            <a:solidFill>
              <a:schemeClr val="accent1">
                <a:alpha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sz="1600" b="1" dirty="0"/>
              <a:t>Tier Api</a:t>
            </a:r>
          </a:p>
        </p:txBody>
      </p:sp>
      <p:sp>
        <p:nvSpPr>
          <p:cNvPr id="4" name="Rectangle : coins arrondis 46">
            <a:extLst>
              <a:ext uri="{FF2B5EF4-FFF2-40B4-BE49-F238E27FC236}">
                <a16:creationId xmlns:a16="http://schemas.microsoft.com/office/drawing/2014/main" id="{474EABCA-CD18-DC0C-CFDA-9610AAAF1A73}"/>
              </a:ext>
            </a:extLst>
          </p:cNvPr>
          <p:cNvSpPr/>
          <p:nvPr/>
        </p:nvSpPr>
        <p:spPr>
          <a:xfrm>
            <a:off x="7015036" y="4351499"/>
            <a:ext cx="1835896" cy="1482771"/>
          </a:xfrm>
          <a:prstGeom prst="roundRect">
            <a:avLst>
              <a:gd name="adj" fmla="val 10624"/>
            </a:avLst>
          </a:prstGeom>
          <a:solidFill>
            <a:srgbClr val="F2E8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 b="1">
              <a:solidFill>
                <a:schemeClr val="tx1"/>
              </a:solidFill>
            </a:endParaRPr>
          </a:p>
        </p:txBody>
      </p:sp>
      <p:sp>
        <p:nvSpPr>
          <p:cNvPr id="6" name="Rectangle : coins arrondis 9">
            <a:extLst>
              <a:ext uri="{FF2B5EF4-FFF2-40B4-BE49-F238E27FC236}">
                <a16:creationId xmlns:a16="http://schemas.microsoft.com/office/drawing/2014/main" id="{3448C5C3-BDB7-94F8-F2C1-9A92500C1C3B}"/>
              </a:ext>
            </a:extLst>
          </p:cNvPr>
          <p:cNvSpPr/>
          <p:nvPr/>
        </p:nvSpPr>
        <p:spPr>
          <a:xfrm>
            <a:off x="8998539" y="4351498"/>
            <a:ext cx="2042187" cy="1482771"/>
          </a:xfrm>
          <a:prstGeom prst="roundRect">
            <a:avLst>
              <a:gd name="adj" fmla="val 6309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Tier Services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B514316-940A-8DA0-37AF-49612889B1E5}"/>
              </a:ext>
            </a:extLst>
          </p:cNvPr>
          <p:cNvSpPr/>
          <p:nvPr/>
        </p:nvSpPr>
        <p:spPr>
          <a:xfrm>
            <a:off x="7015034" y="2827269"/>
            <a:ext cx="4025691" cy="1373152"/>
          </a:xfrm>
          <a:prstGeom prst="roundRect">
            <a:avLst>
              <a:gd name="adj" fmla="val 1347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3" name="Rectangle : coins arrondis 9">
            <a:extLst>
              <a:ext uri="{FF2B5EF4-FFF2-40B4-BE49-F238E27FC236}">
                <a16:creationId xmlns:a16="http://schemas.microsoft.com/office/drawing/2014/main" id="{6A39EEC2-BE66-57BE-32F7-2BDFBD805D86}"/>
              </a:ext>
            </a:extLst>
          </p:cNvPr>
          <p:cNvSpPr/>
          <p:nvPr/>
        </p:nvSpPr>
        <p:spPr>
          <a:xfrm>
            <a:off x="9197376" y="4515048"/>
            <a:ext cx="1719336" cy="379214"/>
          </a:xfrm>
          <a:prstGeom prst="roundRect">
            <a:avLst>
              <a:gd name="adj" fmla="val 27714"/>
            </a:avLst>
          </a:prstGeom>
          <a:solidFill>
            <a:schemeClr val="tx1">
              <a:lumMod val="75000"/>
            </a:schemeClr>
          </a:solidFill>
          <a:ln>
            <a:solidFill>
              <a:schemeClr val="accent1">
                <a:alpha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sz="1400" b="1" dirty="0" err="1"/>
              <a:t>Mail.Api</a:t>
            </a:r>
            <a:endParaRPr lang="fr-FR" sz="1400" b="1" dirty="0"/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57B75EE6-033A-7A17-031D-4EEB8E577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5775" y="4627861"/>
            <a:ext cx="1152779" cy="790242"/>
          </a:xfrm>
          <a:prstGeom prst="can">
            <a:avLst>
              <a:gd name="adj" fmla="val 15917"/>
            </a:avLst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600" b="1" dirty="0"/>
              <a:t>Db</a:t>
            </a:r>
          </a:p>
          <a:p>
            <a:pPr algn="ctr"/>
            <a:r>
              <a:rPr lang="fr-FR" sz="14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.SqlServer</a:t>
            </a:r>
            <a:endParaRPr lang="sv-SE" sz="1400" b="1" dirty="0"/>
          </a:p>
        </p:txBody>
      </p:sp>
      <p:sp>
        <p:nvSpPr>
          <p:cNvPr id="15" name="Rectangle : coins arrondis 9">
            <a:extLst>
              <a:ext uri="{FF2B5EF4-FFF2-40B4-BE49-F238E27FC236}">
                <a16:creationId xmlns:a16="http://schemas.microsoft.com/office/drawing/2014/main" id="{41A08E29-C7F6-9550-8B3C-FC5FA74E2FCA}"/>
              </a:ext>
            </a:extLst>
          </p:cNvPr>
          <p:cNvSpPr/>
          <p:nvPr/>
        </p:nvSpPr>
        <p:spPr>
          <a:xfrm>
            <a:off x="7217393" y="3075516"/>
            <a:ext cx="3559464" cy="942640"/>
          </a:xfrm>
          <a:prstGeom prst="roundRect">
            <a:avLst>
              <a:gd name="adj" fmla="val 1627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Services</a:t>
            </a:r>
          </a:p>
          <a:p>
            <a:pPr algn="ctr"/>
            <a:r>
              <a:rPr lang="fr-FR" sz="18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.</a:t>
            </a:r>
            <a:r>
              <a:rPr lang="fr-FR" sz="16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Net4.3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6" name="Rectangle : coins arrondis 9">
            <a:extLst>
              <a:ext uri="{FF2B5EF4-FFF2-40B4-BE49-F238E27FC236}">
                <a16:creationId xmlns:a16="http://schemas.microsoft.com/office/drawing/2014/main" id="{F2DE18CE-7776-DE94-B0CE-B62C83F769D0}"/>
              </a:ext>
            </a:extLst>
          </p:cNvPr>
          <p:cNvSpPr/>
          <p:nvPr/>
        </p:nvSpPr>
        <p:spPr>
          <a:xfrm>
            <a:off x="7015035" y="1478731"/>
            <a:ext cx="2172402" cy="1200220"/>
          </a:xfrm>
          <a:prstGeom prst="roundRect">
            <a:avLst>
              <a:gd name="adj" fmla="val 1330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7" name="Rectangle : coins arrondis 9">
            <a:extLst>
              <a:ext uri="{FF2B5EF4-FFF2-40B4-BE49-F238E27FC236}">
                <a16:creationId xmlns:a16="http://schemas.microsoft.com/office/drawing/2014/main" id="{1276D7C1-AD83-15F2-EEC4-E9539243FB73}"/>
              </a:ext>
            </a:extLst>
          </p:cNvPr>
          <p:cNvSpPr/>
          <p:nvPr/>
        </p:nvSpPr>
        <p:spPr>
          <a:xfrm>
            <a:off x="7217393" y="1695871"/>
            <a:ext cx="1778220" cy="660077"/>
          </a:xfrm>
          <a:prstGeom prst="roundRect">
            <a:avLst>
              <a:gd name="adj" fmla="val 1959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App</a:t>
            </a:r>
          </a:p>
          <a:p>
            <a:pPr algn="ctr"/>
            <a:r>
              <a:rPr lang="fr-FR" sz="16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.</a:t>
            </a:r>
            <a:r>
              <a:rPr lang="fr-FR" sz="1600" b="1" i="1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NetWebForms</a:t>
            </a:r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18" name="Rectangle : coins arrondis 9">
            <a:extLst>
              <a:ext uri="{FF2B5EF4-FFF2-40B4-BE49-F238E27FC236}">
                <a16:creationId xmlns:a16="http://schemas.microsoft.com/office/drawing/2014/main" id="{277CB506-FA01-662B-A899-BC80D3BFBEA3}"/>
              </a:ext>
            </a:extLst>
          </p:cNvPr>
          <p:cNvSpPr/>
          <p:nvPr/>
        </p:nvSpPr>
        <p:spPr>
          <a:xfrm>
            <a:off x="9187437" y="4981812"/>
            <a:ext cx="1719335" cy="379214"/>
          </a:xfrm>
          <a:prstGeom prst="roundRect">
            <a:avLst>
              <a:gd name="adj" fmla="val 32956"/>
            </a:avLst>
          </a:prstGeom>
          <a:solidFill>
            <a:schemeClr val="tx1">
              <a:lumMod val="75000"/>
            </a:schemeClr>
          </a:solidFill>
          <a:ln>
            <a:solidFill>
              <a:schemeClr val="accent1">
                <a:alpha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sz="1400" b="1" dirty="0"/>
              <a:t>…</a:t>
            </a:r>
          </a:p>
        </p:txBody>
      </p:sp>
      <p:cxnSp>
        <p:nvCxnSpPr>
          <p:cNvPr id="21" name="Connecteur : en angle 100">
            <a:extLst>
              <a:ext uri="{FF2B5EF4-FFF2-40B4-BE49-F238E27FC236}">
                <a16:creationId xmlns:a16="http://schemas.microsoft.com/office/drawing/2014/main" id="{E8B439E5-2B62-3799-826B-6AF235077D0A}"/>
              </a:ext>
            </a:extLst>
          </p:cNvPr>
          <p:cNvCxnSpPr>
            <a:cxnSpLocks/>
            <a:stCxn id="17" idx="2"/>
            <a:endCxn id="15" idx="0"/>
          </p:cNvCxnSpPr>
          <p:nvPr/>
        </p:nvCxnSpPr>
        <p:spPr>
          <a:xfrm rot="16200000" flipH="1">
            <a:off x="8192030" y="2270421"/>
            <a:ext cx="719568" cy="890622"/>
          </a:xfrm>
          <a:prstGeom prst="bentConnector3">
            <a:avLst>
              <a:gd name="adj1" fmla="val 50000"/>
            </a:avLst>
          </a:prstGeom>
          <a:ln w="50800" cap="flat">
            <a:round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 : en angle 100">
            <a:extLst>
              <a:ext uri="{FF2B5EF4-FFF2-40B4-BE49-F238E27FC236}">
                <a16:creationId xmlns:a16="http://schemas.microsoft.com/office/drawing/2014/main" id="{8E0BADC4-999E-94D9-6CBB-2A520304CEF2}"/>
              </a:ext>
            </a:extLst>
          </p:cNvPr>
          <p:cNvCxnSpPr>
            <a:cxnSpLocks/>
            <a:stCxn id="15" idx="2"/>
            <a:endCxn id="14" idx="1"/>
          </p:cNvCxnSpPr>
          <p:nvPr/>
        </p:nvCxnSpPr>
        <p:spPr>
          <a:xfrm rot="5400000">
            <a:off x="8159793" y="3790528"/>
            <a:ext cx="609705" cy="1064960"/>
          </a:xfrm>
          <a:prstGeom prst="bentConnector3">
            <a:avLst>
              <a:gd name="adj1" fmla="val 41073"/>
            </a:avLst>
          </a:prstGeom>
          <a:ln w="50800" cap="flat">
            <a:round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 : en angle 100">
            <a:extLst>
              <a:ext uri="{FF2B5EF4-FFF2-40B4-BE49-F238E27FC236}">
                <a16:creationId xmlns:a16="http://schemas.microsoft.com/office/drawing/2014/main" id="{6679B6D9-C31A-5C72-E203-6FAEA802EEC3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 rot="16200000" flipH="1">
            <a:off x="9278638" y="3736642"/>
            <a:ext cx="496892" cy="1059919"/>
          </a:xfrm>
          <a:prstGeom prst="bentConnector3">
            <a:avLst>
              <a:gd name="adj1" fmla="val 50000"/>
            </a:avLst>
          </a:prstGeom>
          <a:ln w="50800" cap="flat">
            <a:round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 : coins arrondis 9">
            <a:extLst>
              <a:ext uri="{FF2B5EF4-FFF2-40B4-BE49-F238E27FC236}">
                <a16:creationId xmlns:a16="http://schemas.microsoft.com/office/drawing/2014/main" id="{4CC9DE7B-13B8-97FB-C64F-C38B683A4C26}"/>
              </a:ext>
            </a:extLst>
          </p:cNvPr>
          <p:cNvSpPr/>
          <p:nvPr/>
        </p:nvSpPr>
        <p:spPr>
          <a:xfrm>
            <a:off x="3757234" y="3288696"/>
            <a:ext cx="1012937" cy="783890"/>
          </a:xfrm>
          <a:prstGeom prst="roundRect">
            <a:avLst>
              <a:gd name="adj" fmla="val 1627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tx1"/>
                </a:solidFill>
              </a:rPr>
              <a:t>Bill.Api</a:t>
            </a:r>
            <a:endParaRPr lang="fr-FR" sz="1600" b="1" dirty="0">
              <a:solidFill>
                <a:schemeClr val="tx1"/>
              </a:solidFill>
            </a:endParaRPr>
          </a:p>
          <a:p>
            <a:pPr algn="ctr"/>
            <a:r>
              <a:rPr lang="fr-FR" sz="18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.</a:t>
            </a:r>
            <a:r>
              <a:rPr lang="fr-FR" sz="16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Net7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51" name="Rectangle : coins arrondis 9">
            <a:extLst>
              <a:ext uri="{FF2B5EF4-FFF2-40B4-BE49-F238E27FC236}">
                <a16:creationId xmlns:a16="http://schemas.microsoft.com/office/drawing/2014/main" id="{3FC0B34F-FB3D-D5E3-46B5-9A7DF8E422CC}"/>
              </a:ext>
            </a:extLst>
          </p:cNvPr>
          <p:cNvSpPr/>
          <p:nvPr/>
        </p:nvSpPr>
        <p:spPr>
          <a:xfrm>
            <a:off x="4891845" y="3282346"/>
            <a:ext cx="1485926" cy="790240"/>
          </a:xfrm>
          <a:prstGeom prst="roundRect">
            <a:avLst>
              <a:gd name="adj" fmla="val 1627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tx1"/>
                </a:solidFill>
              </a:rPr>
              <a:t>Transac.Api</a:t>
            </a:r>
            <a:endParaRPr lang="fr-FR" sz="1600" b="1" dirty="0">
              <a:solidFill>
                <a:schemeClr val="tx1"/>
              </a:solidFill>
            </a:endParaRPr>
          </a:p>
          <a:p>
            <a:pPr algn="ctr"/>
            <a:r>
              <a:rPr lang="fr-FR" sz="18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.</a:t>
            </a:r>
            <a:r>
              <a:rPr lang="fr-FR" sz="16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Net7</a:t>
            </a:r>
            <a:endParaRPr lang="fr-FR" b="1" dirty="0">
              <a:solidFill>
                <a:schemeClr val="tx1"/>
              </a:solidFill>
            </a:endParaRPr>
          </a:p>
        </p:txBody>
      </p:sp>
      <p:cxnSp>
        <p:nvCxnSpPr>
          <p:cNvPr id="71" name="Connecteur : en angle 100">
            <a:extLst>
              <a:ext uri="{FF2B5EF4-FFF2-40B4-BE49-F238E27FC236}">
                <a16:creationId xmlns:a16="http://schemas.microsoft.com/office/drawing/2014/main" id="{724DFA9A-DF22-A03E-771A-2230A25C4058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 rot="5400000">
            <a:off x="3764909" y="2770432"/>
            <a:ext cx="1017058" cy="19470"/>
          </a:xfrm>
          <a:prstGeom prst="bentConnector3">
            <a:avLst>
              <a:gd name="adj1" fmla="val 50000"/>
            </a:avLst>
          </a:prstGeom>
          <a:ln w="50800" cap="flat">
            <a:round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 : en angle 100">
            <a:extLst>
              <a:ext uri="{FF2B5EF4-FFF2-40B4-BE49-F238E27FC236}">
                <a16:creationId xmlns:a16="http://schemas.microsoft.com/office/drawing/2014/main" id="{0F30B15E-3B89-D2FA-8F26-506D83A1354F}"/>
              </a:ext>
            </a:extLst>
          </p:cNvPr>
          <p:cNvCxnSpPr>
            <a:cxnSpLocks/>
            <a:stCxn id="64" idx="2"/>
            <a:endCxn id="51" idx="0"/>
          </p:cNvCxnSpPr>
          <p:nvPr/>
        </p:nvCxnSpPr>
        <p:spPr>
          <a:xfrm rot="16200000" flipH="1">
            <a:off x="4453636" y="2101174"/>
            <a:ext cx="1010708" cy="1351635"/>
          </a:xfrm>
          <a:prstGeom prst="bentConnector3">
            <a:avLst>
              <a:gd name="adj1" fmla="val 69387"/>
            </a:avLst>
          </a:prstGeom>
          <a:ln w="50800" cap="flat">
            <a:round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 : coins arrondis 9">
            <a:extLst>
              <a:ext uri="{FF2B5EF4-FFF2-40B4-BE49-F238E27FC236}">
                <a16:creationId xmlns:a16="http://schemas.microsoft.com/office/drawing/2014/main" id="{E4E2ED07-B970-4C7E-AFE1-EFB439AB9A2B}"/>
              </a:ext>
            </a:extLst>
          </p:cNvPr>
          <p:cNvSpPr/>
          <p:nvPr/>
        </p:nvSpPr>
        <p:spPr>
          <a:xfrm>
            <a:off x="3925491" y="4373190"/>
            <a:ext cx="1101513" cy="1482771"/>
          </a:xfrm>
          <a:prstGeom prst="roundRect">
            <a:avLst>
              <a:gd name="adj" fmla="val 12916"/>
            </a:avLst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BUS</a:t>
            </a:r>
          </a:p>
        </p:txBody>
      </p:sp>
    </p:spTree>
    <p:extLst>
      <p:ext uri="{BB962C8B-B14F-4D97-AF65-F5344CB8AC3E}">
        <p14:creationId xmlns:p14="http://schemas.microsoft.com/office/powerpoint/2010/main" val="3171137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B6D25AA5-A9CF-4FD3-9EF3-8568EBC278CF}"/>
              </a:ext>
            </a:extLst>
          </p:cNvPr>
          <p:cNvSpPr/>
          <p:nvPr/>
        </p:nvSpPr>
        <p:spPr>
          <a:xfrm>
            <a:off x="1924204" y="3770295"/>
            <a:ext cx="4642729" cy="2194031"/>
          </a:xfrm>
          <a:prstGeom prst="roundRect">
            <a:avLst>
              <a:gd name="adj" fmla="val 5786"/>
            </a:avLst>
          </a:prstGeom>
          <a:solidFill>
            <a:srgbClr val="A396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 b="1">
              <a:solidFill>
                <a:schemeClr val="tx1"/>
              </a:solidFill>
            </a:endParaRPr>
          </a:p>
        </p:txBody>
      </p:sp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A4EE5134-E364-40F1-8B20-F47B07A3A9AE}"/>
              </a:ext>
            </a:extLst>
          </p:cNvPr>
          <p:cNvSpPr/>
          <p:nvPr/>
        </p:nvSpPr>
        <p:spPr>
          <a:xfrm>
            <a:off x="1924204" y="1101076"/>
            <a:ext cx="4642729" cy="2534089"/>
          </a:xfrm>
          <a:prstGeom prst="roundRect">
            <a:avLst>
              <a:gd name="adj" fmla="val 603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 b="1">
              <a:solidFill>
                <a:schemeClr val="tx1"/>
              </a:solidFill>
            </a:endParaRP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52B67624-72B4-4A4C-BC3E-59EA06A99A75}"/>
              </a:ext>
            </a:extLst>
          </p:cNvPr>
          <p:cNvSpPr/>
          <p:nvPr/>
        </p:nvSpPr>
        <p:spPr>
          <a:xfrm>
            <a:off x="4465138" y="1465205"/>
            <a:ext cx="1978910" cy="1442299"/>
          </a:xfrm>
          <a:prstGeom prst="roundRect">
            <a:avLst>
              <a:gd name="adj" fmla="val 9418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600" b="1">
                <a:solidFill>
                  <a:schemeClr val="tx1"/>
                </a:solidFill>
              </a:rPr>
              <a:t>Web Code</a:t>
            </a:r>
          </a:p>
        </p:txBody>
      </p:sp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0EABF467-4A7E-4B5F-BD50-4FF814A9F768}"/>
              </a:ext>
            </a:extLst>
          </p:cNvPr>
          <p:cNvSpPr/>
          <p:nvPr/>
        </p:nvSpPr>
        <p:spPr>
          <a:xfrm>
            <a:off x="6810019" y="1101076"/>
            <a:ext cx="4470756" cy="3588005"/>
          </a:xfrm>
          <a:prstGeom prst="roundRect">
            <a:avLst>
              <a:gd name="adj" fmla="val 3779"/>
            </a:avLst>
          </a:prstGeom>
          <a:solidFill>
            <a:schemeClr val="tx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 b="1">
              <a:solidFill>
                <a:schemeClr val="tx1"/>
              </a:solidFill>
            </a:endParaRPr>
          </a:p>
        </p:txBody>
      </p:sp>
      <p:sp>
        <p:nvSpPr>
          <p:cNvPr id="79" name="Espace réservé du numéro de diapositive 1">
            <a:extLst>
              <a:ext uri="{FF2B5EF4-FFF2-40B4-BE49-F238E27FC236}">
                <a16:creationId xmlns:a16="http://schemas.microsoft.com/office/drawing/2014/main" id="{9131B11E-7F98-495A-9D09-3A35D4F794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6</a:t>
            </a:fld>
            <a:endParaRPr lang="fr-FR"/>
          </a:p>
        </p:txBody>
      </p:sp>
      <p:sp>
        <p:nvSpPr>
          <p:cNvPr id="83" name="Text Placeholder 5">
            <a:extLst>
              <a:ext uri="{FF2B5EF4-FFF2-40B4-BE49-F238E27FC236}">
                <a16:creationId xmlns:a16="http://schemas.microsoft.com/office/drawing/2014/main" id="{DBC00441-79CC-F49A-6D78-B45BBF8238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>
                <a:latin typeface="Arial"/>
                <a:cs typeface="Arial"/>
              </a:rPr>
              <a:t>Architecture</a:t>
            </a:r>
            <a:endParaRPr lang="en-GB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6965AD01-1930-4FD8-A319-92D62E7DE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535540" cy="575908"/>
          </a:xfrm>
        </p:spPr>
        <p:txBody>
          <a:bodyPr>
            <a:noAutofit/>
          </a:bodyPr>
          <a:lstStyle/>
          <a:p>
            <a:r>
              <a:rPr lang="fr-FR" sz="3200" dirty="0"/>
              <a:t>MVC (</a:t>
            </a:r>
            <a:r>
              <a:rPr lang="fr-FR" sz="3200" dirty="0" err="1"/>
              <a:t>Detailed</a:t>
            </a:r>
            <a:r>
              <a:rPr lang="fr-FR" sz="3200" dirty="0"/>
              <a:t>)</a:t>
            </a:r>
            <a:endParaRPr lang="en-US" sz="3200" dirty="0"/>
          </a:p>
        </p:txBody>
      </p:sp>
      <p:sp>
        <p:nvSpPr>
          <p:cNvPr id="74" name="Espace réservé du pied de page 5">
            <a:extLst>
              <a:ext uri="{FF2B5EF4-FFF2-40B4-BE49-F238E27FC236}">
                <a16:creationId xmlns:a16="http://schemas.microsoft.com/office/drawing/2014/main" id="{8786F22E-3D03-45CB-AE06-BCFA2D7F9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/>
              <a:t>Unlocked By | K</a:t>
            </a:r>
            <a:endParaRPr lang="fr-FR"/>
          </a:p>
        </p:txBody>
      </p:sp>
      <p:sp>
        <p:nvSpPr>
          <p:cNvPr id="92" name="Rectangle à coins arrondis 5">
            <a:extLst>
              <a:ext uri="{FF2B5EF4-FFF2-40B4-BE49-F238E27FC236}">
                <a16:creationId xmlns:a16="http://schemas.microsoft.com/office/drawing/2014/main" id="{B9EB4296-AA0B-4A54-BDC1-206A62BFEA5B}"/>
              </a:ext>
            </a:extLst>
          </p:cNvPr>
          <p:cNvSpPr/>
          <p:nvPr/>
        </p:nvSpPr>
        <p:spPr>
          <a:xfrm>
            <a:off x="6999132" y="1268365"/>
            <a:ext cx="4139039" cy="1032311"/>
          </a:xfrm>
          <a:prstGeom prst="roundRect">
            <a:avLst>
              <a:gd name="adj" fmla="val 1571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600" b="1" dirty="0" err="1">
                <a:solidFill>
                  <a:schemeClr val="accent1"/>
                </a:solidFill>
              </a:rPr>
              <a:t>App.Server</a:t>
            </a:r>
            <a:endParaRPr lang="fr-FR" sz="1600" b="1" dirty="0">
              <a:solidFill>
                <a:schemeClr val="accent1"/>
              </a:solidFill>
            </a:endParaRPr>
          </a:p>
        </p:txBody>
      </p:sp>
      <p:sp>
        <p:nvSpPr>
          <p:cNvPr id="76" name="AutoShape 4">
            <a:extLst>
              <a:ext uri="{FF2B5EF4-FFF2-40B4-BE49-F238E27FC236}">
                <a16:creationId xmlns:a16="http://schemas.microsoft.com/office/drawing/2014/main" id="{C4F0F135-E34F-4C63-BC00-E2C517E82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020" y="4849123"/>
            <a:ext cx="4470754" cy="1115203"/>
          </a:xfrm>
          <a:prstGeom prst="can">
            <a:avLst>
              <a:gd name="adj" fmla="val 15090"/>
            </a:avLst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400" b="1" dirty="0" err="1"/>
              <a:t>App.Db</a:t>
            </a:r>
            <a:endParaRPr lang="fr-FR" sz="1400" b="1" dirty="0"/>
          </a:p>
          <a:p>
            <a:pPr algn="ctr"/>
            <a:r>
              <a:rPr lang="fr-FR" sz="14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SQL Server</a:t>
            </a:r>
            <a:endParaRPr lang="sv-SE" sz="1400" b="1" dirty="0"/>
          </a:p>
          <a:p>
            <a:pPr algn="ctr"/>
            <a:endParaRPr lang="en-US" sz="1000" b="1" dirty="0"/>
          </a:p>
        </p:txBody>
      </p:sp>
      <p:sp>
        <p:nvSpPr>
          <p:cNvPr id="56" name="Rectangle à coins arrondis 5">
            <a:extLst>
              <a:ext uri="{FF2B5EF4-FFF2-40B4-BE49-F238E27FC236}">
                <a16:creationId xmlns:a16="http://schemas.microsoft.com/office/drawing/2014/main" id="{2B121631-34A7-428A-BFEA-E35803266460}"/>
              </a:ext>
            </a:extLst>
          </p:cNvPr>
          <p:cNvSpPr/>
          <p:nvPr/>
        </p:nvSpPr>
        <p:spPr>
          <a:xfrm>
            <a:off x="7575189" y="5374360"/>
            <a:ext cx="821716" cy="338614"/>
          </a:xfrm>
          <a:prstGeom prst="roundRect">
            <a:avLst>
              <a:gd name="adj" fmla="val 31849"/>
            </a:avLst>
          </a:prstGeom>
          <a:solidFill>
            <a:schemeClr val="accent6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sz="1200" b="1"/>
              <a:t>CLIENT</a:t>
            </a:r>
          </a:p>
        </p:txBody>
      </p:sp>
      <p:sp>
        <p:nvSpPr>
          <p:cNvPr id="57" name="Rectangle à coins arrondis 5">
            <a:extLst>
              <a:ext uri="{FF2B5EF4-FFF2-40B4-BE49-F238E27FC236}">
                <a16:creationId xmlns:a16="http://schemas.microsoft.com/office/drawing/2014/main" id="{DACB0B50-78F4-4873-8B91-ED8045CC83B4}"/>
              </a:ext>
            </a:extLst>
          </p:cNvPr>
          <p:cNvSpPr/>
          <p:nvPr/>
        </p:nvSpPr>
        <p:spPr>
          <a:xfrm>
            <a:off x="7005743" y="2664999"/>
            <a:ext cx="4132428" cy="1839673"/>
          </a:xfrm>
          <a:prstGeom prst="roundRect">
            <a:avLst>
              <a:gd name="adj" fmla="val 11323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600" b="1" dirty="0" err="1">
                <a:solidFill>
                  <a:schemeClr val="accent1"/>
                </a:solidFill>
              </a:rPr>
              <a:t>DataAccess.Vs</a:t>
            </a:r>
            <a:endParaRPr lang="fr-FR" sz="1600" b="1" dirty="0">
              <a:solidFill>
                <a:schemeClr val="accent1"/>
              </a:solidFill>
            </a:endParaRPr>
          </a:p>
        </p:txBody>
      </p:sp>
      <p:sp>
        <p:nvSpPr>
          <p:cNvPr id="63" name="Rectangle à coins arrondis 5">
            <a:extLst>
              <a:ext uri="{FF2B5EF4-FFF2-40B4-BE49-F238E27FC236}">
                <a16:creationId xmlns:a16="http://schemas.microsoft.com/office/drawing/2014/main" id="{13CC042E-C52B-4877-B867-4575FE9308FB}"/>
              </a:ext>
            </a:extLst>
          </p:cNvPr>
          <p:cNvSpPr/>
          <p:nvPr/>
        </p:nvSpPr>
        <p:spPr>
          <a:xfrm>
            <a:off x="8506819" y="5510033"/>
            <a:ext cx="1003625" cy="338614"/>
          </a:xfrm>
          <a:prstGeom prst="roundRect">
            <a:avLst>
              <a:gd name="adj" fmla="val 31849"/>
            </a:avLst>
          </a:prstGeom>
          <a:solidFill>
            <a:schemeClr val="accent6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sz="1200" b="1" dirty="0"/>
              <a:t>ENTITY</a:t>
            </a:r>
          </a:p>
        </p:txBody>
      </p:sp>
      <p:sp>
        <p:nvSpPr>
          <p:cNvPr id="67" name="Rectangle à coins arrondis 5">
            <a:extLst>
              <a:ext uri="{FF2B5EF4-FFF2-40B4-BE49-F238E27FC236}">
                <a16:creationId xmlns:a16="http://schemas.microsoft.com/office/drawing/2014/main" id="{529F9236-4CD6-4F51-B7F2-AF088215D6E4}"/>
              </a:ext>
            </a:extLst>
          </p:cNvPr>
          <p:cNvSpPr/>
          <p:nvPr/>
        </p:nvSpPr>
        <p:spPr>
          <a:xfrm>
            <a:off x="9618979" y="5411463"/>
            <a:ext cx="1003625" cy="338614"/>
          </a:xfrm>
          <a:prstGeom prst="roundRect">
            <a:avLst>
              <a:gd name="adj" fmla="val 31849"/>
            </a:avLst>
          </a:prstGeom>
          <a:solidFill>
            <a:schemeClr val="accent6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fr-FR" sz="1200" b="1"/>
              <a:t>RISQUE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890EC83B-A2E0-4C9B-874A-3D66F883C986}"/>
              </a:ext>
            </a:extLst>
          </p:cNvPr>
          <p:cNvSpPr/>
          <p:nvPr/>
        </p:nvSpPr>
        <p:spPr>
          <a:xfrm>
            <a:off x="4588532" y="1868468"/>
            <a:ext cx="807139" cy="417891"/>
          </a:xfrm>
          <a:prstGeom prst="roundRect">
            <a:avLst>
              <a:gd name="adj" fmla="val 1678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accent1"/>
                </a:solidFill>
              </a:rPr>
              <a:t>Html</a:t>
            </a:r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CB819888-C270-47F5-83AC-10ACDB96A78B}"/>
              </a:ext>
            </a:extLst>
          </p:cNvPr>
          <p:cNvSpPr/>
          <p:nvPr/>
        </p:nvSpPr>
        <p:spPr>
          <a:xfrm>
            <a:off x="4588533" y="2387481"/>
            <a:ext cx="1700624" cy="417891"/>
          </a:xfrm>
          <a:prstGeom prst="roundRect">
            <a:avLst>
              <a:gd name="adj" fmla="val 1678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Js</a:t>
            </a:r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F99E9993-0649-4A60-B6B8-7AF609EFB33D}"/>
              </a:ext>
            </a:extLst>
          </p:cNvPr>
          <p:cNvSpPr/>
          <p:nvPr/>
        </p:nvSpPr>
        <p:spPr>
          <a:xfrm>
            <a:off x="7110260" y="3018397"/>
            <a:ext cx="1577560" cy="410603"/>
          </a:xfrm>
          <a:prstGeom prst="roundRect">
            <a:avLst>
              <a:gd name="adj" fmla="val 16782"/>
            </a:avLst>
          </a:prstGeom>
          <a:solidFill>
            <a:schemeClr val="tx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FCXxx.cs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3A606C4A-1008-415E-9634-34343E6498D1}"/>
              </a:ext>
            </a:extLst>
          </p:cNvPr>
          <p:cNvSpPr/>
          <p:nvPr/>
        </p:nvSpPr>
        <p:spPr>
          <a:xfrm>
            <a:off x="5482016" y="1868468"/>
            <a:ext cx="807140" cy="417567"/>
          </a:xfrm>
          <a:prstGeom prst="roundRect">
            <a:avLst>
              <a:gd name="adj" fmla="val 1678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Css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B74600F0-ECAE-4108-B4AB-9E1BC3BA46C4}"/>
              </a:ext>
            </a:extLst>
          </p:cNvPr>
          <p:cNvSpPr/>
          <p:nvPr/>
        </p:nvSpPr>
        <p:spPr>
          <a:xfrm>
            <a:off x="7223409" y="1699781"/>
            <a:ext cx="1785609" cy="471561"/>
          </a:xfrm>
          <a:prstGeom prst="roundRect">
            <a:avLst>
              <a:gd name="adj" fmla="val 16782"/>
            </a:avLst>
          </a:prstGeom>
          <a:solidFill>
            <a:schemeClr val="tx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XxxService.cs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249E57E8-BD30-450C-B784-D02392DE5D0C}"/>
              </a:ext>
            </a:extLst>
          </p:cNvPr>
          <p:cNvSpPr/>
          <p:nvPr/>
        </p:nvSpPr>
        <p:spPr>
          <a:xfrm>
            <a:off x="7110259" y="3506091"/>
            <a:ext cx="1111915" cy="410603"/>
          </a:xfrm>
          <a:prstGeom prst="roundRect">
            <a:avLst>
              <a:gd name="adj" fmla="val 16782"/>
            </a:avLst>
          </a:prstGeom>
          <a:solidFill>
            <a:schemeClr val="tx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err="1">
                <a:solidFill>
                  <a:schemeClr val="bg1"/>
                </a:solidFill>
              </a:rPr>
              <a:t>BCXxx.</a:t>
            </a:r>
            <a:r>
              <a:rPr lang="fr-FR" sz="1400" b="1">
                <a:solidFill>
                  <a:schemeClr val="bg1"/>
                </a:solidFill>
              </a:rPr>
              <a:t>cs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8BE3DCF7-438A-4857-99A2-3E844701C7A7}"/>
              </a:ext>
            </a:extLst>
          </p:cNvPr>
          <p:cNvSpPr/>
          <p:nvPr/>
        </p:nvSpPr>
        <p:spPr>
          <a:xfrm>
            <a:off x="7117877" y="3996247"/>
            <a:ext cx="1980511" cy="376537"/>
          </a:xfrm>
          <a:prstGeom prst="roundRect">
            <a:avLst>
              <a:gd name="adj" fmla="val 16782"/>
            </a:avLst>
          </a:prstGeom>
          <a:solidFill>
            <a:schemeClr val="tx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err="1">
                <a:solidFill>
                  <a:schemeClr val="bg1"/>
                </a:solidFill>
              </a:rPr>
              <a:t>DCXxx.cs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696CAD6D-5F5C-45F5-AB47-C56C08067F96}"/>
              </a:ext>
            </a:extLst>
          </p:cNvPr>
          <p:cNvSpPr/>
          <p:nvPr/>
        </p:nvSpPr>
        <p:spPr>
          <a:xfrm>
            <a:off x="4269809" y="4238073"/>
            <a:ext cx="2077764" cy="1532618"/>
          </a:xfrm>
          <a:prstGeom prst="roundRect">
            <a:avLst>
              <a:gd name="adj" fmla="val 9418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>
                <a:solidFill>
                  <a:schemeClr val="accent1"/>
                </a:solidFill>
              </a:rPr>
              <a:t>Controller</a:t>
            </a:r>
            <a:endParaRPr lang="fr-FR" sz="1400" b="1">
              <a:solidFill>
                <a:schemeClr val="accent1"/>
              </a:solidFill>
            </a:endParaRP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5B735238-10EF-4477-8249-5EDC0D02ABB3}"/>
              </a:ext>
            </a:extLst>
          </p:cNvPr>
          <p:cNvSpPr/>
          <p:nvPr/>
        </p:nvSpPr>
        <p:spPr>
          <a:xfrm>
            <a:off x="2145764" y="5076698"/>
            <a:ext cx="1803941" cy="693992"/>
          </a:xfrm>
          <a:prstGeom prst="roundRect">
            <a:avLst>
              <a:gd name="adj" fmla="val 2485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>
                <a:solidFill>
                  <a:schemeClr val="accent1"/>
                </a:solidFill>
              </a:rPr>
              <a:t>Models</a:t>
            </a:r>
          </a:p>
        </p:txBody>
      </p:sp>
      <p:sp>
        <p:nvSpPr>
          <p:cNvPr id="41" name="Flèche : bas 40">
            <a:extLst>
              <a:ext uri="{FF2B5EF4-FFF2-40B4-BE49-F238E27FC236}">
                <a16:creationId xmlns:a16="http://schemas.microsoft.com/office/drawing/2014/main" id="{B7AACAC4-9DA3-4544-822B-6369E71D64FE}"/>
              </a:ext>
            </a:extLst>
          </p:cNvPr>
          <p:cNvSpPr/>
          <p:nvPr/>
        </p:nvSpPr>
        <p:spPr>
          <a:xfrm>
            <a:off x="5336181" y="2805372"/>
            <a:ext cx="295009" cy="141276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06E90DA0-9E08-416D-AF3E-2BF20BF83168}"/>
              </a:ext>
            </a:extLst>
          </p:cNvPr>
          <p:cNvSpPr/>
          <p:nvPr/>
        </p:nvSpPr>
        <p:spPr>
          <a:xfrm>
            <a:off x="2133473" y="4238072"/>
            <a:ext cx="1795707" cy="634966"/>
          </a:xfrm>
          <a:prstGeom prst="roundRect">
            <a:avLst>
              <a:gd name="adj" fmla="val 23206"/>
            </a:avLst>
          </a:prstGeom>
          <a:solidFill>
            <a:srgbClr val="D1CAF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>
                <a:solidFill>
                  <a:schemeClr val="accent1"/>
                </a:solidFill>
              </a:rPr>
              <a:t>Views</a:t>
            </a:r>
          </a:p>
        </p:txBody>
      </p:sp>
      <p:sp>
        <p:nvSpPr>
          <p:cNvPr id="46" name="Flèche : bas 45">
            <a:extLst>
              <a:ext uri="{FF2B5EF4-FFF2-40B4-BE49-F238E27FC236}">
                <a16:creationId xmlns:a16="http://schemas.microsoft.com/office/drawing/2014/main" id="{784C7C63-3FB0-4B79-BF4C-6911B7A28762}"/>
              </a:ext>
            </a:extLst>
          </p:cNvPr>
          <p:cNvSpPr/>
          <p:nvPr/>
        </p:nvSpPr>
        <p:spPr>
          <a:xfrm rot="5400000">
            <a:off x="3932851" y="5250501"/>
            <a:ext cx="341255" cy="347069"/>
          </a:xfrm>
          <a:prstGeom prst="downArrow">
            <a:avLst>
              <a:gd name="adj1" fmla="val 55226"/>
              <a:gd name="adj2" fmla="val 46821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Flèche : bas 46">
            <a:extLst>
              <a:ext uri="{FF2B5EF4-FFF2-40B4-BE49-F238E27FC236}">
                <a16:creationId xmlns:a16="http://schemas.microsoft.com/office/drawing/2014/main" id="{9520597C-0D37-4BCC-94D1-5240EBF96969}"/>
              </a:ext>
            </a:extLst>
          </p:cNvPr>
          <p:cNvSpPr/>
          <p:nvPr/>
        </p:nvSpPr>
        <p:spPr>
          <a:xfrm rot="16200000">
            <a:off x="3932851" y="4378797"/>
            <a:ext cx="341255" cy="347069"/>
          </a:xfrm>
          <a:prstGeom prst="downArrow">
            <a:avLst>
              <a:gd name="adj1" fmla="val 55226"/>
              <a:gd name="adj2" fmla="val 46821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Flèche : bas 53">
            <a:extLst>
              <a:ext uri="{FF2B5EF4-FFF2-40B4-BE49-F238E27FC236}">
                <a16:creationId xmlns:a16="http://schemas.microsoft.com/office/drawing/2014/main" id="{776255E9-87FC-4971-A329-B69BEA56AE55}"/>
              </a:ext>
            </a:extLst>
          </p:cNvPr>
          <p:cNvSpPr/>
          <p:nvPr/>
        </p:nvSpPr>
        <p:spPr>
          <a:xfrm rot="10800000">
            <a:off x="5008466" y="2805372"/>
            <a:ext cx="324263" cy="141276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1618418C-9B26-4176-BBE4-52764F7FBE54}"/>
              </a:ext>
            </a:extLst>
          </p:cNvPr>
          <p:cNvSpPr/>
          <p:nvPr/>
        </p:nvSpPr>
        <p:spPr>
          <a:xfrm>
            <a:off x="4750886" y="3424842"/>
            <a:ext cx="1134700" cy="468472"/>
          </a:xfrm>
          <a:prstGeom prst="roundRect">
            <a:avLst>
              <a:gd name="adj" fmla="val 1678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tx1"/>
                </a:solidFill>
              </a:rPr>
              <a:t>HTTP </a:t>
            </a:r>
          </a:p>
          <a:p>
            <a:pPr algn="ctr"/>
            <a:r>
              <a:rPr lang="fr-FR" sz="1400" b="1">
                <a:solidFill>
                  <a:schemeClr val="tx1"/>
                </a:solidFill>
              </a:rPr>
              <a:t>Get | Post</a:t>
            </a:r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8C8A2134-8B94-4103-828D-E55B0241A93F}"/>
              </a:ext>
            </a:extLst>
          </p:cNvPr>
          <p:cNvSpPr/>
          <p:nvPr/>
        </p:nvSpPr>
        <p:spPr>
          <a:xfrm>
            <a:off x="2167280" y="1214455"/>
            <a:ext cx="1773435" cy="1248369"/>
          </a:xfrm>
          <a:prstGeom prst="roundRect">
            <a:avLst>
              <a:gd name="adj" fmla="val 9418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600" b="1">
                <a:solidFill>
                  <a:schemeClr val="tx1"/>
                </a:solidFill>
              </a:rPr>
              <a:t>State</a:t>
            </a:r>
          </a:p>
        </p:txBody>
      </p:sp>
      <p:sp>
        <p:nvSpPr>
          <p:cNvPr id="60" name="Rectangle : coins arrondis 59">
            <a:extLst>
              <a:ext uri="{FF2B5EF4-FFF2-40B4-BE49-F238E27FC236}">
                <a16:creationId xmlns:a16="http://schemas.microsoft.com/office/drawing/2014/main" id="{63E1A407-6457-4EBB-A6B4-930C558C1196}"/>
              </a:ext>
            </a:extLst>
          </p:cNvPr>
          <p:cNvSpPr/>
          <p:nvPr/>
        </p:nvSpPr>
        <p:spPr>
          <a:xfrm>
            <a:off x="2240091" y="1576522"/>
            <a:ext cx="1613612" cy="373919"/>
          </a:xfrm>
          <a:prstGeom prst="roundRect">
            <a:avLst>
              <a:gd name="adj" fmla="val 1678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tx1"/>
                </a:solidFill>
              </a:rPr>
              <a:t>JS </a:t>
            </a:r>
            <a:r>
              <a:rPr lang="fr-FR" sz="1400" b="1" err="1">
                <a:solidFill>
                  <a:schemeClr val="tx1"/>
                </a:solidFill>
              </a:rPr>
              <a:t>HardCode</a:t>
            </a:r>
            <a:endParaRPr lang="fr-FR" sz="1400" b="1">
              <a:solidFill>
                <a:schemeClr val="tx1"/>
              </a:solidFill>
            </a:endParaRPr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C8DF223B-B094-448A-85BF-F33AA07CDD39}"/>
              </a:ext>
            </a:extLst>
          </p:cNvPr>
          <p:cNvSpPr/>
          <p:nvPr/>
        </p:nvSpPr>
        <p:spPr>
          <a:xfrm>
            <a:off x="2240091" y="2009817"/>
            <a:ext cx="1613612" cy="373919"/>
          </a:xfrm>
          <a:prstGeom prst="roundRect">
            <a:avLst>
              <a:gd name="adj" fmla="val 1678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err="1">
                <a:solidFill>
                  <a:schemeClr val="tx1"/>
                </a:solidFill>
              </a:rPr>
              <a:t>Window.Storage</a:t>
            </a:r>
            <a:endParaRPr lang="fr-FR" sz="1400" b="1">
              <a:solidFill>
                <a:schemeClr val="tx1"/>
              </a:solidFill>
            </a:endParaRPr>
          </a:p>
        </p:txBody>
      </p:sp>
      <p:sp>
        <p:nvSpPr>
          <p:cNvPr id="64" name="Flèche : bas 63">
            <a:extLst>
              <a:ext uri="{FF2B5EF4-FFF2-40B4-BE49-F238E27FC236}">
                <a16:creationId xmlns:a16="http://schemas.microsoft.com/office/drawing/2014/main" id="{31FDDECA-B695-41F5-ADE7-4C3ACACE7830}"/>
              </a:ext>
            </a:extLst>
          </p:cNvPr>
          <p:cNvSpPr/>
          <p:nvPr/>
        </p:nvSpPr>
        <p:spPr>
          <a:xfrm rot="10800000">
            <a:off x="2860698" y="4878616"/>
            <a:ext cx="341255" cy="198082"/>
          </a:xfrm>
          <a:prstGeom prst="downArrow">
            <a:avLst>
              <a:gd name="adj1" fmla="val 55226"/>
              <a:gd name="adj2" fmla="val 46821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Flèche : bas 65">
            <a:extLst>
              <a:ext uri="{FF2B5EF4-FFF2-40B4-BE49-F238E27FC236}">
                <a16:creationId xmlns:a16="http://schemas.microsoft.com/office/drawing/2014/main" id="{46B25FD8-A65C-4B20-9E91-78F14EB6133B}"/>
              </a:ext>
            </a:extLst>
          </p:cNvPr>
          <p:cNvSpPr/>
          <p:nvPr/>
        </p:nvSpPr>
        <p:spPr>
          <a:xfrm rot="5400000">
            <a:off x="4086799" y="2116016"/>
            <a:ext cx="341255" cy="656496"/>
          </a:xfrm>
          <a:prstGeom prst="downArrow">
            <a:avLst>
              <a:gd name="adj1" fmla="val 55226"/>
              <a:gd name="adj2" fmla="val 46821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Flèche : bas 67">
            <a:extLst>
              <a:ext uri="{FF2B5EF4-FFF2-40B4-BE49-F238E27FC236}">
                <a16:creationId xmlns:a16="http://schemas.microsoft.com/office/drawing/2014/main" id="{28A0A7A7-1497-49EA-845F-5F880768183E}"/>
              </a:ext>
            </a:extLst>
          </p:cNvPr>
          <p:cNvSpPr/>
          <p:nvPr/>
        </p:nvSpPr>
        <p:spPr>
          <a:xfrm rot="16200000">
            <a:off x="4092568" y="1628262"/>
            <a:ext cx="341255" cy="644962"/>
          </a:xfrm>
          <a:prstGeom prst="downArrow">
            <a:avLst>
              <a:gd name="adj1" fmla="val 55226"/>
              <a:gd name="adj2" fmla="val 46821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 : coins arrondis 68">
            <a:extLst>
              <a:ext uri="{FF2B5EF4-FFF2-40B4-BE49-F238E27FC236}">
                <a16:creationId xmlns:a16="http://schemas.microsoft.com/office/drawing/2014/main" id="{62FE55D2-7506-4215-BE71-9A4700117AF9}"/>
              </a:ext>
            </a:extLst>
          </p:cNvPr>
          <p:cNvSpPr/>
          <p:nvPr/>
        </p:nvSpPr>
        <p:spPr>
          <a:xfrm>
            <a:off x="2005379" y="3918985"/>
            <a:ext cx="956188" cy="373919"/>
          </a:xfrm>
          <a:prstGeom prst="roundRect">
            <a:avLst>
              <a:gd name="adj" fmla="val 16782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accent1"/>
                </a:solidFill>
              </a:rPr>
              <a:t>+ Kendo</a:t>
            </a:r>
          </a:p>
        </p:txBody>
      </p:sp>
      <p:cxnSp>
        <p:nvCxnSpPr>
          <p:cNvPr id="5" name="Connecteur : en angle 4">
            <a:extLst>
              <a:ext uri="{FF2B5EF4-FFF2-40B4-BE49-F238E27FC236}">
                <a16:creationId xmlns:a16="http://schemas.microsoft.com/office/drawing/2014/main" id="{41E1644D-AAA4-41E0-82D8-28E4C63DD6F0}"/>
              </a:ext>
            </a:extLst>
          </p:cNvPr>
          <p:cNvCxnSpPr>
            <a:cxnSpLocks/>
            <a:stCxn id="48" idx="3"/>
            <a:endCxn id="92" idx="1"/>
          </p:cNvCxnSpPr>
          <p:nvPr/>
        </p:nvCxnSpPr>
        <p:spPr>
          <a:xfrm flipV="1">
            <a:off x="6347573" y="1784521"/>
            <a:ext cx="651559" cy="3219861"/>
          </a:xfrm>
          <a:prstGeom prst="bentConnector3">
            <a:avLst>
              <a:gd name="adj1" fmla="val 50000"/>
            </a:avLst>
          </a:prstGeom>
          <a:ln w="104775" cap="flat">
            <a:round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 : coins arrondis 71">
            <a:extLst>
              <a:ext uri="{FF2B5EF4-FFF2-40B4-BE49-F238E27FC236}">
                <a16:creationId xmlns:a16="http://schemas.microsoft.com/office/drawing/2014/main" id="{0468028B-8B5B-4688-B64E-0668B2938F0E}"/>
              </a:ext>
            </a:extLst>
          </p:cNvPr>
          <p:cNvSpPr/>
          <p:nvPr/>
        </p:nvSpPr>
        <p:spPr>
          <a:xfrm>
            <a:off x="8786103" y="3014239"/>
            <a:ext cx="2230239" cy="410603"/>
          </a:xfrm>
          <a:prstGeom prst="roundRect">
            <a:avLst>
              <a:gd name="adj" fmla="val 16782"/>
            </a:avLst>
          </a:prstGeom>
          <a:solidFill>
            <a:schemeClr val="tx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err="1">
                <a:solidFill>
                  <a:schemeClr val="bg1"/>
                </a:solidFill>
              </a:rPr>
              <a:t>FCYyy.cs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73" name="Rectangle : coins arrondis 72">
            <a:extLst>
              <a:ext uri="{FF2B5EF4-FFF2-40B4-BE49-F238E27FC236}">
                <a16:creationId xmlns:a16="http://schemas.microsoft.com/office/drawing/2014/main" id="{42B06485-8033-4455-B602-C23431505CE7}"/>
              </a:ext>
            </a:extLst>
          </p:cNvPr>
          <p:cNvSpPr/>
          <p:nvPr/>
        </p:nvSpPr>
        <p:spPr>
          <a:xfrm>
            <a:off x="8298873" y="3508552"/>
            <a:ext cx="1320106" cy="408142"/>
          </a:xfrm>
          <a:prstGeom prst="roundRect">
            <a:avLst>
              <a:gd name="adj" fmla="val 16782"/>
            </a:avLst>
          </a:prstGeom>
          <a:solidFill>
            <a:schemeClr val="tx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err="1">
                <a:solidFill>
                  <a:schemeClr val="bg1"/>
                </a:solidFill>
              </a:rPr>
              <a:t>BCYyy.cs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80" name="Flèche : bas 79">
            <a:extLst>
              <a:ext uri="{FF2B5EF4-FFF2-40B4-BE49-F238E27FC236}">
                <a16:creationId xmlns:a16="http://schemas.microsoft.com/office/drawing/2014/main" id="{E2EDB3DE-017B-4C66-A899-A23BF45EA30B}"/>
              </a:ext>
            </a:extLst>
          </p:cNvPr>
          <p:cNvSpPr/>
          <p:nvPr/>
        </p:nvSpPr>
        <p:spPr>
          <a:xfrm>
            <a:off x="7491165" y="2121371"/>
            <a:ext cx="224349" cy="902530"/>
          </a:xfrm>
          <a:prstGeom prst="downArrow">
            <a:avLst>
              <a:gd name="adj1" fmla="val 55226"/>
              <a:gd name="adj2" fmla="val 46821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Flèche : bas 81">
            <a:extLst>
              <a:ext uri="{FF2B5EF4-FFF2-40B4-BE49-F238E27FC236}">
                <a16:creationId xmlns:a16="http://schemas.microsoft.com/office/drawing/2014/main" id="{448C26F3-CCB4-4F00-960F-5BC5A55ED8EE}"/>
              </a:ext>
            </a:extLst>
          </p:cNvPr>
          <p:cNvSpPr/>
          <p:nvPr/>
        </p:nvSpPr>
        <p:spPr>
          <a:xfrm>
            <a:off x="7710372" y="4418864"/>
            <a:ext cx="394941" cy="473306"/>
          </a:xfrm>
          <a:prstGeom prst="downArrow">
            <a:avLst>
              <a:gd name="adj1" fmla="val 55226"/>
              <a:gd name="adj2" fmla="val 46821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Rectangle : coins arrondis 83">
            <a:extLst>
              <a:ext uri="{FF2B5EF4-FFF2-40B4-BE49-F238E27FC236}">
                <a16:creationId xmlns:a16="http://schemas.microsoft.com/office/drawing/2014/main" id="{CDED5271-4DF7-486F-81C8-F3CD3A39F038}"/>
              </a:ext>
            </a:extLst>
          </p:cNvPr>
          <p:cNvSpPr/>
          <p:nvPr/>
        </p:nvSpPr>
        <p:spPr>
          <a:xfrm>
            <a:off x="8213240" y="4532826"/>
            <a:ext cx="1283182" cy="316193"/>
          </a:xfrm>
          <a:prstGeom prst="roundRect">
            <a:avLst>
              <a:gd name="adj" fmla="val 1678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Sql Query</a:t>
            </a:r>
          </a:p>
        </p:txBody>
      </p:sp>
      <p:sp>
        <p:nvSpPr>
          <p:cNvPr id="89" name="Rectangle : coins arrondis 88">
            <a:extLst>
              <a:ext uri="{FF2B5EF4-FFF2-40B4-BE49-F238E27FC236}">
                <a16:creationId xmlns:a16="http://schemas.microsoft.com/office/drawing/2014/main" id="{FBFE4D04-FCEE-4A9B-891A-87D52CBD9319}"/>
              </a:ext>
            </a:extLst>
          </p:cNvPr>
          <p:cNvSpPr/>
          <p:nvPr/>
        </p:nvSpPr>
        <p:spPr>
          <a:xfrm>
            <a:off x="2076037" y="2501661"/>
            <a:ext cx="1717930" cy="1084095"/>
          </a:xfrm>
          <a:prstGeom prst="roundRect">
            <a:avLst>
              <a:gd name="adj" fmla="val 11047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600" b="1">
                <a:solidFill>
                  <a:schemeClr val="tx1"/>
                </a:solidFill>
              </a:rPr>
              <a:t>Lib</a:t>
            </a:r>
          </a:p>
        </p:txBody>
      </p:sp>
      <p:sp>
        <p:nvSpPr>
          <p:cNvPr id="90" name="Rectangle : coins arrondis 89">
            <a:extLst>
              <a:ext uri="{FF2B5EF4-FFF2-40B4-BE49-F238E27FC236}">
                <a16:creationId xmlns:a16="http://schemas.microsoft.com/office/drawing/2014/main" id="{0E9B8F66-72EC-4262-9B70-FAE3F9291C26}"/>
              </a:ext>
            </a:extLst>
          </p:cNvPr>
          <p:cNvSpPr/>
          <p:nvPr/>
        </p:nvSpPr>
        <p:spPr>
          <a:xfrm>
            <a:off x="2250748" y="2825163"/>
            <a:ext cx="1429963" cy="335555"/>
          </a:xfrm>
          <a:prstGeom prst="roundRect">
            <a:avLst>
              <a:gd name="adj" fmla="val 1678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tx1"/>
                </a:solidFill>
              </a:rPr>
              <a:t>ajaxmethod.js</a:t>
            </a:r>
          </a:p>
        </p:txBody>
      </p:sp>
      <p:sp>
        <p:nvSpPr>
          <p:cNvPr id="91" name="Rectangle : coins arrondis 90">
            <a:extLst>
              <a:ext uri="{FF2B5EF4-FFF2-40B4-BE49-F238E27FC236}">
                <a16:creationId xmlns:a16="http://schemas.microsoft.com/office/drawing/2014/main" id="{2512C5F0-A8A0-4B92-BFE3-FEA8CC944890}"/>
              </a:ext>
            </a:extLst>
          </p:cNvPr>
          <p:cNvSpPr/>
          <p:nvPr/>
        </p:nvSpPr>
        <p:spPr>
          <a:xfrm>
            <a:off x="2242877" y="3206137"/>
            <a:ext cx="1439115" cy="307374"/>
          </a:xfrm>
          <a:prstGeom prst="roundRect">
            <a:avLst>
              <a:gd name="adj" fmla="val 1678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err="1">
                <a:solidFill>
                  <a:schemeClr val="tx1"/>
                </a:solidFill>
              </a:rPr>
              <a:t>DeportHelper</a:t>
            </a:r>
            <a:endParaRPr lang="fr-FR" sz="1400" b="1">
              <a:solidFill>
                <a:schemeClr val="tx1"/>
              </a:solidFill>
            </a:endParaRPr>
          </a:p>
        </p:txBody>
      </p:sp>
      <p:sp>
        <p:nvSpPr>
          <p:cNvPr id="93" name="Rectangle : coins arrondis 92">
            <a:extLst>
              <a:ext uri="{FF2B5EF4-FFF2-40B4-BE49-F238E27FC236}">
                <a16:creationId xmlns:a16="http://schemas.microsoft.com/office/drawing/2014/main" id="{6936B178-D13D-408C-A975-7ECF43B4AE77}"/>
              </a:ext>
            </a:extLst>
          </p:cNvPr>
          <p:cNvSpPr/>
          <p:nvPr/>
        </p:nvSpPr>
        <p:spPr>
          <a:xfrm>
            <a:off x="3794936" y="1990703"/>
            <a:ext cx="815924" cy="373920"/>
          </a:xfrm>
          <a:prstGeom prst="roundRect">
            <a:avLst>
              <a:gd name="adj" fmla="val 1678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tx1"/>
                </a:solidFill>
              </a:rPr>
              <a:t>jQuery</a:t>
            </a:r>
          </a:p>
        </p:txBody>
      </p:sp>
      <p:sp>
        <p:nvSpPr>
          <p:cNvPr id="94" name="Rectangle : coins arrondis 93">
            <a:extLst>
              <a:ext uri="{FF2B5EF4-FFF2-40B4-BE49-F238E27FC236}">
                <a16:creationId xmlns:a16="http://schemas.microsoft.com/office/drawing/2014/main" id="{6F096DB1-95B3-4A3E-A390-D17AB8679335}"/>
              </a:ext>
            </a:extLst>
          </p:cNvPr>
          <p:cNvSpPr/>
          <p:nvPr/>
        </p:nvSpPr>
        <p:spPr>
          <a:xfrm>
            <a:off x="2971782" y="3921243"/>
            <a:ext cx="1182747" cy="373919"/>
          </a:xfrm>
          <a:prstGeom prst="roundRect">
            <a:avLst>
              <a:gd name="adj" fmla="val 16782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accent1"/>
                </a:solidFill>
              </a:rPr>
              <a:t>PartialView</a:t>
            </a:r>
          </a:p>
        </p:txBody>
      </p:sp>
      <p:sp>
        <p:nvSpPr>
          <p:cNvPr id="104" name="Rectangle : coins arrondis 103">
            <a:extLst>
              <a:ext uri="{FF2B5EF4-FFF2-40B4-BE49-F238E27FC236}">
                <a16:creationId xmlns:a16="http://schemas.microsoft.com/office/drawing/2014/main" id="{840F2427-52A4-41CF-B039-42C9F8E0A479}"/>
              </a:ext>
            </a:extLst>
          </p:cNvPr>
          <p:cNvSpPr/>
          <p:nvPr/>
        </p:nvSpPr>
        <p:spPr>
          <a:xfrm>
            <a:off x="772451" y="1099594"/>
            <a:ext cx="1015925" cy="4913855"/>
          </a:xfrm>
          <a:prstGeom prst="roundRect">
            <a:avLst>
              <a:gd name="adj" fmla="val 1475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Rectangle à coins arrondis 5">
            <a:extLst>
              <a:ext uri="{FF2B5EF4-FFF2-40B4-BE49-F238E27FC236}">
                <a16:creationId xmlns:a16="http://schemas.microsoft.com/office/drawing/2014/main" id="{5D04AFC9-29E7-4D3E-9FE3-F9043DFBA8FF}"/>
              </a:ext>
            </a:extLst>
          </p:cNvPr>
          <p:cNvSpPr/>
          <p:nvPr/>
        </p:nvSpPr>
        <p:spPr>
          <a:xfrm>
            <a:off x="800766" y="4684028"/>
            <a:ext cx="942456" cy="1156044"/>
          </a:xfrm>
          <a:prstGeom prst="roundRect">
            <a:avLst/>
          </a:prstGeom>
          <a:solidFill>
            <a:srgbClr val="F2E8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b="1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106" name="Rectangle à coins arrondis 5">
            <a:extLst>
              <a:ext uri="{FF2B5EF4-FFF2-40B4-BE49-F238E27FC236}">
                <a16:creationId xmlns:a16="http://schemas.microsoft.com/office/drawing/2014/main" id="{ED005136-660E-4DDA-BB1F-0A82255CE3C9}"/>
              </a:ext>
            </a:extLst>
          </p:cNvPr>
          <p:cNvSpPr/>
          <p:nvPr/>
        </p:nvSpPr>
        <p:spPr>
          <a:xfrm>
            <a:off x="807022" y="3107676"/>
            <a:ext cx="942456" cy="120191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b="1">
                <a:solidFill>
                  <a:schemeClr val="tx1"/>
                </a:solidFill>
              </a:rPr>
              <a:t>Back</a:t>
            </a:r>
          </a:p>
        </p:txBody>
      </p:sp>
      <p:sp>
        <p:nvSpPr>
          <p:cNvPr id="107" name="Rectangle à coins arrondis 5">
            <a:extLst>
              <a:ext uri="{FF2B5EF4-FFF2-40B4-BE49-F238E27FC236}">
                <a16:creationId xmlns:a16="http://schemas.microsoft.com/office/drawing/2014/main" id="{EA429A6D-1356-4A58-B5C3-F3C0739EFBB2}"/>
              </a:ext>
            </a:extLst>
          </p:cNvPr>
          <p:cNvSpPr/>
          <p:nvPr/>
        </p:nvSpPr>
        <p:spPr>
          <a:xfrm>
            <a:off x="845674" y="1291050"/>
            <a:ext cx="870524" cy="111149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b="1">
                <a:solidFill>
                  <a:schemeClr val="tx1"/>
                </a:solidFill>
              </a:rPr>
              <a:t>Front</a:t>
            </a:r>
          </a:p>
        </p:txBody>
      </p:sp>
      <p:sp>
        <p:nvSpPr>
          <p:cNvPr id="108" name="AutoShape 4">
            <a:extLst>
              <a:ext uri="{FF2B5EF4-FFF2-40B4-BE49-F238E27FC236}">
                <a16:creationId xmlns:a16="http://schemas.microsoft.com/office/drawing/2014/main" id="{1A36AD15-2DAB-481C-B656-4B1489055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280" y="5057194"/>
            <a:ext cx="782925" cy="688157"/>
          </a:xfrm>
          <a:prstGeom prst="can">
            <a:avLst>
              <a:gd name="adj" fmla="val 15090"/>
            </a:avLst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400" b="1"/>
              <a:t>Db</a:t>
            </a:r>
            <a:endParaRPr lang="sv-SE" sz="1400" b="1"/>
          </a:p>
        </p:txBody>
      </p:sp>
      <p:sp>
        <p:nvSpPr>
          <p:cNvPr id="110" name="Rectangle : coins arrondis 109">
            <a:extLst>
              <a:ext uri="{FF2B5EF4-FFF2-40B4-BE49-F238E27FC236}">
                <a16:creationId xmlns:a16="http://schemas.microsoft.com/office/drawing/2014/main" id="{E1661D57-3AC3-4BAF-88FF-71FD5055AAA1}"/>
              </a:ext>
            </a:extLst>
          </p:cNvPr>
          <p:cNvSpPr/>
          <p:nvPr/>
        </p:nvSpPr>
        <p:spPr>
          <a:xfrm>
            <a:off x="886280" y="1666641"/>
            <a:ext cx="780583" cy="667329"/>
          </a:xfrm>
          <a:prstGeom prst="roundRect">
            <a:avLst>
              <a:gd name="adj" fmla="val 14933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>
                <a:solidFill>
                  <a:schemeClr val="tx1"/>
                </a:solidFill>
              </a:rPr>
              <a:t>File</a:t>
            </a:r>
          </a:p>
        </p:txBody>
      </p:sp>
      <p:sp>
        <p:nvSpPr>
          <p:cNvPr id="111" name="Rectangle à coins arrondis 5">
            <a:extLst>
              <a:ext uri="{FF2B5EF4-FFF2-40B4-BE49-F238E27FC236}">
                <a16:creationId xmlns:a16="http://schemas.microsoft.com/office/drawing/2014/main" id="{0860104B-7203-4721-943C-1D32E3113A95}"/>
              </a:ext>
            </a:extLst>
          </p:cNvPr>
          <p:cNvSpPr/>
          <p:nvPr/>
        </p:nvSpPr>
        <p:spPr>
          <a:xfrm>
            <a:off x="840571" y="3503180"/>
            <a:ext cx="877998" cy="679692"/>
          </a:xfrm>
          <a:prstGeom prst="roundRect">
            <a:avLst>
              <a:gd name="adj" fmla="val 15710"/>
            </a:avLst>
          </a:prstGeom>
          <a:solidFill>
            <a:srgbClr val="7561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chemeClr val="bg1"/>
                </a:solidFill>
              </a:rPr>
              <a:t>Concept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EF35B83-7BF4-F9DA-6A00-EDFDF287C641}"/>
              </a:ext>
            </a:extLst>
          </p:cNvPr>
          <p:cNvSpPr/>
          <p:nvPr/>
        </p:nvSpPr>
        <p:spPr>
          <a:xfrm>
            <a:off x="9130848" y="1699781"/>
            <a:ext cx="1885494" cy="471561"/>
          </a:xfrm>
          <a:prstGeom prst="roundRect">
            <a:avLst>
              <a:gd name="adj" fmla="val 16782"/>
            </a:avLst>
          </a:prstGeom>
          <a:solidFill>
            <a:schemeClr val="tx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err="1">
                <a:solidFill>
                  <a:schemeClr val="bg1"/>
                </a:solidFill>
              </a:rPr>
              <a:t>YyyService.cs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4" name="Flèche : bas 3">
            <a:extLst>
              <a:ext uri="{FF2B5EF4-FFF2-40B4-BE49-F238E27FC236}">
                <a16:creationId xmlns:a16="http://schemas.microsoft.com/office/drawing/2014/main" id="{2A35D31D-4CFB-7FF0-3E3E-860B32D3C72E}"/>
              </a:ext>
            </a:extLst>
          </p:cNvPr>
          <p:cNvSpPr/>
          <p:nvPr/>
        </p:nvSpPr>
        <p:spPr>
          <a:xfrm>
            <a:off x="10115963" y="2186354"/>
            <a:ext cx="219207" cy="851636"/>
          </a:xfrm>
          <a:prstGeom prst="downArrow">
            <a:avLst>
              <a:gd name="adj1" fmla="val 55226"/>
              <a:gd name="adj2" fmla="val 46821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6F81D2B-3DA5-BEC1-52D5-BA25B29346D0}"/>
              </a:ext>
            </a:extLst>
          </p:cNvPr>
          <p:cNvSpPr/>
          <p:nvPr/>
        </p:nvSpPr>
        <p:spPr>
          <a:xfrm>
            <a:off x="9695678" y="3511756"/>
            <a:ext cx="1320664" cy="410603"/>
          </a:xfrm>
          <a:prstGeom prst="roundRect">
            <a:avLst>
              <a:gd name="adj" fmla="val 16782"/>
            </a:avLst>
          </a:prstGeom>
          <a:solidFill>
            <a:schemeClr val="tx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err="1">
                <a:solidFill>
                  <a:schemeClr val="bg1"/>
                </a:solidFill>
              </a:rPr>
              <a:t>BCZzz.cs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1FC0BC4-3CAE-FBAE-E202-0F45EE56FFDC}"/>
              </a:ext>
            </a:extLst>
          </p:cNvPr>
          <p:cNvSpPr/>
          <p:nvPr/>
        </p:nvSpPr>
        <p:spPr>
          <a:xfrm>
            <a:off x="9220218" y="3990214"/>
            <a:ext cx="1796124" cy="376537"/>
          </a:xfrm>
          <a:prstGeom prst="roundRect">
            <a:avLst>
              <a:gd name="adj" fmla="val 16782"/>
            </a:avLst>
          </a:prstGeom>
          <a:solidFill>
            <a:schemeClr val="tx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err="1">
                <a:solidFill>
                  <a:schemeClr val="bg1"/>
                </a:solidFill>
              </a:rPr>
              <a:t>DCXxx.cs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2" name="Flèche : bas 79">
            <a:extLst>
              <a:ext uri="{FF2B5EF4-FFF2-40B4-BE49-F238E27FC236}">
                <a16:creationId xmlns:a16="http://schemas.microsoft.com/office/drawing/2014/main" id="{5F461801-9A4D-75F3-B460-B0AFDC304509}"/>
              </a:ext>
            </a:extLst>
          </p:cNvPr>
          <p:cNvSpPr/>
          <p:nvPr/>
        </p:nvSpPr>
        <p:spPr>
          <a:xfrm>
            <a:off x="7103648" y="3219540"/>
            <a:ext cx="173205" cy="404657"/>
          </a:xfrm>
          <a:prstGeom prst="downArrow">
            <a:avLst>
              <a:gd name="adj1" fmla="val 55226"/>
              <a:gd name="adj2" fmla="val 46821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èche : bas 79">
            <a:extLst>
              <a:ext uri="{FF2B5EF4-FFF2-40B4-BE49-F238E27FC236}">
                <a16:creationId xmlns:a16="http://schemas.microsoft.com/office/drawing/2014/main" id="{30DDF15E-13BF-B845-28DF-CDEB14EE1AE3}"/>
              </a:ext>
            </a:extLst>
          </p:cNvPr>
          <p:cNvSpPr/>
          <p:nvPr/>
        </p:nvSpPr>
        <p:spPr>
          <a:xfrm>
            <a:off x="8347442" y="3254421"/>
            <a:ext cx="173205" cy="404657"/>
          </a:xfrm>
          <a:prstGeom prst="downArrow">
            <a:avLst>
              <a:gd name="adj1" fmla="val 55226"/>
              <a:gd name="adj2" fmla="val 46821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 : bas 79">
            <a:extLst>
              <a:ext uri="{FF2B5EF4-FFF2-40B4-BE49-F238E27FC236}">
                <a16:creationId xmlns:a16="http://schemas.microsoft.com/office/drawing/2014/main" id="{CCE1F381-428B-CE89-215E-6554A614090A}"/>
              </a:ext>
            </a:extLst>
          </p:cNvPr>
          <p:cNvSpPr/>
          <p:nvPr/>
        </p:nvSpPr>
        <p:spPr>
          <a:xfrm>
            <a:off x="7117039" y="3803888"/>
            <a:ext cx="173205" cy="404657"/>
          </a:xfrm>
          <a:prstGeom prst="downArrow">
            <a:avLst>
              <a:gd name="adj1" fmla="val 55226"/>
              <a:gd name="adj2" fmla="val 46821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1786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E6A009-50C4-D7FC-6A28-9C966D58C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Micro Front-End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987DCCC-357D-7A75-390E-B5E0561E60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Architecture</a:t>
            </a:r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794E89F-740F-33E2-D188-A8D7AA3207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7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836226D-7B94-03D0-3036-04AD388EF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LU"/>
              <a:t>Unlocked By | K</a:t>
            </a:r>
            <a:endParaRPr lang="fr-FR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02001791-04B0-54A0-8AB4-142E848FF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400169"/>
              </p:ext>
            </p:extLst>
          </p:nvPr>
        </p:nvGraphicFramePr>
        <p:xfrm>
          <a:off x="838199" y="1092851"/>
          <a:ext cx="10442576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3572">
                  <a:extLst>
                    <a:ext uri="{9D8B030D-6E8A-4147-A177-3AD203B41FA5}">
                      <a16:colId xmlns:a16="http://schemas.microsoft.com/office/drawing/2014/main" val="2381970815"/>
                    </a:ext>
                  </a:extLst>
                </a:gridCol>
                <a:gridCol w="2547258">
                  <a:extLst>
                    <a:ext uri="{9D8B030D-6E8A-4147-A177-3AD203B41FA5}">
                      <a16:colId xmlns:a16="http://schemas.microsoft.com/office/drawing/2014/main" val="1776404395"/>
                    </a:ext>
                  </a:extLst>
                </a:gridCol>
                <a:gridCol w="2035628">
                  <a:extLst>
                    <a:ext uri="{9D8B030D-6E8A-4147-A177-3AD203B41FA5}">
                      <a16:colId xmlns:a16="http://schemas.microsoft.com/office/drawing/2014/main" val="3162235557"/>
                    </a:ext>
                  </a:extLst>
                </a:gridCol>
                <a:gridCol w="2866118">
                  <a:extLst>
                    <a:ext uri="{9D8B030D-6E8A-4147-A177-3AD203B41FA5}">
                      <a16:colId xmlns:a16="http://schemas.microsoft.com/office/drawing/2014/main" val="2219375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Topic \ Solution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iFrame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Inline 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Shadow DOM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353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Content Security Policy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dirty="0"/>
                        <a:t>(+) </a:t>
                      </a:r>
                      <a:r>
                        <a:rPr lang="fr-FR" sz="1800" b="0" dirty="0" err="1"/>
                        <a:t>Independant</a:t>
                      </a:r>
                      <a:endParaRPr lang="fr-FR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585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dirty="0" err="1"/>
                        <a:t>Encapsulated</a:t>
                      </a:r>
                      <a:r>
                        <a:rPr lang="fr-FR" sz="1800" b="0" dirty="0"/>
                        <a:t>/</a:t>
                      </a:r>
                      <a:r>
                        <a:rPr lang="fr-FR" sz="1800" b="0" dirty="0" err="1"/>
                        <a:t>iFrame</a:t>
                      </a:r>
                      <a:endParaRPr lang="fr-FR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All Css 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Encapsulation/µApp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Macro app Css inherited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17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State Mngt with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dirty="0"/>
                        <a:t>Specific 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940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Screen Reader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dirty="0"/>
                        <a:t>(-) Stuck </a:t>
                      </a:r>
                      <a:r>
                        <a:rPr lang="fr-FR" sz="1800" b="0" dirty="0" err="1"/>
                        <a:t>outside</a:t>
                      </a:r>
                      <a:endParaRPr lang="fr-FR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49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Service Worker &amp; SSR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dirty="0"/>
                        <a:t>(+) Compatible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Impl</a:t>
                      </a:r>
                      <a:r>
                        <a:rPr lang="en-GB" dirty="0"/>
                        <a:t> SW with scope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067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Sizing &amp; 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dirty="0"/>
                        <a:t>(-) </a:t>
                      </a:r>
                      <a:r>
                        <a:rPr lang="fr-FR" sz="1800" b="0" dirty="0" err="1"/>
                        <a:t>Known</a:t>
                      </a:r>
                      <a:r>
                        <a:rPr lang="fr-FR" sz="1800" b="0" dirty="0"/>
                        <a:t> </a:t>
                      </a:r>
                      <a:r>
                        <a:rPr lang="fr-FR" sz="1800" b="0" dirty="0" err="1"/>
                        <a:t>quirks</a:t>
                      </a:r>
                      <a:endParaRPr lang="fr-FR" sz="1800" b="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dirty="0"/>
                        <a:t>(+) No problem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326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/>
                        <a:t>MacroTo</a:t>
                      </a:r>
                      <a:r>
                        <a:rPr lang="en-GB" b="1" dirty="0"/>
                        <a:t> µApp Comm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dirty="0">
                          <a:highlight>
                            <a:srgbClr val="FFFF00"/>
                          </a:highlight>
                        </a:rPr>
                        <a:t>(-) </a:t>
                      </a:r>
                      <a:r>
                        <a:rPr lang="fr-FR" sz="1800" b="0" dirty="0" err="1">
                          <a:highlight>
                            <a:srgbClr val="FFFF00"/>
                          </a:highlight>
                        </a:rPr>
                        <a:t>might</a:t>
                      </a:r>
                      <a:r>
                        <a:rPr lang="fr-FR" sz="1800" b="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fr-FR" sz="1800" b="0" dirty="0" err="1">
                          <a:highlight>
                            <a:srgbClr val="FFFF00"/>
                          </a:highlight>
                        </a:rPr>
                        <a:t>need</a:t>
                      </a:r>
                      <a:r>
                        <a:rPr lang="fr-FR" sz="1800" b="0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fr-FR" sz="1800" b="0" dirty="0" err="1">
                          <a:highlight>
                            <a:srgbClr val="FFFF00"/>
                          </a:highlight>
                        </a:rPr>
                        <a:t>postMsg</a:t>
                      </a:r>
                      <a:endParaRPr lang="fr-FR" sz="1800" b="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843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dirty="0" err="1">
                          <a:highlight>
                            <a:srgbClr val="FFFF00"/>
                          </a:highlight>
                        </a:rPr>
                        <a:t>Special</a:t>
                      </a:r>
                      <a:r>
                        <a:rPr lang="fr-FR" sz="1800" b="0" dirty="0">
                          <a:highlight>
                            <a:srgbClr val="FFFF00"/>
                          </a:highlight>
                        </a:rPr>
                        <a:t> arrangement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151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App Loading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877272"/>
                  </a:ext>
                </a:extLst>
              </a:tr>
              <a:tr h="261332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Framework Compat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dirty="0">
                          <a:highlight>
                            <a:srgbClr val="FFFF00"/>
                          </a:highlight>
                        </a:rPr>
                        <a:t>Ok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Not </a:t>
                      </a:r>
                      <a:r>
                        <a:rPr lang="en-GB" dirty="0" err="1"/>
                        <a:t>compat</a:t>
                      </a:r>
                      <a:r>
                        <a:rPr lang="en-GB" dirty="0"/>
                        <a:t> with Angular, React…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796730"/>
                  </a:ext>
                </a:extLst>
              </a:tr>
              <a:tr h="261332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13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1821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67108-6332-A43C-67BB-FE17C55B3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D436C3-3FCB-4095-7ED0-119C10B5C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8</a:t>
            </a:fld>
            <a:endParaRPr lang="fr-FR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01B635-EDCD-F2B0-AF76-6F57CD8B71E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8200" y="1089498"/>
            <a:ext cx="5411989" cy="488910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REST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11F2C881-EA88-0BB3-E3D4-DBD284FB4D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>
                <a:latin typeface="Arial"/>
                <a:cs typeface="Arial"/>
              </a:rPr>
              <a:t>Architecture</a:t>
            </a:r>
            <a:endParaRPr lang="fr-FR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6EFF5C1-47C0-B05F-2482-F401F095B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04141" y="1089498"/>
            <a:ext cx="4876633" cy="4889103"/>
          </a:xfrm>
        </p:spPr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SOAP</a:t>
            </a:r>
            <a:endParaRPr lang="fr-FR" dirty="0">
              <a:solidFill>
                <a:schemeClr val="tx2"/>
              </a:solidFill>
              <a:ea typeface="+mn-lt"/>
              <a:cs typeface="+mn-lt"/>
            </a:endParaRPr>
          </a:p>
          <a:p>
            <a:pPr marL="216000" indent="-144000">
              <a:spcBef>
                <a:spcPts val="300"/>
              </a:spcBef>
            </a:pPr>
            <a:endParaRPr lang="fr-FR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216000" indent="-144000">
              <a:spcBef>
                <a:spcPts val="300"/>
              </a:spcBef>
            </a:pPr>
            <a:r>
              <a:rPr lang="fr-FR" dirty="0">
                <a:solidFill>
                  <a:schemeClr val="tx2"/>
                </a:solidFill>
                <a:ea typeface="+mn-lt"/>
                <a:cs typeface="+mn-lt"/>
              </a:rPr>
              <a:t>Expose a </a:t>
            </a:r>
            <a:r>
              <a:rPr lang="fr-FR" dirty="0" err="1">
                <a:solidFill>
                  <a:schemeClr val="tx2"/>
                </a:solidFill>
                <a:ea typeface="+mn-lt"/>
                <a:cs typeface="+mn-lt"/>
              </a:rPr>
              <a:t>Contract</a:t>
            </a:r>
            <a:r>
              <a:rPr lang="fr-FR" dirty="0">
                <a:solidFill>
                  <a:schemeClr val="tx2"/>
                </a:solidFill>
                <a:ea typeface="+mn-lt"/>
                <a:cs typeface="+mn-lt"/>
              </a:rPr>
              <a:t> : WSDL</a:t>
            </a:r>
          </a:p>
          <a:p>
            <a:pPr marL="504000" lvl="1" indent="-144000">
              <a:spcBef>
                <a:spcPts val="300"/>
              </a:spcBef>
            </a:pPr>
            <a:r>
              <a:rPr lang="fr-FR" dirty="0">
                <a:ea typeface="+mn-lt"/>
                <a:cs typeface="+mn-lt"/>
              </a:rPr>
              <a:t>Opération, Input, Output</a:t>
            </a:r>
            <a:endParaRPr lang="fr-FR" dirty="0">
              <a:solidFill>
                <a:schemeClr val="tx2"/>
              </a:solidFill>
              <a:ea typeface="+mn-lt"/>
              <a:cs typeface="+mn-lt"/>
            </a:endParaRPr>
          </a:p>
          <a:p>
            <a:pPr marL="216000" indent="-144000">
              <a:spcBef>
                <a:spcPts val="300"/>
              </a:spcBef>
            </a:pPr>
            <a:r>
              <a:rPr lang="fr-FR" dirty="0" err="1">
                <a:solidFill>
                  <a:schemeClr val="tx2"/>
                </a:solidFill>
                <a:ea typeface="+mn-lt"/>
                <a:cs typeface="+mn-lt"/>
              </a:rPr>
              <a:t>Built-In</a:t>
            </a:r>
            <a:r>
              <a:rPr lang="fr-FR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fr-FR" dirty="0" err="1">
                <a:solidFill>
                  <a:schemeClr val="tx2"/>
                </a:solidFill>
                <a:ea typeface="+mn-lt"/>
                <a:cs typeface="+mn-lt"/>
              </a:rPr>
              <a:t>Error</a:t>
            </a:r>
            <a:r>
              <a:rPr lang="fr-FR" dirty="0">
                <a:solidFill>
                  <a:schemeClr val="tx2"/>
                </a:solidFill>
                <a:ea typeface="+mn-lt"/>
                <a:cs typeface="+mn-lt"/>
              </a:rPr>
              <a:t> Handling </a:t>
            </a:r>
            <a:r>
              <a:rPr lang="fr-FR" b="0" dirty="0">
                <a:solidFill>
                  <a:schemeClr val="tx2"/>
                </a:solidFill>
                <a:ea typeface="+mn-lt"/>
                <a:cs typeface="+mn-lt"/>
              </a:rPr>
              <a:t>(</a:t>
            </a:r>
            <a:r>
              <a:rPr lang="fr-FR" b="0" dirty="0" err="1">
                <a:solidFill>
                  <a:schemeClr val="tx2"/>
                </a:solidFill>
                <a:ea typeface="+mn-lt"/>
                <a:cs typeface="+mn-lt"/>
              </a:rPr>
              <a:t>faults</a:t>
            </a:r>
            <a:r>
              <a:rPr lang="fr-FR" b="0" dirty="0">
                <a:solidFill>
                  <a:schemeClr val="tx2"/>
                </a:solidFill>
                <a:ea typeface="+mn-lt"/>
                <a:cs typeface="+mn-lt"/>
              </a:rPr>
              <a:t>)</a:t>
            </a:r>
          </a:p>
          <a:p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C47B638-1396-12D7-2249-D2625AC73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SOAP vs. REST</a:t>
            </a:r>
            <a:endParaRPr lang="fr-LU" dirty="0"/>
          </a:p>
        </p:txBody>
      </p:sp>
      <p:sp>
        <p:nvSpPr>
          <p:cNvPr id="14" name="Espace réservé du pied de page 5">
            <a:extLst>
              <a:ext uri="{FF2B5EF4-FFF2-40B4-BE49-F238E27FC236}">
                <a16:creationId xmlns:a16="http://schemas.microsoft.com/office/drawing/2014/main" id="{4745FBC7-CD3A-91D5-601F-63035AB7D2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 dirty="0"/>
              <a:t>Unlocked By | K</a:t>
            </a:r>
            <a:endParaRPr lang="fr-FR" dirty="0"/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AE578017-88CB-D884-64FE-260828BCC9E1}"/>
              </a:ext>
            </a:extLst>
          </p:cNvPr>
          <p:cNvSpPr txBox="1">
            <a:spLocks/>
          </p:cNvSpPr>
          <p:nvPr/>
        </p:nvSpPr>
        <p:spPr>
          <a:xfrm>
            <a:off x="924863" y="1508756"/>
            <a:ext cx="2934475" cy="1761991"/>
          </a:xfrm>
          <a:prstGeom prst="roundRect">
            <a:avLst>
              <a:gd name="adj" fmla="val 8125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1800" noProof="0" dirty="0"/>
              <a:t>Definition</a:t>
            </a:r>
          </a:p>
          <a:p>
            <a:pPr marL="287655" indent="-215900">
              <a:spcBef>
                <a:spcPts val="600"/>
              </a:spcBef>
            </a:pPr>
            <a:r>
              <a:rPr lang="en-US" sz="1400" b="0" noProof="0" dirty="0">
                <a:solidFill>
                  <a:schemeClr val="tx2"/>
                </a:solidFill>
                <a:ea typeface="+mn-lt"/>
                <a:cs typeface="+mn-lt"/>
              </a:rPr>
              <a:t>REpresentional State Transfer</a:t>
            </a:r>
          </a:p>
          <a:p>
            <a:pPr marL="287655" indent="-215900">
              <a:spcBef>
                <a:spcPts val="600"/>
              </a:spcBef>
            </a:pPr>
            <a:r>
              <a:rPr lang="en-US" sz="1400" b="0" noProof="0" dirty="0">
                <a:solidFill>
                  <a:schemeClr val="tx2"/>
                </a:solidFill>
                <a:ea typeface="+mn-lt"/>
                <a:cs typeface="+mn-lt"/>
              </a:rPr>
              <a:t>It’s an « Architecture Style »</a:t>
            </a:r>
          </a:p>
          <a:p>
            <a:pPr marL="287655" indent="-215900">
              <a:spcBef>
                <a:spcPts val="600"/>
              </a:spcBef>
            </a:pPr>
            <a:r>
              <a:rPr lang="en-US" sz="1400" noProof="0" dirty="0">
                <a:solidFill>
                  <a:schemeClr val="tx2"/>
                </a:solidFill>
                <a:ea typeface="+mn-lt"/>
                <a:cs typeface="+mn-lt"/>
              </a:rPr>
              <a:t>Format.</a:t>
            </a:r>
            <a:r>
              <a:rPr lang="en-US" sz="1400" b="0" noProof="0" dirty="0">
                <a:solidFill>
                  <a:schemeClr val="tx2"/>
                </a:solidFill>
                <a:ea typeface="+mn-lt"/>
                <a:cs typeface="+mn-lt"/>
              </a:rPr>
              <a:t> JSON, XML, HTML…</a:t>
            </a:r>
          </a:p>
          <a:p>
            <a:pPr marL="287655" indent="-215900">
              <a:spcBef>
                <a:spcPts val="600"/>
              </a:spcBef>
            </a:pPr>
            <a:r>
              <a:rPr lang="en-US" sz="1400" noProof="0" dirty="0">
                <a:solidFill>
                  <a:schemeClr val="tx2"/>
                </a:solidFill>
                <a:ea typeface="+mn-lt"/>
                <a:cs typeface="+mn-lt"/>
              </a:rPr>
              <a:t>Transport.</a:t>
            </a:r>
            <a:r>
              <a:rPr lang="en-US" sz="1400" b="0" noProof="0" dirty="0">
                <a:solidFill>
                  <a:schemeClr val="tx2"/>
                </a:solidFill>
                <a:ea typeface="+mn-lt"/>
                <a:cs typeface="+mn-lt"/>
              </a:rPr>
              <a:t> HTTP (Primarily)</a:t>
            </a:r>
          </a:p>
          <a:p>
            <a:pPr marL="287655" indent="-215900">
              <a:spcBef>
                <a:spcPts val="600"/>
              </a:spcBef>
            </a:pPr>
            <a:r>
              <a:rPr lang="en-US" sz="1400" noProof="0" dirty="0">
                <a:solidFill>
                  <a:schemeClr val="tx2"/>
                </a:solidFill>
                <a:ea typeface="+mn-lt"/>
                <a:cs typeface="+mn-lt"/>
              </a:rPr>
              <a:t>State.</a:t>
            </a:r>
            <a:r>
              <a:rPr lang="en-US" sz="1400" b="0" noProof="0" dirty="0">
                <a:solidFill>
                  <a:schemeClr val="tx2"/>
                </a:solidFill>
                <a:ea typeface="+mn-lt"/>
                <a:cs typeface="+mn-lt"/>
              </a:rPr>
              <a:t> Stateless</a:t>
            </a:r>
          </a:p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sz="1800" b="0" noProof="0" dirty="0">
              <a:solidFill>
                <a:schemeClr val="tx2"/>
              </a:solidFill>
              <a:ea typeface="+mn-lt"/>
              <a:cs typeface="+mn-lt"/>
            </a:endParaRPr>
          </a:p>
        </p:txBody>
      </p:sp>
      <p:sp>
        <p:nvSpPr>
          <p:cNvPr id="3" name="Espace réservé du texte 7">
            <a:extLst>
              <a:ext uri="{FF2B5EF4-FFF2-40B4-BE49-F238E27FC236}">
                <a16:creationId xmlns:a16="http://schemas.microsoft.com/office/drawing/2014/main" id="{AA385AC7-0E8B-48EA-E7BC-30DA59E14EDD}"/>
              </a:ext>
            </a:extLst>
          </p:cNvPr>
          <p:cNvSpPr txBox="1">
            <a:spLocks/>
          </p:cNvSpPr>
          <p:nvPr/>
        </p:nvSpPr>
        <p:spPr>
          <a:xfrm>
            <a:off x="4013290" y="1508756"/>
            <a:ext cx="2236899" cy="1484205"/>
          </a:xfrm>
          <a:prstGeom prst="roundRect">
            <a:avLst>
              <a:gd name="adj" fmla="val 12271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1800" noProof="0" dirty="0"/>
              <a:t>Implementation</a:t>
            </a:r>
          </a:p>
          <a:p>
            <a:pPr marL="287655" lvl="1" indent="-215900">
              <a:spcBef>
                <a:spcPts val="600"/>
              </a:spcBef>
            </a:pPr>
            <a:r>
              <a:rPr lang="en-US" sz="1400" b="0" noProof="0" dirty="0">
                <a:ea typeface="+mn-lt"/>
                <a:cs typeface="+mn-lt"/>
              </a:rPr>
              <a:t>Web Service RESTFul</a:t>
            </a:r>
          </a:p>
          <a:p>
            <a:pPr marL="287655" lvl="1" indent="-215900">
              <a:spcBef>
                <a:spcPts val="600"/>
              </a:spcBef>
            </a:pPr>
            <a:r>
              <a:rPr lang="en-US" sz="1400" b="0" noProof="0" dirty="0">
                <a:ea typeface="+mn-lt"/>
                <a:cs typeface="+mn-lt"/>
              </a:rPr>
              <a:t>API REST </a:t>
            </a:r>
          </a:p>
          <a:p>
            <a:pPr marL="287655" lvl="1" indent="-215900">
              <a:spcBef>
                <a:spcPts val="600"/>
              </a:spcBef>
            </a:pPr>
            <a:r>
              <a:rPr lang="en-US" sz="1400" b="0" noProof="0" dirty="0">
                <a:ea typeface="+mn-lt"/>
                <a:cs typeface="+mn-lt"/>
              </a:rPr>
              <a:t>= API Restful </a:t>
            </a:r>
          </a:p>
          <a:p>
            <a:pPr marL="287655" lvl="1" indent="-215900">
              <a:spcBef>
                <a:spcPts val="600"/>
              </a:spcBef>
            </a:pPr>
            <a:r>
              <a:rPr lang="en-US" sz="1400" b="0" noProof="0" dirty="0">
                <a:ea typeface="+mn-lt"/>
                <a:cs typeface="+mn-lt"/>
              </a:rPr>
              <a:t>= API Web</a:t>
            </a:r>
          </a:p>
        </p:txBody>
      </p: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328315A1-8DED-9D88-6FEF-8E96A96688EE}"/>
              </a:ext>
            </a:extLst>
          </p:cNvPr>
          <p:cNvSpPr txBox="1">
            <a:spLocks/>
          </p:cNvSpPr>
          <p:nvPr/>
        </p:nvSpPr>
        <p:spPr>
          <a:xfrm>
            <a:off x="929604" y="3380734"/>
            <a:ext cx="3175461" cy="2387768"/>
          </a:xfrm>
          <a:prstGeom prst="roundRect">
            <a:avLst>
              <a:gd name="adj" fmla="val 10481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sz="1800" dirty="0"/>
              <a:t>Principles</a:t>
            </a:r>
          </a:p>
          <a:p>
            <a:pPr marL="287655" lvl="1" indent="-215900">
              <a:spcBef>
                <a:spcPts val="600"/>
              </a:spcBef>
            </a:pPr>
            <a:r>
              <a:rPr lang="fr-FR" sz="1400" b="0" dirty="0">
                <a:ea typeface="+mn-lt"/>
                <a:cs typeface="+mn-lt"/>
              </a:rPr>
              <a:t>Uniform Interface</a:t>
            </a:r>
          </a:p>
          <a:p>
            <a:pPr marL="287655" lvl="1" indent="-215900">
              <a:spcBef>
                <a:spcPts val="600"/>
              </a:spcBef>
            </a:pPr>
            <a:r>
              <a:rPr lang="fr-FR" sz="1400" b="0" dirty="0" err="1">
                <a:ea typeface="+mn-lt"/>
                <a:cs typeface="+mn-lt"/>
              </a:rPr>
              <a:t>Statelessness</a:t>
            </a:r>
            <a:endParaRPr lang="fr-FR" sz="1400" b="0" dirty="0">
              <a:ea typeface="+mn-lt"/>
              <a:cs typeface="+mn-lt"/>
            </a:endParaRPr>
          </a:p>
        </p:txBody>
      </p:sp>
      <p:sp>
        <p:nvSpPr>
          <p:cNvPr id="5" name="Espace réservé du texte 7">
            <a:extLst>
              <a:ext uri="{FF2B5EF4-FFF2-40B4-BE49-F238E27FC236}">
                <a16:creationId xmlns:a16="http://schemas.microsoft.com/office/drawing/2014/main" id="{393174DE-7163-7A8F-299E-2D7C6A2C7A73}"/>
              </a:ext>
            </a:extLst>
          </p:cNvPr>
          <p:cNvSpPr txBox="1">
            <a:spLocks/>
          </p:cNvSpPr>
          <p:nvPr/>
        </p:nvSpPr>
        <p:spPr>
          <a:xfrm>
            <a:off x="6758568" y="3693622"/>
            <a:ext cx="4174903" cy="2074880"/>
          </a:xfrm>
          <a:prstGeom prst="roundRect">
            <a:avLst>
              <a:gd name="adj" fmla="val 8125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sz="1800" noProof="0" dirty="0"/>
              <a:t>Definition</a:t>
            </a:r>
          </a:p>
          <a:p>
            <a:pPr marL="287655" indent="-215900">
              <a:spcBef>
                <a:spcPts val="600"/>
              </a:spcBef>
            </a:pPr>
            <a:r>
              <a:rPr lang="en-US" sz="1400" b="0" noProof="0" dirty="0">
                <a:solidFill>
                  <a:schemeClr val="tx2"/>
                </a:solidFill>
                <a:ea typeface="+mn-lt"/>
                <a:cs typeface="+mn-lt"/>
              </a:rPr>
              <a:t>REpresentional State Transfer</a:t>
            </a:r>
          </a:p>
          <a:p>
            <a:pPr marL="287655" indent="-215900">
              <a:spcBef>
                <a:spcPts val="600"/>
              </a:spcBef>
            </a:pPr>
            <a:r>
              <a:rPr lang="en-US" sz="1400" b="0" noProof="0" dirty="0">
                <a:solidFill>
                  <a:schemeClr val="tx2"/>
                </a:solidFill>
                <a:ea typeface="+mn-lt"/>
                <a:cs typeface="+mn-lt"/>
              </a:rPr>
              <a:t>It’s an « Protocol »</a:t>
            </a:r>
          </a:p>
          <a:p>
            <a:pPr marL="287655" indent="-215900">
              <a:spcBef>
                <a:spcPts val="600"/>
              </a:spcBef>
            </a:pPr>
            <a:r>
              <a:rPr lang="en-US" sz="1400" noProof="0" dirty="0">
                <a:solidFill>
                  <a:schemeClr val="tx2"/>
                </a:solidFill>
                <a:ea typeface="+mn-lt"/>
                <a:cs typeface="+mn-lt"/>
              </a:rPr>
              <a:t>Format.</a:t>
            </a:r>
            <a:r>
              <a:rPr lang="en-US" sz="1400" b="0" noProof="0" dirty="0">
                <a:solidFill>
                  <a:schemeClr val="tx2"/>
                </a:solidFill>
                <a:ea typeface="+mn-lt"/>
                <a:cs typeface="+mn-lt"/>
              </a:rPr>
              <a:t> XML (Highly structured, more verbose)</a:t>
            </a:r>
          </a:p>
          <a:p>
            <a:pPr marL="287655" indent="-215900">
              <a:spcBef>
                <a:spcPts val="600"/>
              </a:spcBef>
            </a:pPr>
            <a:r>
              <a:rPr lang="en-US" sz="1400" noProof="0" dirty="0">
                <a:solidFill>
                  <a:schemeClr val="tx2"/>
                </a:solidFill>
                <a:ea typeface="+mn-lt"/>
                <a:cs typeface="+mn-lt"/>
              </a:rPr>
              <a:t>Transport.</a:t>
            </a:r>
            <a:r>
              <a:rPr lang="en-US" sz="1400" b="0" noProof="0" dirty="0">
                <a:solidFill>
                  <a:schemeClr val="tx2"/>
                </a:solidFill>
                <a:ea typeface="+mn-lt"/>
                <a:cs typeface="+mn-lt"/>
              </a:rPr>
              <a:t> Agnostic (HTTP, SMTP, FTP…)</a:t>
            </a:r>
          </a:p>
          <a:p>
            <a:pPr marL="287655" indent="-215900">
              <a:spcBef>
                <a:spcPts val="600"/>
              </a:spcBef>
            </a:pPr>
            <a:r>
              <a:rPr lang="en-US" sz="1400" noProof="0" dirty="0">
                <a:solidFill>
                  <a:schemeClr val="tx2"/>
                </a:solidFill>
                <a:ea typeface="+mn-lt"/>
                <a:cs typeface="+mn-lt"/>
              </a:rPr>
              <a:t>State.</a:t>
            </a:r>
            <a:r>
              <a:rPr lang="en-US" sz="1400" b="0" noProof="0" dirty="0">
                <a:solidFill>
                  <a:schemeClr val="tx2"/>
                </a:solidFill>
                <a:ea typeface="+mn-lt"/>
                <a:cs typeface="+mn-lt"/>
              </a:rPr>
              <a:t> Can be stateful</a:t>
            </a:r>
          </a:p>
          <a:p>
            <a:pPr marL="0" indent="0" algn="ctr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sz="1800" b="0" noProof="0" dirty="0">
              <a:solidFill>
                <a:schemeClr val="tx2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7752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42BCCB4-5ADC-48EF-AB6B-F068147D8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8607" y="2360259"/>
            <a:ext cx="8956853" cy="720292"/>
          </a:xfrm>
        </p:spPr>
        <p:txBody>
          <a:bodyPr/>
          <a:lstStyle/>
          <a:p>
            <a:r>
              <a:rPr lang="fr-FR" dirty="0">
                <a:latin typeface="Arial"/>
                <a:cs typeface="Arial"/>
              </a:rPr>
              <a:t>Components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EF4CE90A-C0B9-4342-BF6C-766D39B374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r-FR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031488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pied de page 5">
            <a:extLst>
              <a:ext uri="{FF2B5EF4-FFF2-40B4-BE49-F238E27FC236}">
                <a16:creationId xmlns:a16="http://schemas.microsoft.com/office/drawing/2014/main" id="{70578D5F-6465-4780-BC67-4A5616A81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 dirty="0"/>
              <a:t>Unlocked By | K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76F49A-6A7E-470D-82F5-6D36342DDF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10</a:t>
            </a:fld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C9C685F-33E7-44F5-9E08-33C92172C9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>
                <a:latin typeface="Arial"/>
                <a:cs typeface="Arial"/>
              </a:rPr>
              <a:t>Components</a:t>
            </a:r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1B4020D-2DE6-4B6C-822C-676A9E68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Clean Architecture</a:t>
            </a:r>
            <a:endParaRPr lang="fr-LU" dirty="0"/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44359B76-73FA-7E61-0356-A8E0990028C8}"/>
              </a:ext>
            </a:extLst>
          </p:cNvPr>
          <p:cNvSpPr txBox="1">
            <a:spLocks/>
          </p:cNvSpPr>
          <p:nvPr/>
        </p:nvSpPr>
        <p:spPr>
          <a:xfrm>
            <a:off x="838201" y="1089498"/>
            <a:ext cx="2507702" cy="2735250"/>
          </a:xfrm>
          <a:prstGeom prst="roundRect">
            <a:avLst>
              <a:gd name="adj" fmla="val 4844"/>
            </a:avLst>
          </a:prstGeom>
          <a:solidFill>
            <a:schemeClr val="tx1">
              <a:lumMod val="40000"/>
              <a:lumOff val="60000"/>
            </a:schemeClr>
          </a:solidFill>
          <a:ln w="15875" cap="flat" cmpd="sng" algn="ctr">
            <a:solidFill>
              <a:schemeClr val="accent1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Projects</a:t>
            </a:r>
          </a:p>
        </p:txBody>
      </p:sp>
      <p:sp>
        <p:nvSpPr>
          <p:cNvPr id="11" name="Rectangle à coins arrondis 5">
            <a:extLst>
              <a:ext uri="{FF2B5EF4-FFF2-40B4-BE49-F238E27FC236}">
                <a16:creationId xmlns:a16="http://schemas.microsoft.com/office/drawing/2014/main" id="{9F5C3BB9-73EA-79FA-EB28-5D95103B3316}"/>
              </a:ext>
            </a:extLst>
          </p:cNvPr>
          <p:cNvSpPr/>
          <p:nvPr/>
        </p:nvSpPr>
        <p:spPr>
          <a:xfrm>
            <a:off x="1284537" y="1450324"/>
            <a:ext cx="1675173" cy="368748"/>
          </a:xfrm>
          <a:prstGeom prst="roundRect">
            <a:avLst>
              <a:gd name="adj" fmla="val 1571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noProof="0" dirty="0">
                <a:solidFill>
                  <a:schemeClr val="tx1"/>
                </a:solidFill>
              </a:rPr>
              <a:t>Presentation</a:t>
            </a:r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12" name="Rectangle à coins arrondis 5">
            <a:extLst>
              <a:ext uri="{FF2B5EF4-FFF2-40B4-BE49-F238E27FC236}">
                <a16:creationId xmlns:a16="http://schemas.microsoft.com/office/drawing/2014/main" id="{EC166E4F-4175-35AE-F68C-57E39C4FB011}"/>
              </a:ext>
            </a:extLst>
          </p:cNvPr>
          <p:cNvSpPr/>
          <p:nvPr/>
        </p:nvSpPr>
        <p:spPr>
          <a:xfrm>
            <a:off x="1284538" y="2012539"/>
            <a:ext cx="1675172" cy="368749"/>
          </a:xfrm>
          <a:prstGeom prst="roundRect">
            <a:avLst>
              <a:gd name="adj" fmla="val 1571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Application</a:t>
            </a:r>
          </a:p>
        </p:txBody>
      </p:sp>
      <p:sp>
        <p:nvSpPr>
          <p:cNvPr id="22" name="Rectangle à coins arrondis 5">
            <a:extLst>
              <a:ext uri="{FF2B5EF4-FFF2-40B4-BE49-F238E27FC236}">
                <a16:creationId xmlns:a16="http://schemas.microsoft.com/office/drawing/2014/main" id="{3A196730-5FF0-57C3-83C9-FE054E098369}"/>
              </a:ext>
            </a:extLst>
          </p:cNvPr>
          <p:cNvSpPr/>
          <p:nvPr/>
        </p:nvSpPr>
        <p:spPr>
          <a:xfrm>
            <a:off x="1553748" y="3304329"/>
            <a:ext cx="1127863" cy="368748"/>
          </a:xfrm>
          <a:prstGeom prst="roundRect">
            <a:avLst>
              <a:gd name="adj" fmla="val 1571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Domain</a:t>
            </a:r>
          </a:p>
        </p:txBody>
      </p: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F8AB7FD8-4B3E-37BB-C953-B1AA04E50CCB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5400000">
            <a:off x="2025391" y="1915805"/>
            <a:ext cx="193467" cy="12700"/>
          </a:xfrm>
          <a:prstGeom prst="bentConnector3">
            <a:avLst>
              <a:gd name="adj1" fmla="val 50000"/>
            </a:avLst>
          </a:prstGeom>
          <a:ln w="50800" cap="flat">
            <a:round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916A356B-0432-6392-F536-7CF18853053E}"/>
              </a:ext>
            </a:extLst>
          </p:cNvPr>
          <p:cNvCxnSpPr>
            <a:cxnSpLocks/>
            <a:stCxn id="12" idx="1"/>
            <a:endCxn id="22" idx="1"/>
          </p:cNvCxnSpPr>
          <p:nvPr/>
        </p:nvCxnSpPr>
        <p:spPr>
          <a:xfrm rot="10800000" flipH="1" flipV="1">
            <a:off x="1284538" y="2196913"/>
            <a:ext cx="269210" cy="1291789"/>
          </a:xfrm>
          <a:prstGeom prst="bentConnector3">
            <a:avLst>
              <a:gd name="adj1" fmla="val -37436"/>
            </a:avLst>
          </a:prstGeom>
          <a:ln w="50800" cap="flat">
            <a:round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à coins arrondis 5">
            <a:extLst>
              <a:ext uri="{FF2B5EF4-FFF2-40B4-BE49-F238E27FC236}">
                <a16:creationId xmlns:a16="http://schemas.microsoft.com/office/drawing/2014/main" id="{3068F744-F8AF-78EB-D637-1E5498B11C8A}"/>
              </a:ext>
            </a:extLst>
          </p:cNvPr>
          <p:cNvSpPr/>
          <p:nvPr/>
        </p:nvSpPr>
        <p:spPr>
          <a:xfrm>
            <a:off x="1284536" y="2697951"/>
            <a:ext cx="1675174" cy="368748"/>
          </a:xfrm>
          <a:prstGeom prst="roundRect">
            <a:avLst>
              <a:gd name="adj" fmla="val 1571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tx1"/>
                </a:solidFill>
              </a:rPr>
              <a:t>Infrastructure</a:t>
            </a:r>
          </a:p>
        </p:txBody>
      </p:sp>
      <p:cxnSp>
        <p:nvCxnSpPr>
          <p:cNvPr id="34" name="Connecteur : en angle 33">
            <a:extLst>
              <a:ext uri="{FF2B5EF4-FFF2-40B4-BE49-F238E27FC236}">
                <a16:creationId xmlns:a16="http://schemas.microsoft.com/office/drawing/2014/main" id="{CD30431C-6466-D79E-461F-343A75567534}"/>
              </a:ext>
            </a:extLst>
          </p:cNvPr>
          <p:cNvCxnSpPr>
            <a:cxnSpLocks/>
            <a:stCxn id="12" idx="2"/>
            <a:endCxn id="33" idx="0"/>
          </p:cNvCxnSpPr>
          <p:nvPr/>
        </p:nvCxnSpPr>
        <p:spPr>
          <a:xfrm rot="5400000">
            <a:off x="1963793" y="2539619"/>
            <a:ext cx="316663" cy="1"/>
          </a:xfrm>
          <a:prstGeom prst="bentConnector3">
            <a:avLst>
              <a:gd name="adj1" fmla="val 50000"/>
            </a:avLst>
          </a:prstGeom>
          <a:ln w="50800" cap="flat">
            <a:round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texte 7">
            <a:extLst>
              <a:ext uri="{FF2B5EF4-FFF2-40B4-BE49-F238E27FC236}">
                <a16:creationId xmlns:a16="http://schemas.microsoft.com/office/drawing/2014/main" id="{3E2AE59F-A6F1-C503-0A46-5712BB804070}"/>
              </a:ext>
            </a:extLst>
          </p:cNvPr>
          <p:cNvSpPr txBox="1">
            <a:spLocks/>
          </p:cNvSpPr>
          <p:nvPr/>
        </p:nvSpPr>
        <p:spPr>
          <a:xfrm>
            <a:off x="3517936" y="1089498"/>
            <a:ext cx="3782961" cy="2339502"/>
          </a:xfrm>
          <a:prstGeom prst="roundRect">
            <a:avLst>
              <a:gd name="adj" fmla="val 8471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fr-FR" sz="1800" dirty="0">
                <a:ea typeface="+mn-lt"/>
                <a:cs typeface="+mn-lt"/>
              </a:rPr>
              <a:t>Presentation</a:t>
            </a:r>
            <a:endParaRPr lang="fr-FR" sz="1600" dirty="0">
              <a:ea typeface="+mn-lt"/>
              <a:cs typeface="+mn-lt"/>
            </a:endParaRPr>
          </a:p>
          <a:p>
            <a:pPr marL="72000" indent="0" algn="ctr">
              <a:spcBef>
                <a:spcPts val="600"/>
              </a:spcBef>
              <a:buNone/>
            </a:pPr>
            <a:r>
              <a:rPr lang="en-US" sz="1600" b="0" dirty="0">
                <a:solidFill>
                  <a:schemeClr val="tx2"/>
                </a:solidFill>
              </a:rPr>
              <a:t>User Interface (Si App)</a:t>
            </a:r>
          </a:p>
          <a:p>
            <a:pPr marL="288000" indent="-216000">
              <a:spcBef>
                <a:spcPts val="600"/>
              </a:spcBef>
            </a:pPr>
            <a:r>
              <a:rPr lang="en-US" sz="1600" dirty="0">
                <a:solidFill>
                  <a:schemeClr val="tx2"/>
                </a:solidFill>
              </a:rPr>
              <a:t>Layout.</a:t>
            </a:r>
            <a:r>
              <a:rPr lang="en-US" sz="1600" b="0" dirty="0">
                <a:solidFill>
                  <a:schemeClr val="tx2"/>
                </a:solidFill>
              </a:rPr>
              <a:t> (Si App)</a:t>
            </a:r>
          </a:p>
          <a:p>
            <a:pPr marL="288000" indent="-216000">
              <a:spcBef>
                <a:spcPts val="600"/>
              </a:spcBef>
            </a:pPr>
            <a:r>
              <a:rPr lang="en-US" sz="1600" dirty="0">
                <a:solidFill>
                  <a:schemeClr val="tx2"/>
                </a:solidFill>
              </a:rPr>
              <a:t>Pages / Components.</a:t>
            </a:r>
            <a:r>
              <a:rPr lang="en-US" sz="1600" b="0" dirty="0">
                <a:solidFill>
                  <a:schemeClr val="tx2"/>
                </a:solidFill>
              </a:rPr>
              <a:t> (Si App)</a:t>
            </a:r>
          </a:p>
          <a:p>
            <a:pPr marL="288000" indent="-216000">
              <a:spcBef>
                <a:spcPts val="600"/>
              </a:spcBef>
            </a:pPr>
            <a:r>
              <a:rPr lang="en-US" sz="1600" dirty="0">
                <a:solidFill>
                  <a:schemeClr val="tx2"/>
                </a:solidFill>
              </a:rPr>
              <a:t>Assets.</a:t>
            </a:r>
            <a:r>
              <a:rPr lang="en-US" sz="1600" b="0" dirty="0">
                <a:solidFill>
                  <a:schemeClr val="tx2"/>
                </a:solidFill>
              </a:rPr>
              <a:t> (Css / Js / Icon / Svg…)</a:t>
            </a:r>
          </a:p>
          <a:p>
            <a:pPr marL="288000" indent="-216000">
              <a:spcBef>
                <a:spcPts val="600"/>
              </a:spcBef>
            </a:pPr>
            <a:r>
              <a:rPr lang="en-US" sz="1600" dirty="0">
                <a:solidFill>
                  <a:schemeClr val="tx2"/>
                </a:solidFill>
              </a:rPr>
              <a:t>Middlewares.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90368AB-CD9C-01B3-C4C8-420795040E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472930" y="1089498"/>
            <a:ext cx="3709932" cy="2331115"/>
          </a:xfrm>
          <a:prstGeom prst="roundRect">
            <a:avLst>
              <a:gd name="adj" fmla="val 7864"/>
            </a:avLst>
          </a:prstGeom>
        </p:spPr>
        <p:txBody>
          <a:bodyPr/>
          <a:lstStyle/>
          <a:p>
            <a:pPr marL="0" indent="0" algn="ctr">
              <a:buNone/>
            </a:pPr>
            <a:r>
              <a:rPr lang="en-US" sz="1800" dirty="0">
                <a:ea typeface="+mn-lt"/>
                <a:cs typeface="+mn-lt"/>
              </a:rPr>
              <a:t>Application</a:t>
            </a:r>
            <a:endParaRPr lang="en-US" sz="2000" dirty="0">
              <a:ea typeface="+mn-lt"/>
              <a:cs typeface="+mn-lt"/>
            </a:endParaRPr>
          </a:p>
          <a:p>
            <a:pPr marL="73152" indent="0" algn="ctr">
              <a:spcBef>
                <a:spcPts val="600"/>
              </a:spcBef>
              <a:buNone/>
            </a:pPr>
            <a:r>
              <a:rPr lang="en-US" sz="1600" b="0" dirty="0">
                <a:solidFill>
                  <a:schemeClr val="tx2"/>
                </a:solidFill>
              </a:rPr>
              <a:t>Business Logic</a:t>
            </a:r>
          </a:p>
          <a:p>
            <a:pPr marL="292608" indent="-219456">
              <a:spcBef>
                <a:spcPts val="600"/>
              </a:spcBef>
            </a:pPr>
            <a:r>
              <a:rPr lang="en-US" sz="1600" dirty="0">
                <a:solidFill>
                  <a:schemeClr val="tx2"/>
                </a:solidFill>
              </a:rPr>
              <a:t>Mappers.</a:t>
            </a:r>
          </a:p>
          <a:p>
            <a:pPr marL="292608" indent="-219456">
              <a:spcBef>
                <a:spcPts val="600"/>
              </a:spcBef>
            </a:pPr>
            <a:r>
              <a:rPr lang="en-US" sz="1600" dirty="0">
                <a:solidFill>
                  <a:schemeClr val="tx2"/>
                </a:solidFill>
              </a:rPr>
              <a:t>Dtos.</a:t>
            </a:r>
          </a:p>
          <a:p>
            <a:pPr marL="292608" indent="-219456">
              <a:spcBef>
                <a:spcPts val="600"/>
              </a:spcBef>
            </a:pPr>
            <a:r>
              <a:rPr lang="en-US" sz="1600" dirty="0">
                <a:solidFill>
                  <a:schemeClr val="tx2"/>
                </a:solidFill>
              </a:rPr>
              <a:t>Services.</a:t>
            </a:r>
            <a:r>
              <a:rPr lang="en-US" sz="1600" b="0" dirty="0">
                <a:solidFill>
                  <a:schemeClr val="tx2"/>
                </a:solidFill>
              </a:rPr>
              <a:t> Middleware</a:t>
            </a:r>
          </a:p>
          <a:p>
            <a:pPr marL="292608" indent="-219456">
              <a:spcBef>
                <a:spcPts val="600"/>
              </a:spcBef>
            </a:pPr>
            <a:r>
              <a:rPr lang="en-US" sz="1600" dirty="0">
                <a:solidFill>
                  <a:schemeClr val="tx2"/>
                </a:solidFill>
              </a:rPr>
              <a:t>Validators.</a:t>
            </a:r>
          </a:p>
        </p:txBody>
      </p:sp>
      <p:sp>
        <p:nvSpPr>
          <p:cNvPr id="25" name="Espace réservé du texte 7">
            <a:extLst>
              <a:ext uri="{FF2B5EF4-FFF2-40B4-BE49-F238E27FC236}">
                <a16:creationId xmlns:a16="http://schemas.microsoft.com/office/drawing/2014/main" id="{0A576673-9D67-A804-CA78-9D9273D501FF}"/>
              </a:ext>
            </a:extLst>
          </p:cNvPr>
          <p:cNvSpPr txBox="1">
            <a:spLocks/>
          </p:cNvSpPr>
          <p:nvPr/>
        </p:nvSpPr>
        <p:spPr>
          <a:xfrm>
            <a:off x="3517936" y="3635170"/>
            <a:ext cx="3782961" cy="2339502"/>
          </a:xfrm>
          <a:prstGeom prst="roundRect">
            <a:avLst>
              <a:gd name="adj" fmla="val 891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fr-FR" sz="1800" dirty="0">
                <a:ea typeface="+mn-lt"/>
                <a:cs typeface="+mn-lt"/>
              </a:rPr>
              <a:t>Domain</a:t>
            </a:r>
            <a:endParaRPr lang="fr-FR" sz="1600" dirty="0">
              <a:ea typeface="+mn-lt"/>
              <a:cs typeface="+mn-lt"/>
            </a:endParaRPr>
          </a:p>
          <a:p>
            <a:pPr marL="72000" indent="0" algn="ctr">
              <a:spcBef>
                <a:spcPts val="600"/>
              </a:spcBef>
              <a:buNone/>
            </a:pPr>
            <a:r>
              <a:rPr lang="en-US" sz="1600" b="0" dirty="0">
                <a:solidFill>
                  <a:schemeClr val="tx2"/>
                </a:solidFill>
              </a:rPr>
              <a:t>Coeur de l’application</a:t>
            </a:r>
          </a:p>
          <a:p>
            <a:pPr marL="288000" indent="-216000">
              <a:spcBef>
                <a:spcPts val="600"/>
              </a:spcBef>
            </a:pPr>
            <a:r>
              <a:rPr lang="en-US" sz="1600" dirty="0">
                <a:solidFill>
                  <a:schemeClr val="tx2"/>
                </a:solidFill>
              </a:rPr>
              <a:t>Attributes.</a:t>
            </a:r>
          </a:p>
          <a:p>
            <a:pPr marL="288000" indent="-216000">
              <a:spcBef>
                <a:spcPts val="600"/>
              </a:spcBef>
            </a:pPr>
            <a:r>
              <a:rPr lang="en-US" sz="1600" dirty="0">
                <a:solidFill>
                  <a:schemeClr val="tx2"/>
                </a:solidFill>
              </a:rPr>
              <a:t>Configuration. </a:t>
            </a:r>
            <a:r>
              <a:rPr lang="en-US" sz="1600" b="0" dirty="0">
                <a:solidFill>
                  <a:schemeClr val="tx2"/>
                </a:solidFill>
              </a:rPr>
              <a:t>Conf model</a:t>
            </a:r>
          </a:p>
          <a:p>
            <a:pPr marL="288000" indent="-216000">
              <a:spcBef>
                <a:spcPts val="600"/>
              </a:spcBef>
            </a:pPr>
            <a:r>
              <a:rPr lang="en-US" sz="1600" dirty="0">
                <a:solidFill>
                  <a:schemeClr val="tx2"/>
                </a:solidFill>
              </a:rPr>
              <a:t>Enums.</a:t>
            </a:r>
            <a:r>
              <a:rPr lang="en-US" sz="1600" b="0" dirty="0">
                <a:solidFill>
                  <a:schemeClr val="tx2"/>
                </a:solidFill>
              </a:rPr>
              <a:t> (avec Extensions)</a:t>
            </a:r>
          </a:p>
          <a:p>
            <a:pPr marL="288000" indent="-216000">
              <a:spcBef>
                <a:spcPts val="600"/>
              </a:spcBef>
            </a:pPr>
            <a:r>
              <a:rPr lang="en-US" sz="1600" dirty="0">
                <a:solidFill>
                  <a:schemeClr val="tx2"/>
                </a:solidFill>
              </a:rPr>
              <a:t>Entities.</a:t>
            </a:r>
            <a:r>
              <a:rPr lang="en-US" sz="1600" b="0" dirty="0">
                <a:solidFill>
                  <a:schemeClr val="tx2"/>
                </a:solidFill>
              </a:rPr>
              <a:t> (Si Api)</a:t>
            </a:r>
          </a:p>
          <a:p>
            <a:pPr marL="288000" indent="-216000">
              <a:spcBef>
                <a:spcPts val="600"/>
              </a:spcBef>
            </a:pPr>
            <a:r>
              <a:rPr lang="en-US" sz="1600" dirty="0">
                <a:solidFill>
                  <a:schemeClr val="tx2"/>
                </a:solidFill>
              </a:rPr>
              <a:t>Exceptions.</a:t>
            </a:r>
          </a:p>
          <a:p>
            <a:pPr marL="288000" indent="-216000">
              <a:spcBef>
                <a:spcPts val="0"/>
              </a:spcBef>
            </a:pPr>
            <a:endParaRPr lang="en-US" sz="1400" b="0" dirty="0">
              <a:solidFill>
                <a:schemeClr val="tx2"/>
              </a:solidFill>
            </a:endParaRP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4DD310C5-7236-2F84-CA3F-F5C90094316D}"/>
              </a:ext>
            </a:extLst>
          </p:cNvPr>
          <p:cNvSpPr txBox="1">
            <a:spLocks/>
          </p:cNvSpPr>
          <p:nvPr/>
        </p:nvSpPr>
        <p:spPr>
          <a:xfrm>
            <a:off x="7472929" y="3635171"/>
            <a:ext cx="3709933" cy="2331116"/>
          </a:xfrm>
          <a:prstGeom prst="roundRect">
            <a:avLst>
              <a:gd name="adj" fmla="val 742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1800" dirty="0">
                <a:ea typeface="+mn-lt"/>
                <a:cs typeface="+mn-lt"/>
              </a:rPr>
              <a:t>Infrastructure</a:t>
            </a:r>
            <a:endParaRPr lang="fr-FR" dirty="0">
              <a:ea typeface="+mn-lt"/>
              <a:cs typeface="+mn-lt"/>
            </a:endParaRPr>
          </a:p>
          <a:p>
            <a:pPr marL="73152" indent="0" algn="ctr">
              <a:spcBef>
                <a:spcPts val="600"/>
              </a:spcBef>
              <a:buNone/>
            </a:pPr>
            <a:r>
              <a:rPr lang="en-US" sz="1600" b="0" dirty="0">
                <a:solidFill>
                  <a:schemeClr val="tx2"/>
                </a:solidFill>
              </a:rPr>
              <a:t>External </a:t>
            </a:r>
            <a:r>
              <a:rPr lang="fr-FR" sz="1600" b="0" dirty="0">
                <a:solidFill>
                  <a:schemeClr val="tx2"/>
                </a:solidFill>
              </a:rPr>
              <a:t>components in interaction</a:t>
            </a:r>
          </a:p>
          <a:p>
            <a:pPr marL="292608" indent="-219456">
              <a:spcBef>
                <a:spcPts val="600"/>
              </a:spcBef>
            </a:pPr>
            <a:r>
              <a:rPr lang="fr-FR" sz="1600" dirty="0">
                <a:solidFill>
                  <a:schemeClr val="tx2"/>
                </a:solidFill>
              </a:rPr>
              <a:t>HttpClients.</a:t>
            </a:r>
            <a:r>
              <a:rPr lang="fr-FR" sz="1600" b="0" dirty="0">
                <a:solidFill>
                  <a:schemeClr val="tx2"/>
                </a:solidFill>
              </a:rPr>
              <a:t> Apis</a:t>
            </a:r>
          </a:p>
          <a:p>
            <a:pPr marL="292608" indent="-219456">
              <a:spcBef>
                <a:spcPts val="600"/>
              </a:spcBef>
            </a:pPr>
            <a:r>
              <a:rPr lang="fr-FR" sz="1600" dirty="0">
                <a:solidFill>
                  <a:schemeClr val="tx2"/>
                </a:solidFill>
              </a:rPr>
              <a:t>HttpHandlers.</a:t>
            </a:r>
            <a:r>
              <a:rPr lang="fr-FR" sz="1600" b="0" dirty="0">
                <a:solidFill>
                  <a:schemeClr val="tx2"/>
                </a:solidFill>
              </a:rPr>
              <a:t> </a:t>
            </a:r>
            <a:r>
              <a:rPr lang="en-US" sz="1600" b="0" dirty="0">
                <a:solidFill>
                  <a:schemeClr val="tx2"/>
                </a:solidFill>
              </a:rPr>
              <a:t>Middleware</a:t>
            </a:r>
          </a:p>
          <a:p>
            <a:pPr marL="292608" indent="-219456">
              <a:spcBef>
                <a:spcPts val="600"/>
              </a:spcBef>
            </a:pPr>
            <a:r>
              <a:rPr lang="fr-FR" sz="1600" dirty="0">
                <a:solidFill>
                  <a:schemeClr val="tx2"/>
                </a:solidFill>
              </a:rPr>
              <a:t>Consumer. </a:t>
            </a:r>
            <a:r>
              <a:rPr lang="fr-FR" sz="1600" b="0" dirty="0">
                <a:solidFill>
                  <a:schemeClr val="tx2"/>
                </a:solidFill>
              </a:rPr>
              <a:t>Message Broker (Kafka)</a:t>
            </a:r>
          </a:p>
        </p:txBody>
      </p:sp>
      <p:cxnSp>
        <p:nvCxnSpPr>
          <p:cNvPr id="29" name="Connecteur : en angle 33">
            <a:extLst>
              <a:ext uri="{FF2B5EF4-FFF2-40B4-BE49-F238E27FC236}">
                <a16:creationId xmlns:a16="http://schemas.microsoft.com/office/drawing/2014/main" id="{0D437B96-F8AC-F53F-B2A8-BCDEDC930293}"/>
              </a:ext>
            </a:extLst>
          </p:cNvPr>
          <p:cNvCxnSpPr>
            <a:cxnSpLocks/>
            <a:stCxn id="33" idx="2"/>
            <a:endCxn id="22" idx="0"/>
          </p:cNvCxnSpPr>
          <p:nvPr/>
        </p:nvCxnSpPr>
        <p:spPr>
          <a:xfrm rot="5400000">
            <a:off x="2001087" y="3183293"/>
            <a:ext cx="237630" cy="4443"/>
          </a:xfrm>
          <a:prstGeom prst="bentConnector3">
            <a:avLst>
              <a:gd name="adj1" fmla="val 50000"/>
            </a:avLst>
          </a:prstGeom>
          <a:ln w="50800" cap="flat">
            <a:round/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A16815C1-A465-85BE-AB74-8EF259AF3165}"/>
              </a:ext>
            </a:extLst>
          </p:cNvPr>
          <p:cNvSpPr txBox="1">
            <a:spLocks/>
          </p:cNvSpPr>
          <p:nvPr/>
        </p:nvSpPr>
        <p:spPr>
          <a:xfrm>
            <a:off x="838200" y="3989741"/>
            <a:ext cx="2507704" cy="1981748"/>
          </a:xfrm>
          <a:prstGeom prst="roundRect">
            <a:avLst>
              <a:gd name="adj" fmla="val 8916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 anchor="t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fr-FR" sz="1800" dirty="0">
                <a:highlight>
                  <a:srgbClr val="FFFF00"/>
                </a:highlight>
                <a:ea typeface="+mn-lt"/>
                <a:cs typeface="+mn-lt"/>
              </a:rPr>
              <a:t>Code Organisation</a:t>
            </a:r>
            <a:endParaRPr lang="fr-FR" sz="1600" dirty="0">
              <a:highlight>
                <a:srgbClr val="FFFF00"/>
              </a:highlight>
              <a:ea typeface="+mn-lt"/>
              <a:cs typeface="+mn-lt"/>
            </a:endParaRPr>
          </a:p>
          <a:p>
            <a:pPr marL="288000" lvl="1" indent="-216000">
              <a:spcBef>
                <a:spcPts val="600"/>
              </a:spcBef>
            </a:pPr>
            <a:r>
              <a:rPr lang="fr-FR" sz="1600" b="0" dirty="0">
                <a:ea typeface="+mn-lt"/>
                <a:cs typeface="+mn-lt"/>
              </a:rPr>
              <a:t>1 dossier / </a:t>
            </a:r>
            <a:r>
              <a:rPr lang="fr-FR" sz="1600" b="0" dirty="0" err="1">
                <a:ea typeface="+mn-lt"/>
                <a:cs typeface="+mn-lt"/>
              </a:rPr>
              <a:t>feature</a:t>
            </a:r>
            <a:endParaRPr lang="fr-FR" sz="1600" b="0" dirty="0">
              <a:ea typeface="+mn-lt"/>
              <a:cs typeface="+mn-lt"/>
            </a:endParaRPr>
          </a:p>
          <a:p>
            <a:pPr marL="288000" lvl="1" indent="-216000">
              <a:spcBef>
                <a:spcPts val="600"/>
              </a:spcBef>
            </a:pPr>
            <a:r>
              <a:rPr lang="fr-FR" sz="1600" b="0" dirty="0">
                <a:ea typeface="+mn-lt"/>
                <a:cs typeface="+mn-lt"/>
              </a:rPr>
              <a:t>1 fichier / classe</a:t>
            </a:r>
          </a:p>
          <a:p>
            <a:pPr marL="288000" lvl="1" indent="-216000">
              <a:spcBef>
                <a:spcPts val="600"/>
              </a:spcBef>
            </a:pPr>
            <a:r>
              <a:rPr lang="fr-FR" sz="1600" b="0" dirty="0">
                <a:ea typeface="+mn-lt"/>
                <a:cs typeface="+mn-lt"/>
              </a:rPr>
              <a:t>Le contenu de la solution </a:t>
            </a:r>
            <a:r>
              <a:rPr lang="fr-FR" sz="1600" b="0" dirty="0" err="1">
                <a:ea typeface="+mn-lt"/>
                <a:cs typeface="+mn-lt"/>
              </a:rPr>
              <a:t>VisualStudio</a:t>
            </a:r>
            <a:r>
              <a:rPr lang="fr-FR" sz="1600" b="0" dirty="0">
                <a:ea typeface="+mn-lt"/>
                <a:cs typeface="+mn-lt"/>
              </a:rPr>
              <a:t> est sync avec les dossiers &amp; </a:t>
            </a:r>
            <a:r>
              <a:rPr lang="fr-FR" sz="1600" b="0">
                <a:ea typeface="+mn-lt"/>
                <a:cs typeface="+mn-lt"/>
              </a:rPr>
              <a:t>fichiers réels </a:t>
            </a:r>
            <a:endParaRPr lang="fr-FR" sz="1600" b="0" dirty="0">
              <a:ea typeface="+mn-lt"/>
              <a:cs typeface="+mn-lt"/>
            </a:endParaRPr>
          </a:p>
          <a:p>
            <a:pPr marL="288000" indent="-216000">
              <a:spcBef>
                <a:spcPts val="0"/>
              </a:spcBef>
            </a:pPr>
            <a:endParaRPr lang="en-US" sz="14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47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76F49A-6A7E-470D-82F5-6D36342DDF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11</a:t>
            </a:fld>
            <a:endParaRPr lang="fr-FR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97AE6FE-5EE5-CA1C-4DD0-B67C6A19747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8200" y="1089499"/>
            <a:ext cx="7047271" cy="1638642"/>
          </a:xfrm>
          <a:prstGeom prst="roundRect">
            <a:avLst>
              <a:gd name="adj" fmla="val 11863"/>
            </a:avLst>
          </a:prstGeom>
        </p:spPr>
        <p:txBody>
          <a:bodyPr/>
          <a:lstStyle/>
          <a:p>
            <a:pPr marL="72000" indent="0" algn="ctr">
              <a:spcBef>
                <a:spcPts val="300"/>
              </a:spcBef>
              <a:buNone/>
            </a:pPr>
            <a:r>
              <a:rPr lang="fr-FR" dirty="0"/>
              <a:t>Stratégie de </a:t>
            </a:r>
            <a:r>
              <a:rPr lang="fr-FR" dirty="0" err="1"/>
              <a:t>sync</a:t>
            </a:r>
            <a:r>
              <a:rPr lang="fr-FR" dirty="0"/>
              <a:t> App-Api</a:t>
            </a:r>
          </a:p>
          <a:p>
            <a:pPr marL="360000" lvl="1" indent="0">
              <a:spcBef>
                <a:spcPts val="300"/>
              </a:spcBef>
              <a:buNone/>
            </a:pPr>
            <a:r>
              <a:rPr lang="fr-FR" dirty="0">
                <a:ea typeface="+mn-lt"/>
                <a:cs typeface="+mn-lt"/>
              </a:rPr>
              <a:t>Optimiste. </a:t>
            </a:r>
            <a:r>
              <a:rPr lang="fr-FR" b="0" dirty="0">
                <a:ea typeface="+mn-lt"/>
                <a:cs typeface="+mn-lt"/>
              </a:rPr>
              <a:t>Maj Ui avant rep Api</a:t>
            </a:r>
          </a:p>
          <a:p>
            <a:pPr marL="504000" lvl="1" indent="-144000">
              <a:spcBef>
                <a:spcPts val="300"/>
              </a:spcBef>
            </a:pPr>
            <a:r>
              <a:rPr lang="fr-FR" dirty="0">
                <a:solidFill>
                  <a:schemeClr val="tx2"/>
                </a:solidFill>
                <a:ea typeface="+mn-lt"/>
                <a:cs typeface="+mn-lt"/>
              </a:rPr>
              <a:t>+ Sur. </a:t>
            </a:r>
            <a:r>
              <a:rPr lang="fr-FR" b="0" dirty="0">
                <a:ea typeface="+mn-lt"/>
                <a:cs typeface="+mn-lt"/>
              </a:rPr>
              <a:t>Maj Ui quand Api a répondu</a:t>
            </a:r>
          </a:p>
          <a:p>
            <a:pPr marL="504000" lvl="1" indent="-144000">
              <a:spcBef>
                <a:spcPts val="300"/>
              </a:spcBef>
            </a:pPr>
            <a:r>
              <a:rPr lang="fr-FR" b="0" dirty="0">
                <a:solidFill>
                  <a:schemeClr val="tx2"/>
                </a:solidFill>
                <a:ea typeface="+mn-lt"/>
                <a:cs typeface="+mn-lt"/>
              </a:rPr>
              <a:t>Choisir selon la sensibilité de l’info (coordonnée fusée vs nom user)</a:t>
            </a:r>
            <a:endParaRPr lang="en-US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C9C685F-33E7-44F5-9E08-33C92172C9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>
                <a:latin typeface="Arial"/>
                <a:cs typeface="Arial"/>
              </a:rPr>
              <a:t>Components</a:t>
            </a:r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1B4020D-2DE6-4B6C-822C-676A9E68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 &amp; Api | Commun</a:t>
            </a:r>
            <a:endParaRPr lang="fr-LU" dirty="0"/>
          </a:p>
        </p:txBody>
      </p:sp>
      <p:sp>
        <p:nvSpPr>
          <p:cNvPr id="14" name="Espace réservé du pied de page 5">
            <a:extLst>
              <a:ext uri="{FF2B5EF4-FFF2-40B4-BE49-F238E27FC236}">
                <a16:creationId xmlns:a16="http://schemas.microsoft.com/office/drawing/2014/main" id="{70578D5F-6465-4780-BC67-4A5616A81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 dirty="0"/>
              <a:t>Unlocked By | K</a:t>
            </a:r>
            <a:endParaRPr lang="fr-FR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9E7F5667-2B5E-8238-34C4-F2DF22D4244A}"/>
              </a:ext>
            </a:extLst>
          </p:cNvPr>
          <p:cNvSpPr txBox="1">
            <a:spLocks/>
          </p:cNvSpPr>
          <p:nvPr/>
        </p:nvSpPr>
        <p:spPr>
          <a:xfrm>
            <a:off x="838199" y="2877290"/>
            <a:ext cx="3527324" cy="1441767"/>
          </a:xfrm>
          <a:prstGeom prst="roundRect">
            <a:avLst>
              <a:gd name="adj" fmla="val 12529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Environnement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Les Env. Dev, Int, Acc, Prd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Identifier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l’Env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d’execution</a:t>
            </a:r>
            <a:endParaRPr lang="en-US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Activer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un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traitement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spécifique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selon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l’env</a:t>
            </a:r>
            <a:endParaRPr lang="fr-FR" sz="1400" b="0" dirty="0">
              <a:solidFill>
                <a:schemeClr val="tx2"/>
              </a:solidFill>
              <a:ea typeface="+mn-lt"/>
              <a:cs typeface="+mn-lt"/>
            </a:endParaRP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18433FD8-548A-1799-E7E9-FBAE9585647C}"/>
              </a:ext>
            </a:extLst>
          </p:cNvPr>
          <p:cNvSpPr txBox="1">
            <a:spLocks/>
          </p:cNvSpPr>
          <p:nvPr/>
        </p:nvSpPr>
        <p:spPr>
          <a:xfrm>
            <a:off x="4552336" y="2876606"/>
            <a:ext cx="3274143" cy="3101995"/>
          </a:xfrm>
          <a:prstGeom prst="roundRect">
            <a:avLst>
              <a:gd name="adj" fmla="val 8877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Logging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Ecrire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l’execution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du code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permettant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une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alalyse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en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cas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de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dysfonctionnement</a:t>
            </a:r>
            <a:endParaRPr lang="en-US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Gérer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des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niveaux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de log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, plusieurs supports d’écriture (</a:t>
            </a:r>
            <a:r>
              <a:rPr lang="fr-FR" sz="1400" b="0" dirty="0" err="1">
                <a:solidFill>
                  <a:schemeClr val="tx2"/>
                </a:solidFill>
                <a:ea typeface="+mn-lt"/>
                <a:cs typeface="+mn-lt"/>
              </a:rPr>
              <a:t>Kibana</a:t>
            </a:r>
            <a:r>
              <a:rPr lang="fr-FR" sz="1400" b="0" dirty="0">
                <a:solidFill>
                  <a:schemeClr val="tx2"/>
                </a:solidFill>
                <a:ea typeface="+mn-lt"/>
                <a:cs typeface="+mn-lt"/>
              </a:rPr>
              <a:t>, File, Console)</a:t>
            </a:r>
            <a:endParaRPr lang="en-US" sz="1400" b="0" dirty="0">
              <a:solidFill>
                <a:schemeClr val="tx2"/>
              </a:solidFill>
              <a:ea typeface="+mn-lt"/>
              <a:cs typeface="+mn-lt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AFD2BC4-3D21-EE08-C10D-A69D377131AA}"/>
              </a:ext>
            </a:extLst>
          </p:cNvPr>
          <p:cNvSpPr txBox="1">
            <a:spLocks/>
          </p:cNvSpPr>
          <p:nvPr/>
        </p:nvSpPr>
        <p:spPr>
          <a:xfrm>
            <a:off x="838200" y="4473678"/>
            <a:ext cx="3527324" cy="1504923"/>
          </a:xfrm>
          <a:prstGeom prst="roundRect">
            <a:avLst>
              <a:gd name="adj" fmla="val 13315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ErrorHandling.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Que fait le program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lorsqu’il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rencontre un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erreur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Quel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type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d’erreur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(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Metier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/ Technique), quell format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d’émission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(Exception, Http Error)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4EFE48E-9585-259B-851B-60DCCA8F6F10}"/>
              </a:ext>
            </a:extLst>
          </p:cNvPr>
          <p:cNvSpPr txBox="1">
            <a:spLocks/>
          </p:cNvSpPr>
          <p:nvPr/>
        </p:nvSpPr>
        <p:spPr>
          <a:xfrm>
            <a:off x="8061226" y="4038462"/>
            <a:ext cx="3219547" cy="1940139"/>
          </a:xfrm>
          <a:prstGeom prst="roundRect">
            <a:avLst>
              <a:gd name="adj" fmla="val 13315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 err="1"/>
              <a:t>DataModeling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Entity.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Objet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dans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une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base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donnée</a:t>
            </a:r>
            <a:endParaRPr lang="en-US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Dto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.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Objet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de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transfert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inter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système</a:t>
            </a:r>
            <a:endParaRPr lang="en-US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Préférer</a:t>
            </a: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 la composition à </a:t>
            </a:r>
            <a:r>
              <a:rPr lang="en-US" sz="1400" b="0" dirty="0" err="1">
                <a:solidFill>
                  <a:schemeClr val="tx2"/>
                </a:solidFill>
                <a:ea typeface="+mn-lt"/>
                <a:cs typeface="+mn-lt"/>
              </a:rPr>
              <a:t>l’heritage</a:t>
            </a:r>
            <a:endParaRPr lang="en-US" sz="1400" b="0" dirty="0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200" b="0" dirty="0"/>
              <a:t>Identifiant d’un objet : un Id, type 'string’ Vs « </a:t>
            </a:r>
            <a:r>
              <a:rPr lang="fr-FR" sz="1200" b="0" dirty="0" err="1"/>
              <a:t>Guid</a:t>
            </a:r>
            <a:r>
              <a:rPr lang="fr-FR" sz="1200" b="0" dirty="0"/>
              <a:t> » Vs « </a:t>
            </a:r>
            <a:r>
              <a:rPr lang="fr-FR" sz="1200" b="0" dirty="0" err="1"/>
              <a:t>Number</a:t>
            </a:r>
            <a:r>
              <a:rPr lang="fr-FR" sz="1200" b="0" dirty="0"/>
              <a:t> » ?</a:t>
            </a:r>
            <a:br>
              <a:rPr lang="en-US" sz="1200" dirty="0"/>
            </a:br>
            <a:endParaRPr lang="en-US" sz="12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b="0" dirty="0">
              <a:solidFill>
                <a:schemeClr val="tx2"/>
              </a:solidFill>
              <a:ea typeface="+mn-lt"/>
              <a:cs typeface="+mn-lt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E57FA8B-662D-8680-8708-D0A275A0DD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061227" y="1089499"/>
            <a:ext cx="3219547" cy="163864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Validation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485A2950-1AE5-0212-6E63-66B7604EE028}"/>
              </a:ext>
            </a:extLst>
          </p:cNvPr>
          <p:cNvSpPr txBox="1">
            <a:spLocks/>
          </p:cNvSpPr>
          <p:nvPr/>
        </p:nvSpPr>
        <p:spPr>
          <a:xfrm>
            <a:off x="8061227" y="2833700"/>
            <a:ext cx="3219547" cy="1099203"/>
          </a:xfrm>
          <a:prstGeom prst="roundRect">
            <a:avLst>
              <a:gd name="adj" fmla="val 13315"/>
            </a:avLst>
          </a:prstGeom>
          <a:ln w="15875">
            <a:solidFill>
              <a:schemeClr val="accent1"/>
            </a:solidFill>
          </a:ln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3600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fr-FR" sz="1400" b="1" kern="1200" dirty="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2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30000" indent="-27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Configuration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0" dirty="0">
                <a:solidFill>
                  <a:schemeClr val="tx2"/>
                </a:solidFill>
                <a:ea typeface="+mn-lt"/>
                <a:cs typeface="+mn-lt"/>
              </a:rPr>
              <a:t>Todo</a:t>
            </a:r>
            <a:endParaRPr lang="en-US" sz="12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b="0" dirty="0">
              <a:solidFill>
                <a:schemeClr val="tx2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6812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76F49A-6A7E-470D-82F5-6D36342DDF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0CC5-784E-4B7E-B9F4-EE71C08DA69C}" type="slidenum">
              <a:rPr lang="fr-FR" smtClean="0"/>
              <a:t>12</a:t>
            </a:fld>
            <a:endParaRPr lang="fr-FR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1078451-11F9-0E15-718A-3CF3E289D84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err="1"/>
              <a:t>App.Specific</a:t>
            </a:r>
            <a:endParaRPr lang="en-US" dirty="0"/>
          </a:p>
          <a:p>
            <a:pPr marL="216000" indent="-144000">
              <a:spcBef>
                <a:spcPts val="300"/>
              </a:spcBef>
            </a:pPr>
            <a:r>
              <a:rPr lang="fr-FR" dirty="0" err="1">
                <a:solidFill>
                  <a:schemeClr val="tx2"/>
                </a:solidFill>
                <a:ea typeface="+mn-lt"/>
                <a:cs typeface="+mn-lt"/>
              </a:rPr>
              <a:t>Ui.Components</a:t>
            </a:r>
            <a:r>
              <a:rPr lang="fr-FR" dirty="0">
                <a:solidFill>
                  <a:schemeClr val="tx2"/>
                </a:solidFill>
                <a:ea typeface="+mn-lt"/>
                <a:cs typeface="+mn-lt"/>
              </a:rPr>
              <a:t>.</a:t>
            </a:r>
            <a:endParaRPr lang="fr-FR" sz="2000" b="0" dirty="0">
              <a:solidFill>
                <a:schemeClr val="tx2"/>
              </a:solidFill>
              <a:ea typeface="+mn-lt"/>
              <a:cs typeface="+mn-lt"/>
            </a:endParaRPr>
          </a:p>
          <a:p>
            <a:endParaRPr lang="en-US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C9C685F-33E7-44F5-9E08-33C92172C9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>
                <a:latin typeface="Arial"/>
                <a:cs typeface="Arial"/>
              </a:rPr>
              <a:t>Components</a:t>
            </a:r>
            <a:endParaRPr lang="fr-FR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8E4BF1B-F213-B512-4881-8884F34B53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dirty="0" err="1"/>
              <a:t>Api.Specific</a:t>
            </a:r>
            <a:endParaRPr lang="en-US" dirty="0"/>
          </a:p>
          <a:p>
            <a:pPr marL="216000" indent="-144000">
              <a:spcBef>
                <a:spcPts val="300"/>
              </a:spcBef>
            </a:pPr>
            <a:r>
              <a:rPr lang="fr-FR" dirty="0">
                <a:solidFill>
                  <a:schemeClr val="tx2"/>
                </a:solidFill>
                <a:ea typeface="+mn-lt"/>
                <a:cs typeface="+mn-lt"/>
              </a:rPr>
              <a:t>Http </a:t>
            </a:r>
            <a:r>
              <a:rPr lang="fr-FR" b="0" dirty="0">
                <a:solidFill>
                  <a:schemeClr val="tx2"/>
                </a:solidFill>
                <a:ea typeface="+mn-lt"/>
                <a:cs typeface="+mn-lt"/>
              </a:rPr>
              <a:t>– </a:t>
            </a:r>
            <a:r>
              <a:rPr lang="fr-FR" b="0" dirty="0" err="1">
                <a:solidFill>
                  <a:schemeClr val="tx2"/>
                </a:solidFill>
                <a:ea typeface="+mn-lt"/>
                <a:cs typeface="+mn-lt"/>
              </a:rPr>
              <a:t>Delete</a:t>
            </a:r>
            <a:r>
              <a:rPr lang="fr-FR" b="0" dirty="0">
                <a:solidFill>
                  <a:schemeClr val="tx2"/>
                </a:solidFill>
                <a:ea typeface="+mn-lt"/>
                <a:cs typeface="+mn-lt"/>
              </a:rPr>
              <a:t> 204, </a:t>
            </a:r>
            <a:r>
              <a:rPr lang="fr-FR" b="0" dirty="0" err="1">
                <a:solidFill>
                  <a:schemeClr val="tx2"/>
                </a:solidFill>
                <a:ea typeface="+mn-lt"/>
                <a:cs typeface="+mn-lt"/>
              </a:rPr>
              <a:t>Get</a:t>
            </a:r>
            <a:r>
              <a:rPr lang="fr-FR" b="0" dirty="0">
                <a:solidFill>
                  <a:schemeClr val="tx2"/>
                </a:solidFill>
                <a:ea typeface="+mn-lt"/>
                <a:cs typeface="+mn-lt"/>
              </a:rPr>
              <a:t> 200, Put</a:t>
            </a:r>
          </a:p>
          <a:p>
            <a:pPr marL="216000" indent="-144000">
              <a:spcBef>
                <a:spcPts val="300"/>
              </a:spcBef>
            </a:pPr>
            <a:r>
              <a:rPr lang="fr-FR" dirty="0">
                <a:solidFill>
                  <a:schemeClr val="tx2"/>
                </a:solidFill>
                <a:ea typeface="+mn-lt"/>
                <a:cs typeface="+mn-lt"/>
              </a:rPr>
              <a:t>Definition. </a:t>
            </a:r>
            <a:r>
              <a:rPr lang="fr-FR" b="0" dirty="0">
                <a:solidFill>
                  <a:schemeClr val="tx2"/>
                </a:solidFill>
                <a:ea typeface="+mn-lt"/>
                <a:cs typeface="+mn-lt"/>
              </a:rPr>
              <a:t>SwaggerUi / SwaggerGen</a:t>
            </a:r>
            <a:endParaRPr lang="fr-FR" dirty="0">
              <a:solidFill>
                <a:schemeClr val="tx2"/>
              </a:solidFill>
              <a:ea typeface="+mn-lt"/>
              <a:cs typeface="+mn-lt"/>
            </a:endParaRPr>
          </a:p>
          <a:p>
            <a:pPr marL="216000" indent="-144000">
              <a:spcBef>
                <a:spcPts val="300"/>
              </a:spcBef>
            </a:pPr>
            <a:r>
              <a:rPr lang="fr-FR" dirty="0" err="1">
                <a:solidFill>
                  <a:schemeClr val="tx2"/>
                </a:solidFill>
                <a:ea typeface="+mn-lt"/>
                <a:cs typeface="+mn-lt"/>
              </a:rPr>
              <a:t>Endpoints</a:t>
            </a:r>
            <a:endParaRPr lang="fr-FR" dirty="0">
              <a:solidFill>
                <a:schemeClr val="tx2"/>
              </a:solidFill>
              <a:ea typeface="+mn-lt"/>
              <a:cs typeface="+mn-lt"/>
            </a:endParaRPr>
          </a:p>
          <a:p>
            <a:pPr marL="504000" lvl="1" indent="-144000">
              <a:spcBef>
                <a:spcPts val="300"/>
              </a:spcBef>
            </a:pPr>
            <a:r>
              <a:rPr lang="fr-FR" b="0" dirty="0">
                <a:ea typeface="+mn-lt"/>
                <a:cs typeface="+mn-lt"/>
              </a:rPr>
              <a:t>Tout ce qui est créé/modifié doit être retournée (Pourquoi ?)</a:t>
            </a:r>
            <a:endParaRPr lang="en-US" dirty="0"/>
          </a:p>
          <a:p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1B4020D-2DE6-4B6C-822C-676A9E68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 &amp; Api</a:t>
            </a:r>
            <a:endParaRPr lang="fr-LU" dirty="0"/>
          </a:p>
        </p:txBody>
      </p:sp>
      <p:sp>
        <p:nvSpPr>
          <p:cNvPr id="14" name="Espace réservé du pied de page 5">
            <a:extLst>
              <a:ext uri="{FF2B5EF4-FFF2-40B4-BE49-F238E27FC236}">
                <a16:creationId xmlns:a16="http://schemas.microsoft.com/office/drawing/2014/main" id="{70578D5F-6465-4780-BC67-4A5616A81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oundRect">
            <a:avLst>
              <a:gd name="adj" fmla="val 33687"/>
            </a:avLst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lang="fr-FR" sz="1400" b="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LU" dirty="0"/>
              <a:t>Unlocked By | K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8052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669000"/>
      </p:ext>
    </p:extLst>
  </p:cSld>
  <p:clrMapOvr>
    <a:masterClrMapping/>
  </p:clrMapOvr>
</p:sld>
</file>

<file path=ppt/theme/theme1.xml><?xml version="1.0" encoding="utf-8"?>
<a:theme xmlns:a="http://schemas.openxmlformats.org/drawingml/2006/main" name="KGT_PPT_Theme_New">
  <a:themeElements>
    <a:clrScheme name="KGT_Color">
      <a:dk1>
        <a:srgbClr val="2C11D0"/>
      </a:dk1>
      <a:lt1>
        <a:srgbClr val="FFFFFF"/>
      </a:lt1>
      <a:dk2>
        <a:srgbClr val="0070C0"/>
      </a:dk2>
      <a:lt2>
        <a:srgbClr val="E7E6E6"/>
      </a:lt2>
      <a:accent1>
        <a:srgbClr val="2C11D0"/>
      </a:accent1>
      <a:accent2>
        <a:srgbClr val="40AFFF"/>
      </a:accent2>
      <a:accent3>
        <a:srgbClr val="BFE4FF"/>
      </a:accent3>
      <a:accent4>
        <a:srgbClr val="BFE4FF"/>
      </a:accent4>
      <a:accent5>
        <a:srgbClr val="BFE4FF"/>
      </a:accent5>
      <a:accent6>
        <a:srgbClr val="BFE4FF"/>
      </a:accent6>
      <a:hlink>
        <a:srgbClr val="AEABAB"/>
      </a:hlink>
      <a:folHlink>
        <a:srgbClr val="B77DE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GT_PPT_Theme_New" id="{088D6226-ACFF-4189-A6DD-76AECD62479D}" vid="{6A8EB6F5-CCFC-4F43-924B-947B4C87EB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6bda6-deda-4a53-9ce5-2ab192257292">
      <Terms xmlns="http://schemas.microsoft.com/office/infopath/2007/PartnerControls"/>
    </lcf76f155ced4ddcb4097134ff3c332f>
    <TaxCatchAll xmlns="718058b2-8753-44ce-95b0-d0067b5629d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8DB2E71BFB0A4FA8A357A8AE5B4C86" ma:contentTypeVersion="14" ma:contentTypeDescription="Crée un document." ma:contentTypeScope="" ma:versionID="5cc352c475e29e879957a58ceb39f927">
  <xsd:schema xmlns:xsd="http://www.w3.org/2001/XMLSchema" xmlns:xs="http://www.w3.org/2001/XMLSchema" xmlns:p="http://schemas.microsoft.com/office/2006/metadata/properties" xmlns:ns2="4686bda6-deda-4a53-9ce5-2ab192257292" xmlns:ns3="718058b2-8753-44ce-95b0-d0067b5629da" targetNamespace="http://schemas.microsoft.com/office/2006/metadata/properties" ma:root="true" ma:fieldsID="3475224a8dc04886dc3b8fc290b213f6" ns2:_="" ns3:_="">
    <xsd:import namespace="4686bda6-deda-4a53-9ce5-2ab192257292"/>
    <xsd:import namespace="718058b2-8753-44ce-95b0-d0067b5629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6bda6-deda-4a53-9ce5-2ab1922572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29e4e11c-8fc3-4e54-b6fb-0e9031a961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8058b2-8753-44ce-95b0-d0067b5629d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3c85ad4-d93a-48e4-9ea5-a1761b9b8162}" ma:internalName="TaxCatchAll" ma:showField="CatchAllData" ma:web="718058b2-8753-44ce-95b0-d0067b5629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397568-BCFC-4083-81F0-E6CAD2F36C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039FE3-5222-47C8-842D-2F3B0E099BAA}">
  <ds:schemaRefs>
    <ds:schemaRef ds:uri="4686bda6-deda-4a53-9ce5-2ab192257292"/>
    <ds:schemaRef ds:uri="718058b2-8753-44ce-95b0-d0067b5629da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8D250B6-F169-4D8C-B790-4B2FA593FBD8}">
  <ds:schemaRefs>
    <ds:schemaRef ds:uri="4686bda6-deda-4a53-9ce5-2ab192257292"/>
    <ds:schemaRef ds:uri="718058b2-8753-44ce-95b0-d0067b5629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378055ef-7607-46e5-9564-5469035a1b2e}" enabled="1" method="Standard" siteId="{eb3c68b9-0935-4046-8550-8bcaa4167e2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3825</TotalTime>
  <Words>889</Words>
  <Application>Microsoft Office PowerPoint</Application>
  <PresentationFormat>Widescreen</PresentationFormat>
  <Paragraphs>267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Allumi Ptf</vt:lpstr>
      <vt:lpstr>Arial</vt:lpstr>
      <vt:lpstr>Calibri</vt:lpstr>
      <vt:lpstr>KGT_PPT_Theme_New</vt:lpstr>
      <vt:lpstr>Architecture</vt:lpstr>
      <vt:lpstr>Sommaire</vt:lpstr>
      <vt:lpstr>Design Pattern</vt:lpstr>
      <vt:lpstr>Architecture</vt:lpstr>
      <vt:lpstr>Type</vt:lpstr>
      <vt:lpstr>MVC (Detailed)</vt:lpstr>
      <vt:lpstr>Micro Front-End</vt:lpstr>
      <vt:lpstr>SOAP vs. REST</vt:lpstr>
      <vt:lpstr>Components</vt:lpstr>
      <vt:lpstr>Clean Architecture</vt:lpstr>
      <vt:lpstr>App &amp; Api | Commun</vt:lpstr>
      <vt:lpstr>App &amp; Api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| Kévin Gellenoncourt</dc:title>
  <dc:creator>Kevin GELLENONCOURT</dc:creator>
  <cp:lastModifiedBy>Kévin Gellenoncourt</cp:lastModifiedBy>
  <cp:revision>909</cp:revision>
  <dcterms:created xsi:type="dcterms:W3CDTF">2021-05-30T21:09:19Z</dcterms:created>
  <dcterms:modified xsi:type="dcterms:W3CDTF">2025-04-28T17:03:42Z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8055ef-7607-46e5-9564-5469035a1b2e_Enabled">
    <vt:lpwstr>true</vt:lpwstr>
  </property>
  <property fmtid="{D5CDD505-2E9C-101B-9397-08002B2CF9AE}" pid="3" name="MSIP_Label_378055ef-7607-46e5-9564-5469035a1b2e_SetDate">
    <vt:lpwstr>2022-06-07T13:44:23Z</vt:lpwstr>
  </property>
  <property fmtid="{D5CDD505-2E9C-101B-9397-08002B2CF9AE}" pid="4" name="MSIP_Label_378055ef-7607-46e5-9564-5469035a1b2e_Method">
    <vt:lpwstr>Standard</vt:lpwstr>
  </property>
  <property fmtid="{D5CDD505-2E9C-101B-9397-08002B2CF9AE}" pid="5" name="MSIP_Label_378055ef-7607-46e5-9564-5469035a1b2e_Name">
    <vt:lpwstr>378055ef-7607-46e5-9564-5469035a1b2e</vt:lpwstr>
  </property>
  <property fmtid="{D5CDD505-2E9C-101B-9397-08002B2CF9AE}" pid="6" name="MSIP_Label_378055ef-7607-46e5-9564-5469035a1b2e_SiteId">
    <vt:lpwstr>eb3c68b9-0935-4046-8550-8bcaa4167e2e</vt:lpwstr>
  </property>
  <property fmtid="{D5CDD505-2E9C-101B-9397-08002B2CF9AE}" pid="7" name="MSIP_Label_378055ef-7607-46e5-9564-5469035a1b2e_ActionId">
    <vt:lpwstr>93317036-5f8e-44c0-9ddb-0786d0290c86</vt:lpwstr>
  </property>
  <property fmtid="{D5CDD505-2E9C-101B-9397-08002B2CF9AE}" pid="8" name="MSIP_Label_378055ef-7607-46e5-9564-5469035a1b2e_ContentBits">
    <vt:lpwstr>0</vt:lpwstr>
  </property>
  <property fmtid="{D5CDD505-2E9C-101B-9397-08002B2CF9AE}" pid="9" name="ContentTypeId">
    <vt:lpwstr>0x010100318DB2E71BFB0A4FA8A357A8AE5B4C86</vt:lpwstr>
  </property>
  <property fmtid="{D5CDD505-2E9C-101B-9397-08002B2CF9AE}" pid="10" name="MediaServiceImageTags">
    <vt:lpwstr/>
  </property>
</Properties>
</file>